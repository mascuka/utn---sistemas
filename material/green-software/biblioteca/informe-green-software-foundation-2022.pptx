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Nunito Sans Black"/>
      <p:bold r:id="rId22"/>
      <p:boldItalic r:id="rId23"/>
    </p:embeddedFont>
    <p:embeddedFont>
      <p:font typeface="Nuni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SansBlack-bold.fntdata"/><Relationship Id="rId21" Type="http://schemas.openxmlformats.org/officeDocument/2006/relationships/slide" Target="slides/slide16.xml"/><Relationship Id="rId24" Type="http://schemas.openxmlformats.org/officeDocument/2006/relationships/font" Target="fonts/NunitoSans-regular.fntdata"/><Relationship Id="rId23" Type="http://schemas.openxmlformats.org/officeDocument/2006/relationships/font" Target="fonts/NunitoSansBlack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Sans-italic.fntdata"/><Relationship Id="rId25" Type="http://schemas.openxmlformats.org/officeDocument/2006/relationships/font" Target="fonts/NunitoSans-bold.fntdata"/><Relationship Id="rId27" Type="http://schemas.openxmlformats.org/officeDocument/2006/relationships/font" Target="fonts/Nuni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06f03db8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06f03db8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2122503ef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2122503ef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2122503ef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2122503ef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2122503ef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2122503ef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122503ef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2122503ef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122503ef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122503ef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122503ef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122503ef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2122503ef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2122503ef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2122503ef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2122503ef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2122503ef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2122503ef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2122503ef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2122503ef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2122503ef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2122503ef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2122503ef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2122503ef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122503ef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122503ef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2122503ef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2122503ef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2122503ef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2122503ef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98576" y="0"/>
            <a:ext cx="6167224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580850" y="2776700"/>
            <a:ext cx="16340400" cy="45798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0"/>
              <a:buNone/>
              <a:defRPr sz="1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80850" y="7519400"/>
            <a:ext cx="15764400" cy="945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unito Sans"/>
              <a:buNone/>
              <a:defRPr sz="3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300" y="509750"/>
            <a:ext cx="5360053" cy="272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tle 1">
  <p:cSld name="TITLE_1">
    <p:bg>
      <p:bgPr>
        <a:solidFill>
          <a:schemeClr val="dk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b="3598" l="0" r="14799" t="3412"/>
          <a:stretch/>
        </p:blipFill>
        <p:spPr>
          <a:xfrm>
            <a:off x="7206750" y="0"/>
            <a:ext cx="11081247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type="ctrTitle"/>
          </p:nvPr>
        </p:nvSpPr>
        <p:spPr>
          <a:xfrm>
            <a:off x="1580850" y="1932650"/>
            <a:ext cx="16340400" cy="45798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Nunito Sans"/>
              <a:buNone/>
              <a:defRPr b="1" sz="12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80850" y="6675350"/>
            <a:ext cx="15764400" cy="945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unito Sans"/>
              <a:buNone/>
              <a:defRPr sz="3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tle 1 1">
  <p:cSld name="TITLE_1_1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80850" y="1932650"/>
            <a:ext cx="16340400" cy="45798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Nunito Sans"/>
              <a:buNone/>
              <a:defRPr b="1" sz="12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80850" y="6675350"/>
            <a:ext cx="15764400" cy="945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unito Sans"/>
              <a:buNone/>
              <a:defRPr sz="3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b="3169" l="0" r="13830" t="2792"/>
          <a:stretch/>
        </p:blipFill>
        <p:spPr>
          <a:xfrm>
            <a:off x="7206750" y="0"/>
            <a:ext cx="11081247" cy="10286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623400" y="19705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729600" y="1509950"/>
            <a:ext cx="17558400" cy="16200"/>
          </a:xfrm>
          <a:prstGeom prst="straightConnector1">
            <a:avLst/>
          </a:prstGeom>
          <a:noFill/>
          <a:ln cap="flat" cmpd="sng" w="19050">
            <a:solidFill>
              <a:srgbClr val="AECC5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752100" y="2304950"/>
            <a:ext cx="7956600" cy="923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Nunito Sans"/>
              <a:buNone/>
              <a:defRPr b="1"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" name="Google Shape;31;p5"/>
          <p:cNvSpPr txBox="1"/>
          <p:nvPr>
            <p:ph idx="2" type="title"/>
          </p:nvPr>
        </p:nvSpPr>
        <p:spPr>
          <a:xfrm>
            <a:off x="857300" y="3559850"/>
            <a:ext cx="7956600" cy="110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2400"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Green">
  <p:cSld name="SECTION_HEADER_1">
    <p:bg>
      <p:bgPr>
        <a:solidFill>
          <a:schemeClr val="dk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623400" y="19705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" name="Google Shape;35;p6"/>
          <p:cNvCxnSpPr/>
          <p:nvPr/>
        </p:nvCxnSpPr>
        <p:spPr>
          <a:xfrm>
            <a:off x="729600" y="1509950"/>
            <a:ext cx="17558400" cy="16200"/>
          </a:xfrm>
          <a:prstGeom prst="straightConnector1">
            <a:avLst/>
          </a:prstGeom>
          <a:noFill/>
          <a:ln cap="flat" cmpd="sng" w="19050">
            <a:solidFill>
              <a:srgbClr val="AECC5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6" name="Google Shape;36;p6"/>
          <p:cNvSpPr txBox="1"/>
          <p:nvPr>
            <p:ph idx="1" type="subTitle"/>
          </p:nvPr>
        </p:nvSpPr>
        <p:spPr>
          <a:xfrm>
            <a:off x="752100" y="2304950"/>
            <a:ext cx="7956600" cy="923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b="1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2" type="title"/>
          </p:nvPr>
        </p:nvSpPr>
        <p:spPr>
          <a:xfrm>
            <a:off x="857300" y="3559850"/>
            <a:ext cx="7956600" cy="110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lack">
  <p:cSld name="SECTION_HEADER_1_1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623400" y="19705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1" name="Google Shape;41;p7"/>
          <p:cNvCxnSpPr/>
          <p:nvPr/>
        </p:nvCxnSpPr>
        <p:spPr>
          <a:xfrm>
            <a:off x="729600" y="1509950"/>
            <a:ext cx="17558400" cy="16200"/>
          </a:xfrm>
          <a:prstGeom prst="straightConnector1">
            <a:avLst/>
          </a:prstGeom>
          <a:noFill/>
          <a:ln cap="flat" cmpd="sng" w="19050">
            <a:solidFill>
              <a:srgbClr val="AECC5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752100" y="2304950"/>
            <a:ext cx="7956600" cy="923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b="1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2" type="title"/>
          </p:nvPr>
        </p:nvSpPr>
        <p:spPr>
          <a:xfrm>
            <a:off x="857300" y="3559850"/>
            <a:ext cx="7956600" cy="110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623400" y="19705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cxnSp>
        <p:nvCxnSpPr>
          <p:cNvPr id="46" name="Google Shape;46;p8"/>
          <p:cNvCxnSpPr/>
          <p:nvPr/>
        </p:nvCxnSpPr>
        <p:spPr>
          <a:xfrm>
            <a:off x="729600" y="1509950"/>
            <a:ext cx="17558400" cy="16200"/>
          </a:xfrm>
          <a:prstGeom prst="straightConnector1">
            <a:avLst/>
          </a:prstGeom>
          <a:noFill/>
          <a:ln cap="flat" cmpd="sng" w="19050">
            <a:solidFill>
              <a:srgbClr val="AECC5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7" name="Google Shape;47;p8"/>
          <p:cNvSpPr txBox="1"/>
          <p:nvPr/>
        </p:nvSpPr>
        <p:spPr>
          <a:xfrm>
            <a:off x="729600" y="2091250"/>
            <a:ext cx="7972800" cy="923400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48" name="Google Shape;48;p8"/>
          <p:cNvCxnSpPr/>
          <p:nvPr/>
        </p:nvCxnSpPr>
        <p:spPr>
          <a:xfrm>
            <a:off x="723300" y="8144250"/>
            <a:ext cx="7956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8"/>
          <p:cNvSpPr txBox="1"/>
          <p:nvPr/>
        </p:nvSpPr>
        <p:spPr>
          <a:xfrm>
            <a:off x="9605400" y="2134525"/>
            <a:ext cx="7972800" cy="923400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50" name="Google Shape;50;p8"/>
          <p:cNvCxnSpPr/>
          <p:nvPr/>
        </p:nvCxnSpPr>
        <p:spPr>
          <a:xfrm>
            <a:off x="9613500" y="8144250"/>
            <a:ext cx="7956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745800" y="2091250"/>
            <a:ext cx="7956600" cy="923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b="1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" name="Google Shape;52;p8"/>
          <p:cNvSpPr txBox="1"/>
          <p:nvPr>
            <p:ph idx="2" type="subTitle"/>
          </p:nvPr>
        </p:nvSpPr>
        <p:spPr>
          <a:xfrm>
            <a:off x="9613500" y="2151850"/>
            <a:ext cx="7956600" cy="923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b="1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8"/>
          <p:cNvSpPr txBox="1"/>
          <p:nvPr>
            <p:ph idx="3" type="title"/>
          </p:nvPr>
        </p:nvSpPr>
        <p:spPr>
          <a:xfrm>
            <a:off x="723300" y="3346150"/>
            <a:ext cx="7956600" cy="110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2400"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8"/>
          <p:cNvSpPr txBox="1"/>
          <p:nvPr>
            <p:ph idx="4" type="title"/>
          </p:nvPr>
        </p:nvSpPr>
        <p:spPr>
          <a:xfrm>
            <a:off x="9613500" y="3346450"/>
            <a:ext cx="7956600" cy="110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2400"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TITLE_AND_BODY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12393950" y="2508900"/>
            <a:ext cx="5030400" cy="1374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unito Sans"/>
              <a:buNone/>
              <a:defRPr b="1" sz="3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title"/>
          </p:nvPr>
        </p:nvSpPr>
        <p:spPr>
          <a:xfrm>
            <a:off x="12393950" y="3959500"/>
            <a:ext cx="5030400" cy="110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2400"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9"/>
          <p:cNvSpPr txBox="1"/>
          <p:nvPr>
            <p:ph idx="3" type="title"/>
          </p:nvPr>
        </p:nvSpPr>
        <p:spPr>
          <a:xfrm>
            <a:off x="623400" y="19705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cxnSp>
        <p:nvCxnSpPr>
          <p:cNvPr id="60" name="Google Shape;60;p9"/>
          <p:cNvCxnSpPr/>
          <p:nvPr/>
        </p:nvCxnSpPr>
        <p:spPr>
          <a:xfrm>
            <a:off x="729600" y="1509950"/>
            <a:ext cx="17558400" cy="16200"/>
          </a:xfrm>
          <a:prstGeom prst="straightConnector1">
            <a:avLst/>
          </a:prstGeom>
          <a:noFill/>
          <a:ln cap="flat" cmpd="sng" w="19050">
            <a:solidFill>
              <a:srgbClr val="AECC5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1" name="Google Shape;61;p9"/>
          <p:cNvSpPr txBox="1"/>
          <p:nvPr>
            <p:ph idx="4" type="title"/>
          </p:nvPr>
        </p:nvSpPr>
        <p:spPr>
          <a:xfrm>
            <a:off x="6764100" y="2508900"/>
            <a:ext cx="5030400" cy="1374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unito Sans"/>
              <a:buNone/>
              <a:defRPr b="1" sz="3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5" type="title"/>
          </p:nvPr>
        </p:nvSpPr>
        <p:spPr>
          <a:xfrm>
            <a:off x="6764100" y="3959500"/>
            <a:ext cx="5030400" cy="110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2400"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" name="Google Shape;63;p9"/>
          <p:cNvSpPr txBox="1"/>
          <p:nvPr>
            <p:ph idx="6" type="title"/>
          </p:nvPr>
        </p:nvSpPr>
        <p:spPr>
          <a:xfrm>
            <a:off x="897250" y="2508900"/>
            <a:ext cx="5030400" cy="1374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unito Sans"/>
              <a:buNone/>
              <a:defRPr b="1" sz="3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7" type="title"/>
          </p:nvPr>
        </p:nvSpPr>
        <p:spPr>
          <a:xfrm>
            <a:off x="897250" y="3959500"/>
            <a:ext cx="5030400" cy="110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2400"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d Layout 1">
  <p:cSld name="SECTION_TITLE_AND_DESCRIPTION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>
                <a:solidFill>
                  <a:schemeClr val="lt1"/>
                </a:solidFill>
              </a:defRPr>
            </a:lvl2pPr>
            <a:lvl3pPr indent="-4064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AECC53"/>
              </a:buClr>
              <a:buSzPts val="2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615000" y="2561600"/>
            <a:ext cx="7300200" cy="2634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70" name="Google Shape;70;p10"/>
          <p:cNvSpPr txBox="1"/>
          <p:nvPr>
            <p:ph idx="2" type="title"/>
          </p:nvPr>
        </p:nvSpPr>
        <p:spPr>
          <a:xfrm>
            <a:off x="615000" y="5577900"/>
            <a:ext cx="7406400" cy="1374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unito Sans"/>
              <a:buNone/>
              <a:defRPr b="1" sz="3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cxnSp>
        <p:nvCxnSpPr>
          <p:cNvPr id="71" name="Google Shape;71;p10"/>
          <p:cNvCxnSpPr/>
          <p:nvPr/>
        </p:nvCxnSpPr>
        <p:spPr>
          <a:xfrm>
            <a:off x="763500" y="5143700"/>
            <a:ext cx="7374000" cy="0"/>
          </a:xfrm>
          <a:prstGeom prst="straightConnector1">
            <a:avLst/>
          </a:prstGeom>
          <a:noFill/>
          <a:ln cap="flat" cmpd="sng" w="19050">
            <a:solidFill>
              <a:srgbClr val="AECC5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2" name="Google Shape;72;p10"/>
          <p:cNvSpPr txBox="1"/>
          <p:nvPr/>
        </p:nvSpPr>
        <p:spPr>
          <a:xfrm>
            <a:off x="6895350" y="9631000"/>
            <a:ext cx="1064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rPr>
              <a:t>© 2021 Green Software Foundation</a:t>
            </a:r>
            <a:endParaRPr sz="1400">
              <a:solidFill>
                <a:schemeClr val="accen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d Layout 2">
  <p:cSld name="SECTION_TITLE_AND_DESCRIPTION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b="0" l="50000" r="0" t="0"/>
          <a:stretch/>
        </p:blipFill>
        <p:spPr>
          <a:xfrm>
            <a:off x="9144003" y="13200"/>
            <a:ext cx="9144003" cy="1028699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>
                <a:solidFill>
                  <a:schemeClr val="lt1"/>
                </a:solidFill>
              </a:defRPr>
            </a:lvl2pPr>
            <a:lvl3pPr indent="-4064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AECC53"/>
              </a:buClr>
              <a:buSzPts val="2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6895350" y="9631000"/>
            <a:ext cx="1064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© 2021 Green Software Foundation</a:t>
            </a:r>
            <a:endParaRPr sz="1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9" name="Google Shape;79;p11"/>
          <p:cNvSpPr txBox="1"/>
          <p:nvPr>
            <p:ph type="title"/>
          </p:nvPr>
        </p:nvSpPr>
        <p:spPr>
          <a:xfrm>
            <a:off x="615000" y="2561600"/>
            <a:ext cx="7300200" cy="2634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80" name="Google Shape;80;p11"/>
          <p:cNvSpPr txBox="1"/>
          <p:nvPr>
            <p:ph idx="2" type="title"/>
          </p:nvPr>
        </p:nvSpPr>
        <p:spPr>
          <a:xfrm>
            <a:off x="615000" y="5577900"/>
            <a:ext cx="7406400" cy="1374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unito Sans"/>
              <a:buNone/>
              <a:defRPr b="1" sz="3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cxnSp>
        <p:nvCxnSpPr>
          <p:cNvPr id="81" name="Google Shape;81;p11"/>
          <p:cNvCxnSpPr/>
          <p:nvPr/>
        </p:nvCxnSpPr>
        <p:spPr>
          <a:xfrm>
            <a:off x="763500" y="5143700"/>
            <a:ext cx="7374000" cy="0"/>
          </a:xfrm>
          <a:prstGeom prst="straightConnector1">
            <a:avLst/>
          </a:prstGeom>
          <a:noFill/>
          <a:ln cap="flat" cmpd="sng" w="19050">
            <a:solidFill>
              <a:srgbClr val="AECC53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d Layout 3">
  <p:cSld name="SECTION_TITLE_AND_DESCRIPTION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>
                <a:solidFill>
                  <a:schemeClr val="lt1"/>
                </a:solidFill>
              </a:defRPr>
            </a:lvl2pPr>
            <a:lvl3pPr indent="-4064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AECC53"/>
              </a:buClr>
              <a:buSzPts val="2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895350" y="9631000"/>
            <a:ext cx="1064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rPr>
              <a:t>© 2021 Green Software Foundation</a:t>
            </a:r>
            <a:endParaRPr sz="1400">
              <a:solidFill>
                <a:schemeClr val="accen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14305" r="10086" t="0"/>
          <a:stretch/>
        </p:blipFill>
        <p:spPr>
          <a:xfrm>
            <a:off x="9144000" y="0"/>
            <a:ext cx="9144003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>
            <p:ph type="title"/>
          </p:nvPr>
        </p:nvSpPr>
        <p:spPr>
          <a:xfrm>
            <a:off x="615000" y="2561600"/>
            <a:ext cx="7300200" cy="2634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89" name="Google Shape;89;p12"/>
          <p:cNvSpPr txBox="1"/>
          <p:nvPr>
            <p:ph idx="2" type="title"/>
          </p:nvPr>
        </p:nvSpPr>
        <p:spPr>
          <a:xfrm>
            <a:off x="615000" y="5577900"/>
            <a:ext cx="7406400" cy="1374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unito Sans"/>
              <a:buNone/>
              <a:defRPr b="1" sz="36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cxnSp>
        <p:nvCxnSpPr>
          <p:cNvPr id="90" name="Google Shape;90;p12"/>
          <p:cNvCxnSpPr/>
          <p:nvPr/>
        </p:nvCxnSpPr>
        <p:spPr>
          <a:xfrm>
            <a:off x="763500" y="5143700"/>
            <a:ext cx="7374000" cy="0"/>
          </a:xfrm>
          <a:prstGeom prst="straightConnector1">
            <a:avLst/>
          </a:prstGeom>
          <a:noFill/>
          <a:ln cap="flat" cmpd="sng" w="19050">
            <a:solidFill>
              <a:srgbClr val="AECC53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unito Sans Black"/>
              <a:buNone/>
              <a:defRPr sz="4800">
                <a:solidFill>
                  <a:schemeClr val="dk1"/>
                </a:solidFill>
                <a:latin typeface="Nunito Sans Black"/>
                <a:ea typeface="Nunito Sans Black"/>
                <a:cs typeface="Nunito Sans Black"/>
                <a:sym typeface="Nunito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unito Sans Black"/>
              <a:buChar char="●"/>
              <a:defRPr sz="3600">
                <a:solidFill>
                  <a:schemeClr val="dk1"/>
                </a:solidFill>
                <a:latin typeface="Nunito Sans Black"/>
                <a:ea typeface="Nunito Sans Black"/>
                <a:cs typeface="Nunito Sans Black"/>
                <a:sym typeface="Nunito Sans Black"/>
              </a:defRPr>
            </a:lvl1pPr>
            <a:lvl2pPr indent="-431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Sans"/>
              <a:buChar char="○"/>
              <a:defRPr b="1" sz="3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4064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Char char="■"/>
              <a:defRPr b="1" sz="2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Char char="●"/>
              <a:defRPr b="1" sz="24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Char char="○"/>
              <a:defRPr sz="24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Char char="■"/>
              <a:defRPr sz="24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Char char="●"/>
              <a:defRPr i="1" sz="24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Char char="○"/>
              <a:defRPr sz="24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Char char="■"/>
              <a:defRPr sz="24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 algn="r">
              <a:buNone/>
              <a:defRPr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rtl="0" algn="r">
              <a:buNone/>
              <a:defRPr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rtl="0" algn="r">
              <a:buNone/>
              <a:defRPr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rtl="0" algn="r">
              <a:buNone/>
              <a:defRPr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rtl="0" algn="r">
              <a:buNone/>
              <a:defRPr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rtl="0" algn="r">
              <a:buNone/>
              <a:defRPr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rtl="0" algn="r">
              <a:buNone/>
              <a:defRPr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rtl="0" algn="r">
              <a:buNone/>
              <a:defRPr sz="14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895350" y="9631000"/>
            <a:ext cx="1064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AECC53"/>
                </a:solidFill>
                <a:latin typeface="Nunito Sans"/>
                <a:ea typeface="Nunito Sans"/>
                <a:cs typeface="Nunito Sans"/>
                <a:sym typeface="Nunito Sans"/>
              </a:rPr>
              <a:t>© 2021 Green Software Foundation</a:t>
            </a:r>
            <a:endParaRPr sz="1400">
              <a:solidFill>
                <a:srgbClr val="AECC53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2.xml"/><Relationship Id="rId10" Type="http://schemas.openxmlformats.org/officeDocument/2006/relationships/slide" Target="/ppt/slides/slide11.xml"/><Relationship Id="rId13" Type="http://schemas.openxmlformats.org/officeDocument/2006/relationships/slide" Target="/ppt/slides/slide14.xml"/><Relationship Id="rId12" Type="http://schemas.openxmlformats.org/officeDocument/2006/relationships/slide" Target="/ppt/slides/slide13.xm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slide" Target="/ppt/slides/slide4.xml"/><Relationship Id="rId9" Type="http://schemas.openxmlformats.org/officeDocument/2006/relationships/slide" Target="/ppt/slides/slide10.xml"/><Relationship Id="rId15" Type="http://schemas.openxmlformats.org/officeDocument/2006/relationships/slide" Target="/ppt/slides/slide16.xml"/><Relationship Id="rId14" Type="http://schemas.openxmlformats.org/officeDocument/2006/relationships/slide" Target="/ppt/slides/slide15.xml"/><Relationship Id="rId5" Type="http://schemas.openxmlformats.org/officeDocument/2006/relationships/slide" Target="/ppt/slides/slide6.xml"/><Relationship Id="rId6" Type="http://schemas.openxmlformats.org/officeDocument/2006/relationships/slide" Target="/ppt/slides/slide7.xml"/><Relationship Id="rId7" Type="http://schemas.openxmlformats.org/officeDocument/2006/relationships/slide" Target="/ppt/slides/slide8.xml"/><Relationship Id="rId8" Type="http://schemas.openxmlformats.org/officeDocument/2006/relationships/slide" Target="/ppt/slides/slide9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techradar.com/news/windows-11-is-getting-an-eco-friendly-update-but-could-microsoft-do-more" TargetMode="External"/><Relationship Id="rId10" Type="http://schemas.openxmlformats.org/officeDocument/2006/relationships/hyperlink" Target="https://blog.google/outreach-initiatives/sustainability/carbon-aware-computing-location/" TargetMode="External"/><Relationship Id="rId13" Type="http://schemas.openxmlformats.org/officeDocument/2006/relationships/hyperlink" Target="https://sustainableitdecoded.withgoogle.com/" TargetMode="External"/><Relationship Id="rId12" Type="http://schemas.openxmlformats.org/officeDocument/2006/relationships/hyperlink" Target="https://aws.amazon.com/blogs/aws/sustainability-pillar-well-architected-framework/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www.independent.co.uk/climate-change/news/global-warming-data-centres-to-consume-three-times-as-much-energy-in-next-decade-experts-warn-a6830086.html" TargetMode="External"/><Relationship Id="rId9" Type="http://schemas.openxmlformats.org/officeDocument/2006/relationships/hyperlink" Target="https://www.cloudcarbonfootprint.org/" TargetMode="External"/><Relationship Id="rId15" Type="http://schemas.openxmlformats.org/officeDocument/2006/relationships/hyperlink" Target="http://aka.ms/sse/learn" TargetMode="External"/><Relationship Id="rId14" Type="http://schemas.openxmlformats.org/officeDocument/2006/relationships/hyperlink" Target="https://sustainableitdecoded.withgoogle.com/" TargetMode="External"/><Relationship Id="rId17" Type="http://schemas.openxmlformats.org/officeDocument/2006/relationships/hyperlink" Target="https://www.nytimes.com/2022/03/21/business/sec-climate-disclosure-rule.html" TargetMode="External"/><Relationship Id="rId16" Type="http://schemas.openxmlformats.org/officeDocument/2006/relationships/hyperlink" Target="https://greensoftware.foundation/projects/principles-of-green-software-engineering" TargetMode="External"/><Relationship Id="rId5" Type="http://schemas.openxmlformats.org/officeDocument/2006/relationships/hyperlink" Target="https://weather.com/science/environment/news/2018-03-28-smartphones-danger-killing-planet" TargetMode="External"/><Relationship Id="rId6" Type="http://schemas.openxmlformats.org/officeDocument/2006/relationships/hyperlink" Target="https://cloud.google.com/carbon-footprint" TargetMode="External"/><Relationship Id="rId18" Type="http://schemas.openxmlformats.org/officeDocument/2006/relationships/hyperlink" Target="https://www.nytimes.com/2022/03/21/business/sec-climate-disclosure-rule.html" TargetMode="External"/><Relationship Id="rId7" Type="http://schemas.openxmlformats.org/officeDocument/2006/relationships/hyperlink" Target="https://aws.amazon.com/blogs/aws/new-customer-carbon-footprint-tool/" TargetMode="External"/><Relationship Id="rId8" Type="http://schemas.openxmlformats.org/officeDocument/2006/relationships/hyperlink" Target="https://www.microsoft.com/en-us/sustainability/emissions-impact-dashboar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hyperlink" Target="https://grnsft.org/report/join-u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hyperlink" Target="https://greensoftware.foundation" TargetMode="External"/><Relationship Id="rId5" Type="http://schemas.openxmlformats.org/officeDocument/2006/relationships/hyperlink" Target="https://github.com/Green-Software-Foundation" TargetMode="External"/><Relationship Id="rId6" Type="http://schemas.openxmlformats.org/officeDocument/2006/relationships/hyperlink" Target="https://twitter.com/gsfcommunity" TargetMode="External"/><Relationship Id="rId7" Type="http://schemas.openxmlformats.org/officeDocument/2006/relationships/hyperlink" Target="https://www.linkedin.com/company/green-software-found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1" y="2425"/>
            <a:ext cx="18279370" cy="1028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8288000" cy="10287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>
            <a:hlinkClick action="ppaction://hlinkshowjump?jump=nextslide"/>
          </p:cNvPr>
          <p:cNvSpPr/>
          <p:nvPr/>
        </p:nvSpPr>
        <p:spPr>
          <a:xfrm>
            <a:off x="1218200" y="2631900"/>
            <a:ext cx="14439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>
            <a:hlinkClick action="ppaction://hlinksldjump" r:id="rId4"/>
          </p:cNvPr>
          <p:cNvSpPr/>
          <p:nvPr/>
        </p:nvSpPr>
        <p:spPr>
          <a:xfrm>
            <a:off x="1248275" y="3474125"/>
            <a:ext cx="30981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>
            <a:hlinkClick action="ppaction://hlinksldjump" r:id="rId5"/>
          </p:cNvPr>
          <p:cNvSpPr/>
          <p:nvPr/>
        </p:nvSpPr>
        <p:spPr>
          <a:xfrm>
            <a:off x="1248275" y="4316350"/>
            <a:ext cx="44667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>
            <a:hlinkClick action="ppaction://hlinksldjump" r:id="rId6"/>
          </p:cNvPr>
          <p:cNvSpPr/>
          <p:nvPr/>
        </p:nvSpPr>
        <p:spPr>
          <a:xfrm>
            <a:off x="1248275" y="5234775"/>
            <a:ext cx="54594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>
            <a:hlinkClick action="ppaction://hlinksldjump" r:id="rId7"/>
          </p:cNvPr>
          <p:cNvSpPr/>
          <p:nvPr/>
        </p:nvSpPr>
        <p:spPr>
          <a:xfrm>
            <a:off x="1248275" y="6000800"/>
            <a:ext cx="21957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>
            <a:hlinkClick action="ppaction://hlinksldjump" r:id="rId8"/>
          </p:cNvPr>
          <p:cNvSpPr/>
          <p:nvPr/>
        </p:nvSpPr>
        <p:spPr>
          <a:xfrm>
            <a:off x="1248275" y="6881075"/>
            <a:ext cx="35793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>
            <a:hlinkClick action="ppaction://hlinksldjump" r:id="rId9"/>
          </p:cNvPr>
          <p:cNvSpPr/>
          <p:nvPr/>
        </p:nvSpPr>
        <p:spPr>
          <a:xfrm>
            <a:off x="1248275" y="7761450"/>
            <a:ext cx="39705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>
            <a:hlinkClick action="ppaction://hlinksldjump" r:id="rId10"/>
          </p:cNvPr>
          <p:cNvSpPr/>
          <p:nvPr/>
        </p:nvSpPr>
        <p:spPr>
          <a:xfrm>
            <a:off x="9712500" y="2631900"/>
            <a:ext cx="24996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>
            <a:hlinkClick action="ppaction://hlinksldjump" r:id="rId11"/>
          </p:cNvPr>
          <p:cNvSpPr/>
          <p:nvPr/>
        </p:nvSpPr>
        <p:spPr>
          <a:xfrm>
            <a:off x="9712500" y="3474125"/>
            <a:ext cx="4575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>
            <a:hlinkClick action="ppaction://hlinksldjump" r:id="rId12"/>
          </p:cNvPr>
          <p:cNvSpPr/>
          <p:nvPr/>
        </p:nvSpPr>
        <p:spPr>
          <a:xfrm>
            <a:off x="9712500" y="4316350"/>
            <a:ext cx="35793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>
            <a:hlinkClick action="ppaction://hlinksldjump" r:id="rId13"/>
          </p:cNvPr>
          <p:cNvSpPr/>
          <p:nvPr/>
        </p:nvSpPr>
        <p:spPr>
          <a:xfrm>
            <a:off x="9712500" y="5158575"/>
            <a:ext cx="12663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>
            <a:hlinkClick action="ppaction://hlinksldjump" r:id="rId14"/>
          </p:cNvPr>
          <p:cNvSpPr/>
          <p:nvPr/>
        </p:nvSpPr>
        <p:spPr>
          <a:xfrm>
            <a:off x="9712500" y="6000800"/>
            <a:ext cx="9354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>
            <a:hlinkClick action="ppaction://hlinksldjump" r:id="rId15"/>
          </p:cNvPr>
          <p:cNvSpPr/>
          <p:nvPr/>
        </p:nvSpPr>
        <p:spPr>
          <a:xfrm>
            <a:off x="9712500" y="6881075"/>
            <a:ext cx="14439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>
            <a:hlinkClick r:id="rId4"/>
          </p:cNvPr>
          <p:cNvSpPr/>
          <p:nvPr/>
        </p:nvSpPr>
        <p:spPr>
          <a:xfrm>
            <a:off x="2176100" y="2260875"/>
            <a:ext cx="3744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>
            <a:hlinkClick r:id="rId5"/>
          </p:cNvPr>
          <p:cNvSpPr/>
          <p:nvPr/>
        </p:nvSpPr>
        <p:spPr>
          <a:xfrm>
            <a:off x="2458700" y="2840225"/>
            <a:ext cx="1611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>
            <a:hlinkClick r:id="rId6"/>
          </p:cNvPr>
          <p:cNvSpPr/>
          <p:nvPr/>
        </p:nvSpPr>
        <p:spPr>
          <a:xfrm>
            <a:off x="7856550" y="4451100"/>
            <a:ext cx="7773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>
            <a:hlinkClick r:id="rId7"/>
          </p:cNvPr>
          <p:cNvSpPr/>
          <p:nvPr/>
        </p:nvSpPr>
        <p:spPr>
          <a:xfrm>
            <a:off x="918475" y="4804375"/>
            <a:ext cx="791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>
            <a:hlinkClick r:id="rId8"/>
          </p:cNvPr>
          <p:cNvSpPr/>
          <p:nvPr/>
        </p:nvSpPr>
        <p:spPr>
          <a:xfrm>
            <a:off x="2388050" y="4761975"/>
            <a:ext cx="9609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>
            <a:hlinkClick r:id="rId9"/>
          </p:cNvPr>
          <p:cNvSpPr/>
          <p:nvPr/>
        </p:nvSpPr>
        <p:spPr>
          <a:xfrm>
            <a:off x="2289150" y="5355450"/>
            <a:ext cx="6048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>
            <a:hlinkClick r:id="rId10"/>
          </p:cNvPr>
          <p:cNvSpPr/>
          <p:nvPr/>
        </p:nvSpPr>
        <p:spPr>
          <a:xfrm>
            <a:off x="9128300" y="1921750"/>
            <a:ext cx="2925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>
            <a:hlinkClick r:id="rId11"/>
          </p:cNvPr>
          <p:cNvSpPr/>
          <p:nvPr/>
        </p:nvSpPr>
        <p:spPr>
          <a:xfrm>
            <a:off x="10541350" y="2204450"/>
            <a:ext cx="65847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>
            <a:hlinkClick r:id="rId12"/>
          </p:cNvPr>
          <p:cNvSpPr/>
          <p:nvPr/>
        </p:nvSpPr>
        <p:spPr>
          <a:xfrm>
            <a:off x="13042450" y="3532625"/>
            <a:ext cx="2133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>
            <a:hlinkClick r:id="rId13"/>
          </p:cNvPr>
          <p:cNvSpPr/>
          <p:nvPr/>
        </p:nvSpPr>
        <p:spPr>
          <a:xfrm>
            <a:off x="15642250" y="3801100"/>
            <a:ext cx="14838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>
            <a:hlinkClick r:id="rId14"/>
          </p:cNvPr>
          <p:cNvSpPr/>
          <p:nvPr/>
        </p:nvSpPr>
        <p:spPr>
          <a:xfrm>
            <a:off x="9062425" y="4048500"/>
            <a:ext cx="1097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>
            <a:hlinkClick r:id="rId15"/>
          </p:cNvPr>
          <p:cNvSpPr/>
          <p:nvPr/>
        </p:nvSpPr>
        <p:spPr>
          <a:xfrm>
            <a:off x="11912000" y="4097850"/>
            <a:ext cx="1215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>
            <a:hlinkClick r:id="rId16"/>
          </p:cNvPr>
          <p:cNvSpPr/>
          <p:nvPr/>
        </p:nvSpPr>
        <p:spPr>
          <a:xfrm>
            <a:off x="14808750" y="4945675"/>
            <a:ext cx="22185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>
            <a:hlinkClick r:id="rId17"/>
          </p:cNvPr>
          <p:cNvSpPr/>
          <p:nvPr/>
        </p:nvSpPr>
        <p:spPr>
          <a:xfrm>
            <a:off x="14328325" y="6514150"/>
            <a:ext cx="19218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>
            <a:hlinkClick r:id="rId18"/>
          </p:cNvPr>
          <p:cNvSpPr/>
          <p:nvPr/>
        </p:nvSpPr>
        <p:spPr>
          <a:xfrm>
            <a:off x="9128300" y="6807850"/>
            <a:ext cx="2331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97554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2" cy="10281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2" cy="10281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2" cy="10281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2" cy="10281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97554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" name="Google Shape;2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0" name="Google Shape;2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>
            <a:hlinkClick r:id="rId4"/>
          </p:cNvPr>
          <p:cNvSpPr/>
          <p:nvPr/>
        </p:nvSpPr>
        <p:spPr>
          <a:xfrm>
            <a:off x="6797850" y="6000750"/>
            <a:ext cx="467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idx="12" type="sldNum"/>
          </p:nvPr>
        </p:nvSpPr>
        <p:spPr>
          <a:xfrm>
            <a:off x="16944916" y="952988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9">
            <a:hlinkClick r:id="rId4"/>
          </p:cNvPr>
          <p:cNvSpPr/>
          <p:nvPr/>
        </p:nvSpPr>
        <p:spPr>
          <a:xfrm>
            <a:off x="7429500" y="3459075"/>
            <a:ext cx="3444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9">
            <a:hlinkClick r:id="rId5"/>
          </p:cNvPr>
          <p:cNvSpPr/>
          <p:nvPr/>
        </p:nvSpPr>
        <p:spPr>
          <a:xfrm>
            <a:off x="7474625" y="3880175"/>
            <a:ext cx="8421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9">
            <a:hlinkClick r:id="rId6"/>
          </p:cNvPr>
          <p:cNvSpPr/>
          <p:nvPr/>
        </p:nvSpPr>
        <p:spPr>
          <a:xfrm>
            <a:off x="8722950" y="3880175"/>
            <a:ext cx="8421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">
            <a:hlinkClick r:id="rId7"/>
          </p:cNvPr>
          <p:cNvSpPr/>
          <p:nvPr/>
        </p:nvSpPr>
        <p:spPr>
          <a:xfrm>
            <a:off x="9971275" y="3880175"/>
            <a:ext cx="8421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SF">
  <a:themeElements>
    <a:clrScheme name="Simple Light">
      <a:dk1>
        <a:srgbClr val="3C3C3C"/>
      </a:dk1>
      <a:lt1>
        <a:srgbClr val="FFFFFF"/>
      </a:lt1>
      <a:dk2>
        <a:srgbClr val="006D68"/>
      </a:dk2>
      <a:lt2>
        <a:srgbClr val="CCCBCB"/>
      </a:lt2>
      <a:accent1>
        <a:srgbClr val="AECC53"/>
      </a:accent1>
      <a:accent2>
        <a:srgbClr val="00E7FF"/>
      </a:accent2>
      <a:accent3>
        <a:srgbClr val="DFF500"/>
      </a:accent3>
      <a:accent4>
        <a:srgbClr val="FF0000"/>
      </a:accent4>
      <a:accent5>
        <a:srgbClr val="6DFF00"/>
      </a:accent5>
      <a:accent6>
        <a:srgbClr val="469987"/>
      </a:accent6>
      <a:hlink>
        <a:srgbClr val="00E7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