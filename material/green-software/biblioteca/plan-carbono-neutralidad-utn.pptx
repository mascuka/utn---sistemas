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</p:sldIdLst>
  <p:sldSz cx="9144000" cy="5143500" type="screen16x9"/>
  <p:notesSz cx="6858000" cy="9144000"/>
  <p:embeddedFontLst>
    <p:embeddedFont>
      <p:font typeface="Anton" panose="020B0604020202020204" charset="0"/>
      <p:regular r:id="rId10"/>
    </p:embeddedFont>
    <p:embeddedFont>
      <p:font typeface="Lato" panose="020B0604020202020204" charset="0"/>
      <p:regular r:id="rId11"/>
      <p:bold r:id="rId12"/>
      <p:italic r:id="rId13"/>
      <p:boldItalic r:id="rId14"/>
    </p:embeddedFont>
    <p:embeddedFont>
      <p:font typeface="Bebas Neue" panose="020B0604020202020204" charset="0"/>
      <p:regular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hC3ibcaI5/dU2nn/odiq42F1lk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2AFCBAC-4310-42A7-B1B2-A20C363D8B32}">
  <a:tblStyle styleId="{F2AFCBAC-4310-42A7-B1B2-A20C363D8B3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1EC3970-5912-4E8C-B2A8-0085AA1A66B6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5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26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8" name="Google Shape;62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4" name="Google Shape;73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9" name="Google Shape;77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3" name="Google Shape;79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4" name="Google Shape;83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3" name="Google Shape;89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5" name="Google Shape;101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5"/>
          <p:cNvSpPr/>
          <p:nvPr/>
        </p:nvSpPr>
        <p:spPr>
          <a:xfrm>
            <a:off x="-57500" y="2550499"/>
            <a:ext cx="9259000" cy="2659819"/>
          </a:xfrm>
          <a:custGeom>
            <a:avLst/>
            <a:gdLst/>
            <a:ahLst/>
            <a:cxnLst/>
            <a:rect l="l" t="t" r="r" b="b"/>
            <a:pathLst>
              <a:path w="57554" h="20117" extrusionOk="0">
                <a:moveTo>
                  <a:pt x="1" y="0"/>
                </a:moveTo>
                <a:lnTo>
                  <a:pt x="1" y="20116"/>
                </a:lnTo>
                <a:lnTo>
                  <a:pt x="57554" y="20116"/>
                </a:lnTo>
                <a:lnTo>
                  <a:pt x="57554" y="0"/>
                </a:lnTo>
                <a:cubicBezTo>
                  <a:pt x="53249" y="6588"/>
                  <a:pt x="41989" y="11289"/>
                  <a:pt x="28777" y="11289"/>
                </a:cubicBezTo>
                <a:cubicBezTo>
                  <a:pt x="15566" y="11289"/>
                  <a:pt x="4307" y="6588"/>
                  <a:pt x="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25"/>
          <p:cNvSpPr/>
          <p:nvPr/>
        </p:nvSpPr>
        <p:spPr>
          <a:xfrm>
            <a:off x="3659625" y="4090800"/>
            <a:ext cx="5414419" cy="1176154"/>
          </a:xfrm>
          <a:custGeom>
            <a:avLst/>
            <a:gdLst/>
            <a:ahLst/>
            <a:cxnLst/>
            <a:rect l="l" t="t" r="r" b="b"/>
            <a:pathLst>
              <a:path w="45996" h="9492" extrusionOk="0">
                <a:moveTo>
                  <a:pt x="34548" y="0"/>
                </a:moveTo>
                <a:cubicBezTo>
                  <a:pt x="33978" y="0"/>
                  <a:pt x="33404" y="262"/>
                  <a:pt x="32973" y="817"/>
                </a:cubicBezTo>
                <a:cubicBezTo>
                  <a:pt x="32624" y="515"/>
                  <a:pt x="32212" y="371"/>
                  <a:pt x="31798" y="371"/>
                </a:cubicBezTo>
                <a:cubicBezTo>
                  <a:pt x="30837" y="371"/>
                  <a:pt x="29865" y="1150"/>
                  <a:pt x="29643" y="2528"/>
                </a:cubicBezTo>
                <a:cubicBezTo>
                  <a:pt x="29082" y="1980"/>
                  <a:pt x="28493" y="1709"/>
                  <a:pt x="27964" y="1709"/>
                </a:cubicBezTo>
                <a:cubicBezTo>
                  <a:pt x="27205" y="1709"/>
                  <a:pt x="26569" y="2266"/>
                  <a:pt x="26313" y="3360"/>
                </a:cubicBezTo>
                <a:lnTo>
                  <a:pt x="23070" y="3714"/>
                </a:lnTo>
                <a:cubicBezTo>
                  <a:pt x="22576" y="2273"/>
                  <a:pt x="21469" y="1611"/>
                  <a:pt x="20300" y="1611"/>
                </a:cubicBezTo>
                <a:cubicBezTo>
                  <a:pt x="19693" y="1611"/>
                  <a:pt x="19069" y="1790"/>
                  <a:pt x="18505" y="2131"/>
                </a:cubicBezTo>
                <a:cubicBezTo>
                  <a:pt x="18216" y="1952"/>
                  <a:pt x="17889" y="1845"/>
                  <a:pt x="17573" y="1845"/>
                </a:cubicBezTo>
                <a:cubicBezTo>
                  <a:pt x="17085" y="1845"/>
                  <a:pt x="16622" y="2101"/>
                  <a:pt x="16359" y="2745"/>
                </a:cubicBezTo>
                <a:cubicBezTo>
                  <a:pt x="15960" y="1516"/>
                  <a:pt x="15153" y="962"/>
                  <a:pt x="14283" y="962"/>
                </a:cubicBezTo>
                <a:cubicBezTo>
                  <a:pt x="13661" y="962"/>
                  <a:pt x="13006" y="1246"/>
                  <a:pt x="12445" y="1770"/>
                </a:cubicBezTo>
                <a:cubicBezTo>
                  <a:pt x="12043" y="1223"/>
                  <a:pt x="11524" y="987"/>
                  <a:pt x="11026" y="987"/>
                </a:cubicBezTo>
                <a:cubicBezTo>
                  <a:pt x="10155" y="987"/>
                  <a:pt x="9346" y="1707"/>
                  <a:pt x="9332" y="2745"/>
                </a:cubicBezTo>
                <a:cubicBezTo>
                  <a:pt x="8882" y="2695"/>
                  <a:pt x="8455" y="2671"/>
                  <a:pt x="8049" y="2671"/>
                </a:cubicBezTo>
                <a:cubicBezTo>
                  <a:pt x="2212" y="2671"/>
                  <a:pt x="695" y="7534"/>
                  <a:pt x="0" y="9492"/>
                </a:cubicBezTo>
                <a:lnTo>
                  <a:pt x="44978" y="9145"/>
                </a:lnTo>
                <a:cubicBezTo>
                  <a:pt x="45996" y="6833"/>
                  <a:pt x="44275" y="5627"/>
                  <a:pt x="42653" y="5627"/>
                </a:cubicBezTo>
                <a:cubicBezTo>
                  <a:pt x="42020" y="5627"/>
                  <a:pt x="41402" y="5811"/>
                  <a:pt x="40968" y="6184"/>
                </a:cubicBezTo>
                <a:cubicBezTo>
                  <a:pt x="41288" y="5080"/>
                  <a:pt x="40781" y="4355"/>
                  <a:pt x="40132" y="4355"/>
                </a:cubicBezTo>
                <a:cubicBezTo>
                  <a:pt x="39867" y="4355"/>
                  <a:pt x="39580" y="4475"/>
                  <a:pt x="39315" y="4738"/>
                </a:cubicBezTo>
                <a:cubicBezTo>
                  <a:pt x="39501" y="3267"/>
                  <a:pt x="38702" y="2373"/>
                  <a:pt x="37592" y="2373"/>
                </a:cubicBezTo>
                <a:cubicBezTo>
                  <a:pt x="37328" y="2373"/>
                  <a:pt x="37047" y="2423"/>
                  <a:pt x="36758" y="2528"/>
                </a:cubicBezTo>
                <a:cubicBezTo>
                  <a:pt x="36664" y="911"/>
                  <a:pt x="35612" y="0"/>
                  <a:pt x="34548" y="0"/>
                </a:cubicBezTo>
                <a:close/>
              </a:path>
            </a:pathLst>
          </a:custGeom>
          <a:solidFill>
            <a:srgbClr val="0649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5"/>
          <p:cNvSpPr/>
          <p:nvPr/>
        </p:nvSpPr>
        <p:spPr>
          <a:xfrm>
            <a:off x="-127525" y="3374875"/>
            <a:ext cx="4760874" cy="1870438"/>
          </a:xfrm>
          <a:custGeom>
            <a:avLst/>
            <a:gdLst/>
            <a:ahLst/>
            <a:cxnLst/>
            <a:rect l="l" t="t" r="r" b="b"/>
            <a:pathLst>
              <a:path w="42450" h="16678" extrusionOk="0">
                <a:moveTo>
                  <a:pt x="1188" y="0"/>
                </a:moveTo>
                <a:cubicBezTo>
                  <a:pt x="933" y="0"/>
                  <a:pt x="660" y="61"/>
                  <a:pt x="377" y="195"/>
                </a:cubicBezTo>
                <a:lnTo>
                  <a:pt x="1" y="16303"/>
                </a:lnTo>
                <a:lnTo>
                  <a:pt x="41511" y="16678"/>
                </a:lnTo>
                <a:lnTo>
                  <a:pt x="42449" y="16678"/>
                </a:lnTo>
                <a:cubicBezTo>
                  <a:pt x="41974" y="13607"/>
                  <a:pt x="40167" y="13043"/>
                  <a:pt x="38903" y="13043"/>
                </a:cubicBezTo>
                <a:cubicBezTo>
                  <a:pt x="38169" y="13043"/>
                  <a:pt x="37618" y="13233"/>
                  <a:pt x="37618" y="13233"/>
                </a:cubicBezTo>
                <a:cubicBezTo>
                  <a:pt x="37694" y="11532"/>
                  <a:pt x="36888" y="10540"/>
                  <a:pt x="35758" y="10540"/>
                </a:cubicBezTo>
                <a:cubicBezTo>
                  <a:pt x="35295" y="10540"/>
                  <a:pt x="34778" y="10707"/>
                  <a:pt x="34245" y="11059"/>
                </a:cubicBezTo>
                <a:cubicBezTo>
                  <a:pt x="33756" y="9550"/>
                  <a:pt x="32737" y="8804"/>
                  <a:pt x="31677" y="8804"/>
                </a:cubicBezTo>
                <a:cubicBezTo>
                  <a:pt x="30952" y="8804"/>
                  <a:pt x="30208" y="9153"/>
                  <a:pt x="29600" y="9846"/>
                </a:cubicBezTo>
                <a:cubicBezTo>
                  <a:pt x="29396" y="7940"/>
                  <a:pt x="28227" y="7037"/>
                  <a:pt x="26993" y="7037"/>
                </a:cubicBezTo>
                <a:cubicBezTo>
                  <a:pt x="25958" y="7037"/>
                  <a:pt x="24876" y="7672"/>
                  <a:pt x="24277" y="8884"/>
                </a:cubicBezTo>
                <a:cubicBezTo>
                  <a:pt x="23517" y="8288"/>
                  <a:pt x="22813" y="7997"/>
                  <a:pt x="22163" y="7997"/>
                </a:cubicBezTo>
                <a:cubicBezTo>
                  <a:pt x="21205" y="7997"/>
                  <a:pt x="20364" y="8628"/>
                  <a:pt x="19633" y="9846"/>
                </a:cubicBezTo>
                <a:cubicBezTo>
                  <a:pt x="19296" y="9674"/>
                  <a:pt x="19003" y="9595"/>
                  <a:pt x="18748" y="9595"/>
                </a:cubicBezTo>
                <a:cubicBezTo>
                  <a:pt x="18027" y="9595"/>
                  <a:pt x="17599" y="10221"/>
                  <a:pt x="17306" y="11137"/>
                </a:cubicBezTo>
                <a:cubicBezTo>
                  <a:pt x="17306" y="11137"/>
                  <a:pt x="14024" y="9833"/>
                  <a:pt x="13478" y="9833"/>
                </a:cubicBezTo>
                <a:cubicBezTo>
                  <a:pt x="13447" y="9833"/>
                  <a:pt x="13425" y="9837"/>
                  <a:pt x="13413" y="9846"/>
                </a:cubicBezTo>
                <a:cubicBezTo>
                  <a:pt x="13401" y="9855"/>
                  <a:pt x="13385" y="9859"/>
                  <a:pt x="13365" y="9859"/>
                </a:cubicBezTo>
                <a:cubicBezTo>
                  <a:pt x="13006" y="9859"/>
                  <a:pt x="11392" y="8516"/>
                  <a:pt x="11392" y="8516"/>
                </a:cubicBezTo>
                <a:cubicBezTo>
                  <a:pt x="11854" y="7154"/>
                  <a:pt x="11289" y="5705"/>
                  <a:pt x="10061" y="5705"/>
                </a:cubicBezTo>
                <a:cubicBezTo>
                  <a:pt x="9870" y="5705"/>
                  <a:pt x="9663" y="5740"/>
                  <a:pt x="9441" y="5816"/>
                </a:cubicBezTo>
                <a:cubicBezTo>
                  <a:pt x="9679" y="4060"/>
                  <a:pt x="9002" y="2863"/>
                  <a:pt x="7746" y="2863"/>
                </a:cubicBezTo>
                <a:cubicBezTo>
                  <a:pt x="7209" y="2863"/>
                  <a:pt x="6566" y="3082"/>
                  <a:pt x="5844" y="3569"/>
                </a:cubicBezTo>
                <a:cubicBezTo>
                  <a:pt x="5772" y="2468"/>
                  <a:pt x="5156" y="1655"/>
                  <a:pt x="4315" y="1655"/>
                </a:cubicBezTo>
                <a:cubicBezTo>
                  <a:pt x="3959" y="1655"/>
                  <a:pt x="3563" y="1801"/>
                  <a:pt x="3150" y="2132"/>
                </a:cubicBezTo>
                <a:cubicBezTo>
                  <a:pt x="2977" y="980"/>
                  <a:pt x="2215" y="0"/>
                  <a:pt x="1188" y="0"/>
                </a:cubicBezTo>
                <a:close/>
              </a:path>
            </a:pathLst>
          </a:custGeom>
          <a:solidFill>
            <a:srgbClr val="1866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" name="Google Shape;12;p25"/>
          <p:cNvGrpSpPr/>
          <p:nvPr/>
        </p:nvGrpSpPr>
        <p:grpSpPr>
          <a:xfrm>
            <a:off x="5801165" y="3402412"/>
            <a:ext cx="4690820" cy="2232227"/>
            <a:chOff x="1923675" y="2961000"/>
            <a:chExt cx="922500" cy="439000"/>
          </a:xfrm>
        </p:grpSpPr>
        <p:sp>
          <p:nvSpPr>
            <p:cNvPr id="13" name="Google Shape;13;p25"/>
            <p:cNvSpPr/>
            <p:nvPr/>
          </p:nvSpPr>
          <p:spPr>
            <a:xfrm>
              <a:off x="1923675" y="2961000"/>
              <a:ext cx="699875" cy="439000"/>
            </a:xfrm>
            <a:custGeom>
              <a:avLst/>
              <a:gdLst/>
              <a:ahLst/>
              <a:cxnLst/>
              <a:rect l="l" t="t" r="r" b="b"/>
              <a:pathLst>
                <a:path w="27995" h="17560" extrusionOk="0">
                  <a:moveTo>
                    <a:pt x="27994" y="0"/>
                  </a:moveTo>
                  <a:cubicBezTo>
                    <a:pt x="11266" y="413"/>
                    <a:pt x="3392" y="7324"/>
                    <a:pt x="792" y="14584"/>
                  </a:cubicBezTo>
                  <a:cubicBezTo>
                    <a:pt x="0" y="16791"/>
                    <a:pt x="2212" y="17559"/>
                    <a:pt x="5671" y="17559"/>
                  </a:cubicBezTo>
                  <a:cubicBezTo>
                    <a:pt x="13575" y="17559"/>
                    <a:pt x="27994" y="13551"/>
                    <a:pt x="27994" y="13551"/>
                  </a:cubicBezTo>
                  <a:lnTo>
                    <a:pt x="27994" y="0"/>
                  </a:lnTo>
                  <a:close/>
                </a:path>
              </a:pathLst>
            </a:custGeom>
            <a:solidFill>
              <a:srgbClr val="DEE8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5"/>
            <p:cNvSpPr/>
            <p:nvPr/>
          </p:nvSpPr>
          <p:spPr>
            <a:xfrm>
              <a:off x="1978875" y="2983925"/>
              <a:ext cx="636000" cy="300600"/>
            </a:xfrm>
            <a:custGeom>
              <a:avLst/>
              <a:gdLst/>
              <a:ahLst/>
              <a:cxnLst/>
              <a:rect l="l" t="t" r="r" b="b"/>
              <a:pathLst>
                <a:path w="25440" h="12024" extrusionOk="0">
                  <a:moveTo>
                    <a:pt x="23699" y="0"/>
                  </a:moveTo>
                  <a:cubicBezTo>
                    <a:pt x="19986" y="0"/>
                    <a:pt x="15096" y="1359"/>
                    <a:pt x="10625" y="3540"/>
                  </a:cubicBezTo>
                  <a:cubicBezTo>
                    <a:pt x="6147" y="5714"/>
                    <a:pt x="2081" y="8711"/>
                    <a:pt x="7" y="11991"/>
                  </a:cubicBezTo>
                  <a:cubicBezTo>
                    <a:pt x="0" y="11998"/>
                    <a:pt x="7" y="12012"/>
                    <a:pt x="14" y="12020"/>
                  </a:cubicBezTo>
                  <a:cubicBezTo>
                    <a:pt x="16" y="12022"/>
                    <a:pt x="19" y="12023"/>
                    <a:pt x="22" y="12023"/>
                  </a:cubicBezTo>
                  <a:cubicBezTo>
                    <a:pt x="29" y="12023"/>
                    <a:pt x="39" y="12018"/>
                    <a:pt x="44" y="12012"/>
                  </a:cubicBezTo>
                  <a:cubicBezTo>
                    <a:pt x="2108" y="8740"/>
                    <a:pt x="6168" y="5750"/>
                    <a:pt x="10639" y="3576"/>
                  </a:cubicBezTo>
                  <a:cubicBezTo>
                    <a:pt x="15110" y="1402"/>
                    <a:pt x="19993" y="43"/>
                    <a:pt x="23699" y="43"/>
                  </a:cubicBezTo>
                  <a:cubicBezTo>
                    <a:pt x="24306" y="43"/>
                    <a:pt x="24876" y="80"/>
                    <a:pt x="25410" y="153"/>
                  </a:cubicBezTo>
                  <a:cubicBezTo>
                    <a:pt x="25414" y="154"/>
                    <a:pt x="25417" y="155"/>
                    <a:pt x="25420" y="155"/>
                  </a:cubicBezTo>
                  <a:cubicBezTo>
                    <a:pt x="25428" y="155"/>
                    <a:pt x="25433" y="148"/>
                    <a:pt x="25433" y="137"/>
                  </a:cubicBezTo>
                  <a:cubicBezTo>
                    <a:pt x="25440" y="123"/>
                    <a:pt x="25433" y="116"/>
                    <a:pt x="25417" y="116"/>
                  </a:cubicBezTo>
                  <a:cubicBezTo>
                    <a:pt x="24883" y="36"/>
                    <a:pt x="24306" y="0"/>
                    <a:pt x="23699" y="0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5"/>
            <p:cNvSpPr/>
            <p:nvPr/>
          </p:nvSpPr>
          <p:spPr>
            <a:xfrm>
              <a:off x="2001975" y="3014250"/>
              <a:ext cx="624650" cy="289650"/>
            </a:xfrm>
            <a:custGeom>
              <a:avLst/>
              <a:gdLst/>
              <a:ahLst/>
              <a:cxnLst/>
              <a:rect l="l" t="t" r="r" b="b"/>
              <a:pathLst>
                <a:path w="24986" h="11586" extrusionOk="0">
                  <a:moveTo>
                    <a:pt x="22956" y="0"/>
                  </a:moveTo>
                  <a:cubicBezTo>
                    <a:pt x="19416" y="0"/>
                    <a:pt x="14785" y="1250"/>
                    <a:pt x="10488" y="3324"/>
                  </a:cubicBezTo>
                  <a:cubicBezTo>
                    <a:pt x="6198" y="5397"/>
                    <a:pt x="2224" y="8285"/>
                    <a:pt x="7" y="11551"/>
                  </a:cubicBezTo>
                  <a:cubicBezTo>
                    <a:pt x="0" y="11565"/>
                    <a:pt x="0" y="11572"/>
                    <a:pt x="7" y="11579"/>
                  </a:cubicBezTo>
                  <a:cubicBezTo>
                    <a:pt x="15" y="11583"/>
                    <a:pt x="21" y="11585"/>
                    <a:pt x="25" y="11585"/>
                  </a:cubicBezTo>
                  <a:cubicBezTo>
                    <a:pt x="30" y="11585"/>
                    <a:pt x="33" y="11583"/>
                    <a:pt x="37" y="11579"/>
                  </a:cubicBezTo>
                  <a:cubicBezTo>
                    <a:pt x="2254" y="8314"/>
                    <a:pt x="6220" y="5433"/>
                    <a:pt x="10511" y="3360"/>
                  </a:cubicBezTo>
                  <a:cubicBezTo>
                    <a:pt x="14801" y="1294"/>
                    <a:pt x="19423" y="37"/>
                    <a:pt x="22956" y="37"/>
                  </a:cubicBezTo>
                  <a:cubicBezTo>
                    <a:pt x="23670" y="37"/>
                    <a:pt x="24342" y="94"/>
                    <a:pt x="24956" y="196"/>
                  </a:cubicBezTo>
                  <a:cubicBezTo>
                    <a:pt x="24960" y="198"/>
                    <a:pt x="24963" y="199"/>
                    <a:pt x="24966" y="199"/>
                  </a:cubicBezTo>
                  <a:cubicBezTo>
                    <a:pt x="24974" y="199"/>
                    <a:pt x="24979" y="192"/>
                    <a:pt x="24986" y="181"/>
                  </a:cubicBezTo>
                  <a:cubicBezTo>
                    <a:pt x="24986" y="174"/>
                    <a:pt x="24977" y="160"/>
                    <a:pt x="24963" y="160"/>
                  </a:cubicBezTo>
                  <a:cubicBezTo>
                    <a:pt x="24349" y="51"/>
                    <a:pt x="23670" y="0"/>
                    <a:pt x="22956" y="0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5"/>
            <p:cNvSpPr/>
            <p:nvPr/>
          </p:nvSpPr>
          <p:spPr>
            <a:xfrm>
              <a:off x="2041875" y="3054325"/>
              <a:ext cx="598100" cy="273125"/>
            </a:xfrm>
            <a:custGeom>
              <a:avLst/>
              <a:gdLst/>
              <a:ahLst/>
              <a:cxnLst/>
              <a:rect l="l" t="t" r="r" b="b"/>
              <a:pathLst>
                <a:path w="23924" h="10925" extrusionOk="0">
                  <a:moveTo>
                    <a:pt x="23476" y="1"/>
                  </a:moveTo>
                  <a:cubicBezTo>
                    <a:pt x="11695" y="1"/>
                    <a:pt x="3931" y="5072"/>
                    <a:pt x="8" y="10894"/>
                  </a:cubicBezTo>
                  <a:cubicBezTo>
                    <a:pt x="1" y="10901"/>
                    <a:pt x="8" y="10915"/>
                    <a:pt x="15" y="10922"/>
                  </a:cubicBezTo>
                  <a:cubicBezTo>
                    <a:pt x="17" y="10924"/>
                    <a:pt x="20" y="10925"/>
                    <a:pt x="23" y="10925"/>
                  </a:cubicBezTo>
                  <a:cubicBezTo>
                    <a:pt x="30" y="10925"/>
                    <a:pt x="39" y="10920"/>
                    <a:pt x="44" y="10915"/>
                  </a:cubicBezTo>
                  <a:cubicBezTo>
                    <a:pt x="3958" y="5108"/>
                    <a:pt x="11709" y="44"/>
                    <a:pt x="23476" y="44"/>
                  </a:cubicBezTo>
                  <a:lnTo>
                    <a:pt x="23901" y="44"/>
                  </a:lnTo>
                  <a:cubicBezTo>
                    <a:pt x="23916" y="44"/>
                    <a:pt x="23923" y="37"/>
                    <a:pt x="23923" y="24"/>
                  </a:cubicBezTo>
                  <a:cubicBezTo>
                    <a:pt x="23923" y="17"/>
                    <a:pt x="23916" y="1"/>
                    <a:pt x="23901" y="1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5"/>
            <p:cNvSpPr/>
            <p:nvPr/>
          </p:nvSpPr>
          <p:spPr>
            <a:xfrm>
              <a:off x="2191050" y="3151500"/>
              <a:ext cx="628200" cy="203325"/>
            </a:xfrm>
            <a:custGeom>
              <a:avLst/>
              <a:gdLst/>
              <a:ahLst/>
              <a:cxnLst/>
              <a:rect l="l" t="t" r="r" b="b"/>
              <a:pathLst>
                <a:path w="25128" h="8133" extrusionOk="0">
                  <a:moveTo>
                    <a:pt x="19806" y="1"/>
                  </a:moveTo>
                  <a:cubicBezTo>
                    <a:pt x="10653" y="1"/>
                    <a:pt x="3972" y="3598"/>
                    <a:pt x="8" y="8098"/>
                  </a:cubicBezTo>
                  <a:cubicBezTo>
                    <a:pt x="1" y="8105"/>
                    <a:pt x="8" y="8119"/>
                    <a:pt x="14" y="8126"/>
                  </a:cubicBezTo>
                  <a:cubicBezTo>
                    <a:pt x="18" y="8130"/>
                    <a:pt x="23" y="8132"/>
                    <a:pt x="29" y="8132"/>
                  </a:cubicBezTo>
                  <a:cubicBezTo>
                    <a:pt x="34" y="8132"/>
                    <a:pt x="40" y="8130"/>
                    <a:pt x="44" y="8126"/>
                  </a:cubicBezTo>
                  <a:cubicBezTo>
                    <a:pt x="4002" y="3634"/>
                    <a:pt x="10669" y="37"/>
                    <a:pt x="19806" y="37"/>
                  </a:cubicBezTo>
                  <a:cubicBezTo>
                    <a:pt x="21488" y="37"/>
                    <a:pt x="23258" y="160"/>
                    <a:pt x="25107" y="420"/>
                  </a:cubicBezTo>
                  <a:cubicBezTo>
                    <a:pt x="25108" y="421"/>
                    <a:pt x="25110" y="422"/>
                    <a:pt x="25111" y="422"/>
                  </a:cubicBezTo>
                  <a:cubicBezTo>
                    <a:pt x="25119" y="422"/>
                    <a:pt x="25128" y="410"/>
                    <a:pt x="25128" y="404"/>
                  </a:cubicBezTo>
                  <a:cubicBezTo>
                    <a:pt x="25128" y="391"/>
                    <a:pt x="25121" y="384"/>
                    <a:pt x="25107" y="384"/>
                  </a:cubicBezTo>
                  <a:cubicBezTo>
                    <a:pt x="23258" y="124"/>
                    <a:pt x="21488" y="1"/>
                    <a:pt x="19806" y="1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5"/>
            <p:cNvSpPr/>
            <p:nvPr/>
          </p:nvSpPr>
          <p:spPr>
            <a:xfrm>
              <a:off x="2217925" y="3189775"/>
              <a:ext cx="628250" cy="203325"/>
            </a:xfrm>
            <a:custGeom>
              <a:avLst/>
              <a:gdLst/>
              <a:ahLst/>
              <a:cxnLst/>
              <a:rect l="l" t="t" r="r" b="b"/>
              <a:pathLst>
                <a:path w="25130" h="8133" extrusionOk="0">
                  <a:moveTo>
                    <a:pt x="19806" y="0"/>
                  </a:moveTo>
                  <a:cubicBezTo>
                    <a:pt x="10655" y="0"/>
                    <a:pt x="3974" y="3597"/>
                    <a:pt x="9" y="8097"/>
                  </a:cubicBezTo>
                  <a:cubicBezTo>
                    <a:pt x="0" y="8104"/>
                    <a:pt x="0" y="8120"/>
                    <a:pt x="9" y="8127"/>
                  </a:cubicBezTo>
                  <a:cubicBezTo>
                    <a:pt x="13" y="8130"/>
                    <a:pt x="18" y="8132"/>
                    <a:pt x="23" y="8132"/>
                  </a:cubicBezTo>
                  <a:cubicBezTo>
                    <a:pt x="28" y="8132"/>
                    <a:pt x="33" y="8130"/>
                    <a:pt x="37" y="8127"/>
                  </a:cubicBezTo>
                  <a:cubicBezTo>
                    <a:pt x="3996" y="3627"/>
                    <a:pt x="10662" y="37"/>
                    <a:pt x="19806" y="37"/>
                  </a:cubicBezTo>
                  <a:cubicBezTo>
                    <a:pt x="21489" y="37"/>
                    <a:pt x="23252" y="160"/>
                    <a:pt x="25102" y="420"/>
                  </a:cubicBezTo>
                  <a:cubicBezTo>
                    <a:pt x="25116" y="420"/>
                    <a:pt x="25123" y="413"/>
                    <a:pt x="25123" y="406"/>
                  </a:cubicBezTo>
                  <a:cubicBezTo>
                    <a:pt x="25130" y="390"/>
                    <a:pt x="25123" y="383"/>
                    <a:pt x="25109" y="383"/>
                  </a:cubicBezTo>
                  <a:cubicBezTo>
                    <a:pt x="23259" y="123"/>
                    <a:pt x="21489" y="0"/>
                    <a:pt x="19806" y="0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5"/>
            <p:cNvSpPr/>
            <p:nvPr/>
          </p:nvSpPr>
          <p:spPr>
            <a:xfrm>
              <a:off x="2072400" y="3084675"/>
              <a:ext cx="591400" cy="246650"/>
            </a:xfrm>
            <a:custGeom>
              <a:avLst/>
              <a:gdLst/>
              <a:ahLst/>
              <a:cxnLst/>
              <a:rect l="l" t="t" r="r" b="b"/>
              <a:pathLst>
                <a:path w="23656" h="9866" extrusionOk="0">
                  <a:moveTo>
                    <a:pt x="23633" y="0"/>
                  </a:moveTo>
                  <a:cubicBezTo>
                    <a:pt x="19655" y="110"/>
                    <a:pt x="15942" y="406"/>
                    <a:pt x="12128" y="1750"/>
                  </a:cubicBezTo>
                  <a:cubicBezTo>
                    <a:pt x="8314" y="3093"/>
                    <a:pt x="4400" y="5490"/>
                    <a:pt x="14" y="9831"/>
                  </a:cubicBezTo>
                  <a:cubicBezTo>
                    <a:pt x="0" y="9838"/>
                    <a:pt x="0" y="9845"/>
                    <a:pt x="14" y="9861"/>
                  </a:cubicBezTo>
                  <a:cubicBezTo>
                    <a:pt x="18" y="9864"/>
                    <a:pt x="22" y="9866"/>
                    <a:pt x="26" y="9866"/>
                  </a:cubicBezTo>
                  <a:cubicBezTo>
                    <a:pt x="30" y="9866"/>
                    <a:pt x="33" y="9864"/>
                    <a:pt x="37" y="9861"/>
                  </a:cubicBezTo>
                  <a:cubicBezTo>
                    <a:pt x="4421" y="5527"/>
                    <a:pt x="8328" y="3128"/>
                    <a:pt x="12142" y="1784"/>
                  </a:cubicBezTo>
                  <a:cubicBezTo>
                    <a:pt x="15949" y="441"/>
                    <a:pt x="19655" y="153"/>
                    <a:pt x="23633" y="37"/>
                  </a:cubicBezTo>
                  <a:cubicBezTo>
                    <a:pt x="23649" y="37"/>
                    <a:pt x="23656" y="30"/>
                    <a:pt x="23656" y="16"/>
                  </a:cubicBezTo>
                  <a:cubicBezTo>
                    <a:pt x="23656" y="7"/>
                    <a:pt x="23649" y="0"/>
                    <a:pt x="23633" y="0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5"/>
            <p:cNvSpPr/>
            <p:nvPr/>
          </p:nvSpPr>
          <p:spPr>
            <a:xfrm>
              <a:off x="2106150" y="3113225"/>
              <a:ext cx="541225" cy="268400"/>
            </a:xfrm>
            <a:custGeom>
              <a:avLst/>
              <a:gdLst/>
              <a:ahLst/>
              <a:cxnLst/>
              <a:rect l="l" t="t" r="r" b="b"/>
              <a:pathLst>
                <a:path w="21649" h="10736" extrusionOk="0">
                  <a:moveTo>
                    <a:pt x="21626" y="1"/>
                  </a:moveTo>
                  <a:cubicBezTo>
                    <a:pt x="13191" y="282"/>
                    <a:pt x="4291" y="4232"/>
                    <a:pt x="8" y="10705"/>
                  </a:cubicBezTo>
                  <a:cubicBezTo>
                    <a:pt x="1" y="10712"/>
                    <a:pt x="8" y="10726"/>
                    <a:pt x="16" y="10733"/>
                  </a:cubicBezTo>
                  <a:cubicBezTo>
                    <a:pt x="18" y="10735"/>
                    <a:pt x="21" y="10736"/>
                    <a:pt x="24" y="10736"/>
                  </a:cubicBezTo>
                  <a:cubicBezTo>
                    <a:pt x="31" y="10736"/>
                    <a:pt x="39" y="10731"/>
                    <a:pt x="44" y="10726"/>
                  </a:cubicBezTo>
                  <a:cubicBezTo>
                    <a:pt x="4314" y="4276"/>
                    <a:pt x="13198" y="318"/>
                    <a:pt x="21626" y="44"/>
                  </a:cubicBezTo>
                  <a:cubicBezTo>
                    <a:pt x="21642" y="44"/>
                    <a:pt x="21649" y="36"/>
                    <a:pt x="21649" y="22"/>
                  </a:cubicBezTo>
                  <a:cubicBezTo>
                    <a:pt x="21649" y="15"/>
                    <a:pt x="21642" y="1"/>
                    <a:pt x="21626" y="1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21;p25"/>
          <p:cNvGrpSpPr/>
          <p:nvPr/>
        </p:nvGrpSpPr>
        <p:grpSpPr>
          <a:xfrm>
            <a:off x="-1570825" y="4175123"/>
            <a:ext cx="4315627" cy="1338775"/>
            <a:chOff x="123450" y="3064325"/>
            <a:chExt cx="1134050" cy="351800"/>
          </a:xfrm>
        </p:grpSpPr>
        <p:sp>
          <p:nvSpPr>
            <p:cNvPr id="22" name="Google Shape;22;p25"/>
            <p:cNvSpPr/>
            <p:nvPr/>
          </p:nvSpPr>
          <p:spPr>
            <a:xfrm>
              <a:off x="123450" y="3064325"/>
              <a:ext cx="1134050" cy="333675"/>
            </a:xfrm>
            <a:custGeom>
              <a:avLst/>
              <a:gdLst/>
              <a:ahLst/>
              <a:cxnLst/>
              <a:rect l="l" t="t" r="r" b="b"/>
              <a:pathLst>
                <a:path w="45362" h="13347" extrusionOk="0">
                  <a:moveTo>
                    <a:pt x="19780" y="0"/>
                  </a:moveTo>
                  <a:cubicBezTo>
                    <a:pt x="17815" y="0"/>
                    <a:pt x="15777" y="124"/>
                    <a:pt x="13667" y="367"/>
                  </a:cubicBezTo>
                  <a:cubicBezTo>
                    <a:pt x="0" y="1948"/>
                    <a:pt x="16952" y="13346"/>
                    <a:pt x="16952" y="13346"/>
                  </a:cubicBezTo>
                  <a:lnTo>
                    <a:pt x="45361" y="12003"/>
                  </a:lnTo>
                  <a:cubicBezTo>
                    <a:pt x="39106" y="3721"/>
                    <a:pt x="30539" y="0"/>
                    <a:pt x="19780" y="0"/>
                  </a:cubicBezTo>
                  <a:close/>
                </a:path>
              </a:pathLst>
            </a:custGeom>
            <a:solidFill>
              <a:srgbClr val="7392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5"/>
            <p:cNvSpPr/>
            <p:nvPr/>
          </p:nvSpPr>
          <p:spPr>
            <a:xfrm>
              <a:off x="454800" y="3096075"/>
              <a:ext cx="788950" cy="289950"/>
            </a:xfrm>
            <a:custGeom>
              <a:avLst/>
              <a:gdLst/>
              <a:ahLst/>
              <a:cxnLst/>
              <a:rect l="l" t="t" r="r" b="b"/>
              <a:pathLst>
                <a:path w="31558" h="11598" extrusionOk="0">
                  <a:moveTo>
                    <a:pt x="6819" y="0"/>
                  </a:moveTo>
                  <a:cubicBezTo>
                    <a:pt x="4017" y="0"/>
                    <a:pt x="1647" y="404"/>
                    <a:pt x="14" y="968"/>
                  </a:cubicBezTo>
                  <a:cubicBezTo>
                    <a:pt x="8" y="975"/>
                    <a:pt x="1" y="982"/>
                    <a:pt x="1" y="997"/>
                  </a:cubicBezTo>
                  <a:cubicBezTo>
                    <a:pt x="6" y="1002"/>
                    <a:pt x="10" y="1007"/>
                    <a:pt x="18" y="1007"/>
                  </a:cubicBezTo>
                  <a:cubicBezTo>
                    <a:pt x="22" y="1007"/>
                    <a:pt x="26" y="1006"/>
                    <a:pt x="30" y="1004"/>
                  </a:cubicBezTo>
                  <a:cubicBezTo>
                    <a:pt x="1661" y="441"/>
                    <a:pt x="4024" y="44"/>
                    <a:pt x="6819" y="44"/>
                  </a:cubicBezTo>
                  <a:cubicBezTo>
                    <a:pt x="13876" y="44"/>
                    <a:pt x="23693" y="2601"/>
                    <a:pt x="31521" y="11592"/>
                  </a:cubicBezTo>
                  <a:cubicBezTo>
                    <a:pt x="31526" y="11596"/>
                    <a:pt x="31531" y="11598"/>
                    <a:pt x="31537" y="11598"/>
                  </a:cubicBezTo>
                  <a:cubicBezTo>
                    <a:pt x="31542" y="11598"/>
                    <a:pt x="31547" y="11596"/>
                    <a:pt x="31551" y="11592"/>
                  </a:cubicBezTo>
                  <a:cubicBezTo>
                    <a:pt x="31558" y="11585"/>
                    <a:pt x="31558" y="11572"/>
                    <a:pt x="31551" y="11565"/>
                  </a:cubicBezTo>
                  <a:cubicBezTo>
                    <a:pt x="23713" y="2564"/>
                    <a:pt x="13883" y="0"/>
                    <a:pt x="6819" y="0"/>
                  </a:cubicBezTo>
                  <a:close/>
                </a:path>
              </a:pathLst>
            </a:custGeom>
            <a:solidFill>
              <a:srgbClr val="DEE8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5"/>
            <p:cNvSpPr/>
            <p:nvPr/>
          </p:nvSpPr>
          <p:spPr>
            <a:xfrm>
              <a:off x="445225" y="3126025"/>
              <a:ext cx="757750" cy="274800"/>
            </a:xfrm>
            <a:custGeom>
              <a:avLst/>
              <a:gdLst/>
              <a:ahLst/>
              <a:cxnLst/>
              <a:rect l="l" t="t" r="r" b="b"/>
              <a:pathLst>
                <a:path w="30310" h="10992" extrusionOk="0">
                  <a:moveTo>
                    <a:pt x="6184" y="0"/>
                  </a:moveTo>
                  <a:cubicBezTo>
                    <a:pt x="4747" y="0"/>
                    <a:pt x="3468" y="116"/>
                    <a:pt x="2414" y="347"/>
                  </a:cubicBezTo>
                  <a:cubicBezTo>
                    <a:pt x="1351" y="586"/>
                    <a:pt x="527" y="926"/>
                    <a:pt x="7" y="1380"/>
                  </a:cubicBezTo>
                  <a:cubicBezTo>
                    <a:pt x="0" y="1396"/>
                    <a:pt x="0" y="1403"/>
                    <a:pt x="7" y="1410"/>
                  </a:cubicBezTo>
                  <a:cubicBezTo>
                    <a:pt x="13" y="1418"/>
                    <a:pt x="19" y="1421"/>
                    <a:pt x="26" y="1421"/>
                  </a:cubicBezTo>
                  <a:cubicBezTo>
                    <a:pt x="30" y="1421"/>
                    <a:pt x="34" y="1419"/>
                    <a:pt x="37" y="1417"/>
                  </a:cubicBezTo>
                  <a:cubicBezTo>
                    <a:pt x="550" y="969"/>
                    <a:pt x="1367" y="623"/>
                    <a:pt x="2420" y="390"/>
                  </a:cubicBezTo>
                  <a:cubicBezTo>
                    <a:pt x="3468" y="160"/>
                    <a:pt x="4754" y="37"/>
                    <a:pt x="6184" y="37"/>
                  </a:cubicBezTo>
                  <a:cubicBezTo>
                    <a:pt x="10012" y="37"/>
                    <a:pt x="14916" y="883"/>
                    <a:pt x="19423" y="2673"/>
                  </a:cubicBezTo>
                  <a:cubicBezTo>
                    <a:pt x="23930" y="4464"/>
                    <a:pt x="28040" y="7203"/>
                    <a:pt x="30273" y="10980"/>
                  </a:cubicBezTo>
                  <a:cubicBezTo>
                    <a:pt x="30277" y="10988"/>
                    <a:pt x="30281" y="10992"/>
                    <a:pt x="30287" y="10992"/>
                  </a:cubicBezTo>
                  <a:cubicBezTo>
                    <a:pt x="30290" y="10992"/>
                    <a:pt x="30295" y="10990"/>
                    <a:pt x="30301" y="10987"/>
                  </a:cubicBezTo>
                  <a:cubicBezTo>
                    <a:pt x="30309" y="10980"/>
                    <a:pt x="30309" y="10973"/>
                    <a:pt x="30309" y="10958"/>
                  </a:cubicBezTo>
                  <a:cubicBezTo>
                    <a:pt x="28070" y="7167"/>
                    <a:pt x="23953" y="4429"/>
                    <a:pt x="19438" y="2637"/>
                  </a:cubicBezTo>
                  <a:cubicBezTo>
                    <a:pt x="14924" y="846"/>
                    <a:pt x="10012" y="0"/>
                    <a:pt x="6184" y="0"/>
                  </a:cubicBezTo>
                  <a:close/>
                </a:path>
              </a:pathLst>
            </a:custGeom>
            <a:solidFill>
              <a:srgbClr val="DEE8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5"/>
            <p:cNvSpPr/>
            <p:nvPr/>
          </p:nvSpPr>
          <p:spPr>
            <a:xfrm>
              <a:off x="458625" y="3162850"/>
              <a:ext cx="691425" cy="226250"/>
            </a:xfrm>
            <a:custGeom>
              <a:avLst/>
              <a:gdLst/>
              <a:ahLst/>
              <a:cxnLst/>
              <a:rect l="l" t="t" r="r" b="b"/>
              <a:pathLst>
                <a:path w="27657" h="9050" extrusionOk="0">
                  <a:moveTo>
                    <a:pt x="5691" y="1"/>
                  </a:moveTo>
                  <a:cubicBezTo>
                    <a:pt x="3771" y="1"/>
                    <a:pt x="1855" y="174"/>
                    <a:pt x="21" y="536"/>
                  </a:cubicBezTo>
                  <a:cubicBezTo>
                    <a:pt x="7" y="543"/>
                    <a:pt x="0" y="550"/>
                    <a:pt x="0" y="564"/>
                  </a:cubicBezTo>
                  <a:cubicBezTo>
                    <a:pt x="7" y="573"/>
                    <a:pt x="14" y="580"/>
                    <a:pt x="28" y="580"/>
                  </a:cubicBezTo>
                  <a:cubicBezTo>
                    <a:pt x="1864" y="217"/>
                    <a:pt x="3771" y="44"/>
                    <a:pt x="5691" y="44"/>
                  </a:cubicBezTo>
                  <a:cubicBezTo>
                    <a:pt x="10155" y="44"/>
                    <a:pt x="14692" y="970"/>
                    <a:pt x="18583" y="2551"/>
                  </a:cubicBezTo>
                  <a:cubicBezTo>
                    <a:pt x="22484" y="4140"/>
                    <a:pt x="25734" y="6387"/>
                    <a:pt x="27620" y="9038"/>
                  </a:cubicBezTo>
                  <a:cubicBezTo>
                    <a:pt x="27624" y="9046"/>
                    <a:pt x="27631" y="9049"/>
                    <a:pt x="27637" y="9049"/>
                  </a:cubicBezTo>
                  <a:cubicBezTo>
                    <a:pt x="27642" y="9049"/>
                    <a:pt x="27646" y="9047"/>
                    <a:pt x="27650" y="9044"/>
                  </a:cubicBezTo>
                  <a:cubicBezTo>
                    <a:pt x="27657" y="9038"/>
                    <a:pt x="27657" y="9031"/>
                    <a:pt x="27650" y="9015"/>
                  </a:cubicBezTo>
                  <a:cubicBezTo>
                    <a:pt x="25757" y="6358"/>
                    <a:pt x="22500" y="4104"/>
                    <a:pt x="18606" y="2514"/>
                  </a:cubicBezTo>
                  <a:cubicBezTo>
                    <a:pt x="14706" y="926"/>
                    <a:pt x="10162" y="1"/>
                    <a:pt x="5691" y="1"/>
                  </a:cubicBezTo>
                  <a:close/>
                </a:path>
              </a:pathLst>
            </a:custGeom>
            <a:solidFill>
              <a:srgbClr val="DEE8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5"/>
            <p:cNvSpPr/>
            <p:nvPr/>
          </p:nvSpPr>
          <p:spPr>
            <a:xfrm>
              <a:off x="454800" y="3203500"/>
              <a:ext cx="647575" cy="182525"/>
            </a:xfrm>
            <a:custGeom>
              <a:avLst/>
              <a:gdLst/>
              <a:ahLst/>
              <a:cxnLst/>
              <a:rect l="l" t="t" r="r" b="b"/>
              <a:pathLst>
                <a:path w="25903" h="7301" extrusionOk="0">
                  <a:moveTo>
                    <a:pt x="5021" y="1"/>
                  </a:moveTo>
                  <a:cubicBezTo>
                    <a:pt x="3107" y="1"/>
                    <a:pt x="1380" y="188"/>
                    <a:pt x="14" y="578"/>
                  </a:cubicBezTo>
                  <a:cubicBezTo>
                    <a:pt x="8" y="578"/>
                    <a:pt x="1" y="594"/>
                    <a:pt x="1" y="601"/>
                  </a:cubicBezTo>
                  <a:cubicBezTo>
                    <a:pt x="6" y="611"/>
                    <a:pt x="11" y="617"/>
                    <a:pt x="19" y="617"/>
                  </a:cubicBezTo>
                  <a:cubicBezTo>
                    <a:pt x="22" y="617"/>
                    <a:pt x="26" y="616"/>
                    <a:pt x="30" y="614"/>
                  </a:cubicBezTo>
                  <a:cubicBezTo>
                    <a:pt x="1387" y="231"/>
                    <a:pt x="3107" y="44"/>
                    <a:pt x="5021" y="44"/>
                  </a:cubicBezTo>
                  <a:cubicBezTo>
                    <a:pt x="8474" y="44"/>
                    <a:pt x="12555" y="658"/>
                    <a:pt x="16339" y="1871"/>
                  </a:cubicBezTo>
                  <a:cubicBezTo>
                    <a:pt x="20132" y="3085"/>
                    <a:pt x="23613" y="4905"/>
                    <a:pt x="25866" y="7295"/>
                  </a:cubicBezTo>
                  <a:cubicBezTo>
                    <a:pt x="25870" y="7299"/>
                    <a:pt x="25875" y="7301"/>
                    <a:pt x="25881" y="7301"/>
                  </a:cubicBezTo>
                  <a:cubicBezTo>
                    <a:pt x="25886" y="7301"/>
                    <a:pt x="25892" y="7299"/>
                    <a:pt x="25896" y="7295"/>
                  </a:cubicBezTo>
                  <a:cubicBezTo>
                    <a:pt x="25903" y="7288"/>
                    <a:pt x="25903" y="7275"/>
                    <a:pt x="25896" y="7268"/>
                  </a:cubicBezTo>
                  <a:cubicBezTo>
                    <a:pt x="23634" y="4868"/>
                    <a:pt x="20146" y="3048"/>
                    <a:pt x="16353" y="1835"/>
                  </a:cubicBezTo>
                  <a:cubicBezTo>
                    <a:pt x="12562" y="614"/>
                    <a:pt x="8474" y="1"/>
                    <a:pt x="5021" y="1"/>
                  </a:cubicBezTo>
                  <a:close/>
                </a:path>
              </a:pathLst>
            </a:custGeom>
            <a:solidFill>
              <a:srgbClr val="DEE8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5"/>
            <p:cNvSpPr/>
            <p:nvPr/>
          </p:nvSpPr>
          <p:spPr>
            <a:xfrm>
              <a:off x="535150" y="3243025"/>
              <a:ext cx="508000" cy="157300"/>
            </a:xfrm>
            <a:custGeom>
              <a:avLst/>
              <a:gdLst/>
              <a:ahLst/>
              <a:cxnLst/>
              <a:rect l="l" t="t" r="r" b="b"/>
              <a:pathLst>
                <a:path w="20320" h="6292" extrusionOk="0">
                  <a:moveTo>
                    <a:pt x="2211" y="1"/>
                  </a:moveTo>
                  <a:cubicBezTo>
                    <a:pt x="1460" y="1"/>
                    <a:pt x="730" y="30"/>
                    <a:pt x="23" y="103"/>
                  </a:cubicBezTo>
                  <a:cubicBezTo>
                    <a:pt x="7" y="103"/>
                    <a:pt x="1" y="117"/>
                    <a:pt x="1" y="124"/>
                  </a:cubicBezTo>
                  <a:cubicBezTo>
                    <a:pt x="1" y="139"/>
                    <a:pt x="16" y="146"/>
                    <a:pt x="23" y="146"/>
                  </a:cubicBezTo>
                  <a:cubicBezTo>
                    <a:pt x="730" y="74"/>
                    <a:pt x="1460" y="37"/>
                    <a:pt x="2211" y="37"/>
                  </a:cubicBezTo>
                  <a:cubicBezTo>
                    <a:pt x="5541" y="37"/>
                    <a:pt x="9218" y="703"/>
                    <a:pt x="12489" y="1814"/>
                  </a:cubicBezTo>
                  <a:cubicBezTo>
                    <a:pt x="15755" y="2927"/>
                    <a:pt x="18608" y="4494"/>
                    <a:pt x="20283" y="6285"/>
                  </a:cubicBezTo>
                  <a:cubicBezTo>
                    <a:pt x="20286" y="6289"/>
                    <a:pt x="20292" y="6291"/>
                    <a:pt x="20297" y="6291"/>
                  </a:cubicBezTo>
                  <a:cubicBezTo>
                    <a:pt x="20303" y="6291"/>
                    <a:pt x="20309" y="6289"/>
                    <a:pt x="20312" y="6285"/>
                  </a:cubicBezTo>
                  <a:cubicBezTo>
                    <a:pt x="20319" y="6278"/>
                    <a:pt x="20319" y="6264"/>
                    <a:pt x="20312" y="6257"/>
                  </a:cubicBezTo>
                  <a:cubicBezTo>
                    <a:pt x="18629" y="4458"/>
                    <a:pt x="15769" y="2890"/>
                    <a:pt x="12504" y="1778"/>
                  </a:cubicBezTo>
                  <a:cubicBezTo>
                    <a:pt x="9232" y="666"/>
                    <a:pt x="5548" y="1"/>
                    <a:pt x="2211" y="1"/>
                  </a:cubicBezTo>
                  <a:close/>
                </a:path>
              </a:pathLst>
            </a:custGeom>
            <a:solidFill>
              <a:srgbClr val="DEE8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5"/>
            <p:cNvSpPr/>
            <p:nvPr/>
          </p:nvSpPr>
          <p:spPr>
            <a:xfrm>
              <a:off x="642800" y="3294350"/>
              <a:ext cx="365325" cy="121775"/>
            </a:xfrm>
            <a:custGeom>
              <a:avLst/>
              <a:gdLst/>
              <a:ahLst/>
              <a:cxnLst/>
              <a:rect l="l" t="t" r="r" b="b"/>
              <a:pathLst>
                <a:path w="14613" h="4871" extrusionOk="0">
                  <a:moveTo>
                    <a:pt x="21" y="0"/>
                  </a:moveTo>
                  <a:cubicBezTo>
                    <a:pt x="8" y="0"/>
                    <a:pt x="1" y="7"/>
                    <a:pt x="1" y="14"/>
                  </a:cubicBezTo>
                  <a:cubicBezTo>
                    <a:pt x="1" y="28"/>
                    <a:pt x="8" y="37"/>
                    <a:pt x="21" y="37"/>
                  </a:cubicBezTo>
                  <a:cubicBezTo>
                    <a:pt x="9202" y="130"/>
                    <a:pt x="13283" y="3018"/>
                    <a:pt x="14576" y="4861"/>
                  </a:cubicBezTo>
                  <a:cubicBezTo>
                    <a:pt x="14581" y="4866"/>
                    <a:pt x="14586" y="4871"/>
                    <a:pt x="14594" y="4871"/>
                  </a:cubicBezTo>
                  <a:cubicBezTo>
                    <a:pt x="14597" y="4871"/>
                    <a:pt x="14601" y="4870"/>
                    <a:pt x="14606" y="4868"/>
                  </a:cubicBezTo>
                  <a:cubicBezTo>
                    <a:pt x="14612" y="4861"/>
                    <a:pt x="14612" y="4847"/>
                    <a:pt x="14606" y="4838"/>
                  </a:cubicBezTo>
                  <a:cubicBezTo>
                    <a:pt x="13305" y="2984"/>
                    <a:pt x="9209" y="94"/>
                    <a:pt x="21" y="0"/>
                  </a:cubicBezTo>
                  <a:close/>
                </a:path>
              </a:pathLst>
            </a:custGeom>
            <a:solidFill>
              <a:srgbClr val="DEE8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9;p25"/>
          <p:cNvSpPr/>
          <p:nvPr/>
        </p:nvSpPr>
        <p:spPr>
          <a:xfrm>
            <a:off x="6827430" y="4542150"/>
            <a:ext cx="2564841" cy="724796"/>
          </a:xfrm>
          <a:custGeom>
            <a:avLst/>
            <a:gdLst/>
            <a:ahLst/>
            <a:cxnLst/>
            <a:rect l="l" t="t" r="r" b="b"/>
            <a:pathLst>
              <a:path w="24134" h="6820" extrusionOk="0">
                <a:moveTo>
                  <a:pt x="21188" y="0"/>
                </a:moveTo>
                <a:cubicBezTo>
                  <a:pt x="17796" y="0"/>
                  <a:pt x="16982" y="2940"/>
                  <a:pt x="16982" y="2940"/>
                </a:cubicBezTo>
                <a:cubicBezTo>
                  <a:pt x="16384" y="2252"/>
                  <a:pt x="15632" y="1828"/>
                  <a:pt x="14862" y="1828"/>
                </a:cubicBezTo>
                <a:cubicBezTo>
                  <a:pt x="14136" y="1828"/>
                  <a:pt x="13394" y="2205"/>
                  <a:pt x="12749" y="3092"/>
                </a:cubicBezTo>
                <a:cubicBezTo>
                  <a:pt x="12103" y="2449"/>
                  <a:pt x="11299" y="2084"/>
                  <a:pt x="10511" y="2084"/>
                </a:cubicBezTo>
                <a:cubicBezTo>
                  <a:pt x="9653" y="2084"/>
                  <a:pt x="8813" y="2517"/>
                  <a:pt x="8214" y="3496"/>
                </a:cubicBezTo>
                <a:cubicBezTo>
                  <a:pt x="7654" y="2860"/>
                  <a:pt x="6945" y="2544"/>
                  <a:pt x="6280" y="2544"/>
                </a:cubicBezTo>
                <a:cubicBezTo>
                  <a:pt x="5419" y="2544"/>
                  <a:pt x="4634" y="3075"/>
                  <a:pt x="4348" y="4132"/>
                </a:cubicBezTo>
                <a:cubicBezTo>
                  <a:pt x="3984" y="3977"/>
                  <a:pt x="3619" y="3908"/>
                  <a:pt x="3265" y="3908"/>
                </a:cubicBezTo>
                <a:cubicBezTo>
                  <a:pt x="1536" y="3908"/>
                  <a:pt x="43" y="5542"/>
                  <a:pt x="1" y="6819"/>
                </a:cubicBezTo>
                <a:lnTo>
                  <a:pt x="24133" y="6320"/>
                </a:lnTo>
                <a:lnTo>
                  <a:pt x="24090" y="585"/>
                </a:lnTo>
                <a:cubicBezTo>
                  <a:pt x="22959" y="168"/>
                  <a:pt x="22000" y="0"/>
                  <a:pt x="21188" y="0"/>
                </a:cubicBezTo>
                <a:close/>
              </a:path>
            </a:pathLst>
          </a:custGeom>
          <a:solidFill>
            <a:srgbClr val="7392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" name="Google Shape;30;p25"/>
          <p:cNvGrpSpPr/>
          <p:nvPr/>
        </p:nvGrpSpPr>
        <p:grpSpPr>
          <a:xfrm>
            <a:off x="2346015" y="4487656"/>
            <a:ext cx="269187" cy="172422"/>
            <a:chOff x="999775" y="4108325"/>
            <a:chExt cx="105850" cy="67800"/>
          </a:xfrm>
        </p:grpSpPr>
        <p:sp>
          <p:nvSpPr>
            <p:cNvPr id="31" name="Google Shape;31;p25"/>
            <p:cNvSpPr/>
            <p:nvPr/>
          </p:nvSpPr>
          <p:spPr>
            <a:xfrm>
              <a:off x="999775" y="4108325"/>
              <a:ext cx="105850" cy="67800"/>
            </a:xfrm>
            <a:custGeom>
              <a:avLst/>
              <a:gdLst/>
              <a:ahLst/>
              <a:cxnLst/>
              <a:rect l="l" t="t" r="r" b="b"/>
              <a:pathLst>
                <a:path w="4234" h="2712" extrusionOk="0">
                  <a:moveTo>
                    <a:pt x="1608" y="1"/>
                  </a:moveTo>
                  <a:cubicBezTo>
                    <a:pt x="921" y="1"/>
                    <a:pt x="359" y="275"/>
                    <a:pt x="210" y="745"/>
                  </a:cubicBezTo>
                  <a:cubicBezTo>
                    <a:pt x="1" y="1418"/>
                    <a:pt x="680" y="2235"/>
                    <a:pt x="1734" y="2566"/>
                  </a:cubicBezTo>
                  <a:cubicBezTo>
                    <a:pt x="2040" y="2665"/>
                    <a:pt x="2344" y="2712"/>
                    <a:pt x="2627" y="2712"/>
                  </a:cubicBezTo>
                  <a:cubicBezTo>
                    <a:pt x="3312" y="2712"/>
                    <a:pt x="3871" y="2437"/>
                    <a:pt x="4024" y="1966"/>
                  </a:cubicBezTo>
                  <a:cubicBezTo>
                    <a:pt x="4234" y="1295"/>
                    <a:pt x="3554" y="479"/>
                    <a:pt x="2500" y="146"/>
                  </a:cubicBezTo>
                  <a:cubicBezTo>
                    <a:pt x="2195" y="47"/>
                    <a:pt x="1891" y="1"/>
                    <a:pt x="1608" y="1"/>
                  </a:cubicBezTo>
                  <a:close/>
                </a:path>
              </a:pathLst>
            </a:custGeom>
            <a:solidFill>
              <a:srgbClr val="B8DE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5"/>
            <p:cNvSpPr/>
            <p:nvPr/>
          </p:nvSpPr>
          <p:spPr>
            <a:xfrm>
              <a:off x="1031375" y="4118575"/>
              <a:ext cx="47350" cy="25450"/>
            </a:xfrm>
            <a:custGeom>
              <a:avLst/>
              <a:gdLst/>
              <a:ahLst/>
              <a:cxnLst/>
              <a:rect l="l" t="t" r="r" b="b"/>
              <a:pathLst>
                <a:path w="1894" h="1018" extrusionOk="0">
                  <a:moveTo>
                    <a:pt x="584" y="1"/>
                  </a:moveTo>
                  <a:cubicBezTo>
                    <a:pt x="322" y="1"/>
                    <a:pt x="124" y="81"/>
                    <a:pt x="73" y="228"/>
                  </a:cubicBezTo>
                  <a:cubicBezTo>
                    <a:pt x="0" y="465"/>
                    <a:pt x="333" y="776"/>
                    <a:pt x="810" y="935"/>
                  </a:cubicBezTo>
                  <a:cubicBezTo>
                    <a:pt x="986" y="991"/>
                    <a:pt x="1158" y="1017"/>
                    <a:pt x="1309" y="1017"/>
                  </a:cubicBezTo>
                  <a:cubicBezTo>
                    <a:pt x="1574" y="1017"/>
                    <a:pt x="1775" y="936"/>
                    <a:pt x="1821" y="784"/>
                  </a:cubicBezTo>
                  <a:cubicBezTo>
                    <a:pt x="1893" y="552"/>
                    <a:pt x="1567" y="235"/>
                    <a:pt x="1084" y="82"/>
                  </a:cubicBezTo>
                  <a:cubicBezTo>
                    <a:pt x="907" y="27"/>
                    <a:pt x="735" y="1"/>
                    <a:pt x="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" name="Google Shape;33;p25"/>
          <p:cNvGrpSpPr/>
          <p:nvPr/>
        </p:nvGrpSpPr>
        <p:grpSpPr>
          <a:xfrm>
            <a:off x="3765348" y="4974773"/>
            <a:ext cx="268615" cy="168735"/>
            <a:chOff x="1295225" y="4125525"/>
            <a:chExt cx="105625" cy="66350"/>
          </a:xfrm>
        </p:grpSpPr>
        <p:sp>
          <p:nvSpPr>
            <p:cNvPr id="34" name="Google Shape;34;p25"/>
            <p:cNvSpPr/>
            <p:nvPr/>
          </p:nvSpPr>
          <p:spPr>
            <a:xfrm>
              <a:off x="1295225" y="4125525"/>
              <a:ext cx="105625" cy="66350"/>
            </a:xfrm>
            <a:custGeom>
              <a:avLst/>
              <a:gdLst/>
              <a:ahLst/>
              <a:cxnLst/>
              <a:rect l="l" t="t" r="r" b="b"/>
              <a:pathLst>
                <a:path w="4225" h="2654" extrusionOk="0">
                  <a:moveTo>
                    <a:pt x="2540" y="1"/>
                  </a:moveTo>
                  <a:cubicBezTo>
                    <a:pt x="2303" y="1"/>
                    <a:pt x="2052" y="31"/>
                    <a:pt x="1798" y="94"/>
                  </a:cubicBezTo>
                  <a:cubicBezTo>
                    <a:pt x="730" y="368"/>
                    <a:pt x="0" y="1141"/>
                    <a:pt x="173" y="1820"/>
                  </a:cubicBezTo>
                  <a:cubicBezTo>
                    <a:pt x="305" y="2338"/>
                    <a:pt x="923" y="2653"/>
                    <a:pt x="1683" y="2653"/>
                  </a:cubicBezTo>
                  <a:cubicBezTo>
                    <a:pt x="1920" y="2653"/>
                    <a:pt x="2172" y="2623"/>
                    <a:pt x="2427" y="2557"/>
                  </a:cubicBezTo>
                  <a:cubicBezTo>
                    <a:pt x="3495" y="2290"/>
                    <a:pt x="4225" y="1517"/>
                    <a:pt x="4051" y="838"/>
                  </a:cubicBezTo>
                  <a:cubicBezTo>
                    <a:pt x="3919" y="314"/>
                    <a:pt x="3303" y="1"/>
                    <a:pt x="2540" y="1"/>
                  </a:cubicBez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5"/>
            <p:cNvSpPr/>
            <p:nvPr/>
          </p:nvSpPr>
          <p:spPr>
            <a:xfrm>
              <a:off x="1320650" y="4135975"/>
              <a:ext cx="47350" cy="24450"/>
            </a:xfrm>
            <a:custGeom>
              <a:avLst/>
              <a:gdLst/>
              <a:ahLst/>
              <a:cxnLst/>
              <a:rect l="l" t="t" r="r" b="b"/>
              <a:pathLst>
                <a:path w="1894" h="978" extrusionOk="0">
                  <a:moveTo>
                    <a:pt x="1269" y="0"/>
                  </a:moveTo>
                  <a:cubicBezTo>
                    <a:pt x="1137" y="0"/>
                    <a:pt x="990" y="19"/>
                    <a:pt x="840" y="59"/>
                  </a:cubicBezTo>
                  <a:cubicBezTo>
                    <a:pt x="347" y="182"/>
                    <a:pt x="1" y="478"/>
                    <a:pt x="60" y="716"/>
                  </a:cubicBezTo>
                  <a:cubicBezTo>
                    <a:pt x="99" y="882"/>
                    <a:pt x="326" y="978"/>
                    <a:pt x="625" y="978"/>
                  </a:cubicBezTo>
                  <a:cubicBezTo>
                    <a:pt x="758" y="978"/>
                    <a:pt x="905" y="959"/>
                    <a:pt x="1056" y="919"/>
                  </a:cubicBezTo>
                  <a:cubicBezTo>
                    <a:pt x="1547" y="796"/>
                    <a:pt x="1894" y="499"/>
                    <a:pt x="1836" y="262"/>
                  </a:cubicBezTo>
                  <a:cubicBezTo>
                    <a:pt x="1796" y="96"/>
                    <a:pt x="1568" y="0"/>
                    <a:pt x="12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" name="Google Shape;36;p25"/>
          <p:cNvGrpSpPr/>
          <p:nvPr/>
        </p:nvGrpSpPr>
        <p:grpSpPr>
          <a:xfrm>
            <a:off x="83238" y="3764609"/>
            <a:ext cx="266898" cy="185074"/>
            <a:chOff x="465800" y="3989200"/>
            <a:chExt cx="104950" cy="72775"/>
          </a:xfrm>
        </p:grpSpPr>
        <p:sp>
          <p:nvSpPr>
            <p:cNvPr id="37" name="Google Shape;37;p25"/>
            <p:cNvSpPr/>
            <p:nvPr/>
          </p:nvSpPr>
          <p:spPr>
            <a:xfrm>
              <a:off x="465800" y="3989200"/>
              <a:ext cx="104950" cy="72775"/>
            </a:xfrm>
            <a:custGeom>
              <a:avLst/>
              <a:gdLst/>
              <a:ahLst/>
              <a:cxnLst/>
              <a:rect l="l" t="t" r="r" b="b"/>
              <a:pathLst>
                <a:path w="4198" h="2911" extrusionOk="0">
                  <a:moveTo>
                    <a:pt x="1432" y="0"/>
                  </a:moveTo>
                  <a:cubicBezTo>
                    <a:pt x="924" y="0"/>
                    <a:pt x="504" y="185"/>
                    <a:pt x="320" y="542"/>
                  </a:cubicBezTo>
                  <a:cubicBezTo>
                    <a:pt x="1" y="1163"/>
                    <a:pt x="537" y="2080"/>
                    <a:pt x="1518" y="2586"/>
                  </a:cubicBezTo>
                  <a:cubicBezTo>
                    <a:pt x="1942" y="2804"/>
                    <a:pt x="2380" y="2910"/>
                    <a:pt x="2766" y="2910"/>
                  </a:cubicBezTo>
                  <a:cubicBezTo>
                    <a:pt x="3275" y="2910"/>
                    <a:pt x="3695" y="2726"/>
                    <a:pt x="3881" y="2369"/>
                  </a:cubicBezTo>
                  <a:cubicBezTo>
                    <a:pt x="4198" y="1747"/>
                    <a:pt x="3664" y="830"/>
                    <a:pt x="2681" y="326"/>
                  </a:cubicBezTo>
                  <a:cubicBezTo>
                    <a:pt x="2256" y="107"/>
                    <a:pt x="1819" y="0"/>
                    <a:pt x="1432" y="0"/>
                  </a:cubicBezTo>
                  <a:close/>
                </a:path>
              </a:pathLst>
            </a:custGeom>
            <a:solidFill>
              <a:srgbClr val="B8DE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5"/>
            <p:cNvSpPr/>
            <p:nvPr/>
          </p:nvSpPr>
          <p:spPr>
            <a:xfrm>
              <a:off x="499225" y="4000700"/>
              <a:ext cx="46450" cy="28925"/>
            </a:xfrm>
            <a:custGeom>
              <a:avLst/>
              <a:gdLst/>
              <a:ahLst/>
              <a:cxnLst/>
              <a:rect l="l" t="t" r="r" b="b"/>
              <a:pathLst>
                <a:path w="1858" h="1157" extrusionOk="0">
                  <a:moveTo>
                    <a:pt x="478" y="1"/>
                  </a:moveTo>
                  <a:cubicBezTo>
                    <a:pt x="305" y="1"/>
                    <a:pt x="171" y="53"/>
                    <a:pt x="117" y="160"/>
                  </a:cubicBezTo>
                  <a:cubicBezTo>
                    <a:pt x="0" y="377"/>
                    <a:pt x="274" y="746"/>
                    <a:pt x="730" y="977"/>
                  </a:cubicBezTo>
                  <a:cubicBezTo>
                    <a:pt x="961" y="1097"/>
                    <a:pt x="1195" y="1157"/>
                    <a:pt x="1382" y="1157"/>
                  </a:cubicBezTo>
                  <a:cubicBezTo>
                    <a:pt x="1557" y="1157"/>
                    <a:pt x="1693" y="1104"/>
                    <a:pt x="1748" y="999"/>
                  </a:cubicBezTo>
                  <a:cubicBezTo>
                    <a:pt x="1857" y="783"/>
                    <a:pt x="1583" y="413"/>
                    <a:pt x="1134" y="183"/>
                  </a:cubicBezTo>
                  <a:cubicBezTo>
                    <a:pt x="901" y="63"/>
                    <a:pt x="666" y="1"/>
                    <a:pt x="4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" name="Google Shape;39;p25"/>
          <p:cNvGrpSpPr/>
          <p:nvPr/>
        </p:nvGrpSpPr>
        <p:grpSpPr>
          <a:xfrm>
            <a:off x="2921734" y="4854021"/>
            <a:ext cx="254437" cy="161741"/>
            <a:chOff x="713400" y="4126950"/>
            <a:chExt cx="100050" cy="63600"/>
          </a:xfrm>
        </p:grpSpPr>
        <p:sp>
          <p:nvSpPr>
            <p:cNvPr id="40" name="Google Shape;40;p25"/>
            <p:cNvSpPr/>
            <p:nvPr/>
          </p:nvSpPr>
          <p:spPr>
            <a:xfrm>
              <a:off x="713400" y="4126950"/>
              <a:ext cx="100050" cy="63600"/>
            </a:xfrm>
            <a:custGeom>
              <a:avLst/>
              <a:gdLst/>
              <a:ahLst/>
              <a:cxnLst/>
              <a:rect l="l" t="t" r="r" b="b"/>
              <a:pathLst>
                <a:path w="4002" h="2544" extrusionOk="0">
                  <a:moveTo>
                    <a:pt x="2001" y="0"/>
                  </a:moveTo>
                  <a:cubicBezTo>
                    <a:pt x="895" y="0"/>
                    <a:pt x="1" y="571"/>
                    <a:pt x="1" y="1273"/>
                  </a:cubicBezTo>
                  <a:cubicBezTo>
                    <a:pt x="1" y="1973"/>
                    <a:pt x="895" y="2544"/>
                    <a:pt x="2001" y="2544"/>
                  </a:cubicBezTo>
                  <a:cubicBezTo>
                    <a:pt x="3105" y="2544"/>
                    <a:pt x="4001" y="1973"/>
                    <a:pt x="4001" y="1273"/>
                  </a:cubicBezTo>
                  <a:cubicBezTo>
                    <a:pt x="4001" y="571"/>
                    <a:pt x="3105" y="0"/>
                    <a:pt x="2001" y="0"/>
                  </a:cubicBezTo>
                  <a:close/>
                </a:path>
              </a:pathLst>
            </a:custGeom>
            <a:solidFill>
              <a:srgbClr val="B8DE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5"/>
            <p:cNvSpPr/>
            <p:nvPr/>
          </p:nvSpPr>
          <p:spPr>
            <a:xfrm>
              <a:off x="739400" y="4142125"/>
              <a:ext cx="45875" cy="22425"/>
            </a:xfrm>
            <a:custGeom>
              <a:avLst/>
              <a:gdLst/>
              <a:ahLst/>
              <a:cxnLst/>
              <a:rect l="l" t="t" r="r" b="b"/>
              <a:pathLst>
                <a:path w="1835" h="897" extrusionOk="0">
                  <a:moveTo>
                    <a:pt x="918" y="0"/>
                  </a:moveTo>
                  <a:cubicBezTo>
                    <a:pt x="411" y="0"/>
                    <a:pt x="1" y="203"/>
                    <a:pt x="1" y="449"/>
                  </a:cubicBezTo>
                  <a:cubicBezTo>
                    <a:pt x="1" y="694"/>
                    <a:pt x="411" y="896"/>
                    <a:pt x="918" y="896"/>
                  </a:cubicBezTo>
                  <a:cubicBezTo>
                    <a:pt x="1424" y="896"/>
                    <a:pt x="1835" y="694"/>
                    <a:pt x="1835" y="449"/>
                  </a:cubicBezTo>
                  <a:cubicBezTo>
                    <a:pt x="1835" y="203"/>
                    <a:pt x="1424" y="0"/>
                    <a:pt x="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" name="Google Shape;42;p25"/>
          <p:cNvGrpSpPr/>
          <p:nvPr/>
        </p:nvGrpSpPr>
        <p:grpSpPr>
          <a:xfrm>
            <a:off x="3314756" y="4510666"/>
            <a:ext cx="202621" cy="126392"/>
            <a:chOff x="745525" y="4025025"/>
            <a:chExt cx="79675" cy="49700"/>
          </a:xfrm>
        </p:grpSpPr>
        <p:sp>
          <p:nvSpPr>
            <p:cNvPr id="43" name="Google Shape;43;p25"/>
            <p:cNvSpPr/>
            <p:nvPr/>
          </p:nvSpPr>
          <p:spPr>
            <a:xfrm>
              <a:off x="745525" y="4025025"/>
              <a:ext cx="79675" cy="49700"/>
            </a:xfrm>
            <a:custGeom>
              <a:avLst/>
              <a:gdLst/>
              <a:ahLst/>
              <a:cxnLst/>
              <a:rect l="l" t="t" r="r" b="b"/>
              <a:pathLst>
                <a:path w="3187" h="1988" extrusionOk="0">
                  <a:moveTo>
                    <a:pt x="1858" y="1"/>
                  </a:moveTo>
                  <a:cubicBezTo>
                    <a:pt x="1711" y="1"/>
                    <a:pt x="1558" y="16"/>
                    <a:pt x="1402" y="47"/>
                  </a:cubicBezTo>
                  <a:cubicBezTo>
                    <a:pt x="579" y="213"/>
                    <a:pt x="0" y="770"/>
                    <a:pt x="102" y="1290"/>
                  </a:cubicBezTo>
                  <a:cubicBezTo>
                    <a:pt x="184" y="1716"/>
                    <a:pt x="690" y="1987"/>
                    <a:pt x="1316" y="1987"/>
                  </a:cubicBezTo>
                  <a:cubicBezTo>
                    <a:pt x="1465" y="1987"/>
                    <a:pt x="1619" y="1972"/>
                    <a:pt x="1777" y="1940"/>
                  </a:cubicBezTo>
                  <a:cubicBezTo>
                    <a:pt x="2600" y="1781"/>
                    <a:pt x="3186" y="1224"/>
                    <a:pt x="3086" y="697"/>
                  </a:cubicBezTo>
                  <a:cubicBezTo>
                    <a:pt x="2997" y="275"/>
                    <a:pt x="2487" y="1"/>
                    <a:pt x="1858" y="1"/>
                  </a:cubicBez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5"/>
            <p:cNvSpPr/>
            <p:nvPr/>
          </p:nvSpPr>
          <p:spPr>
            <a:xfrm>
              <a:off x="765750" y="4037125"/>
              <a:ext cx="35950" cy="17975"/>
            </a:xfrm>
            <a:custGeom>
              <a:avLst/>
              <a:gdLst/>
              <a:ahLst/>
              <a:cxnLst/>
              <a:rect l="l" t="t" r="r" b="b"/>
              <a:pathLst>
                <a:path w="1438" h="719" extrusionOk="0">
                  <a:moveTo>
                    <a:pt x="915" y="0"/>
                  </a:moveTo>
                  <a:cubicBezTo>
                    <a:pt x="832" y="0"/>
                    <a:pt x="743" y="8"/>
                    <a:pt x="651" y="26"/>
                  </a:cubicBezTo>
                  <a:cubicBezTo>
                    <a:pt x="275" y="99"/>
                    <a:pt x="1" y="307"/>
                    <a:pt x="37" y="496"/>
                  </a:cubicBezTo>
                  <a:cubicBezTo>
                    <a:pt x="64" y="632"/>
                    <a:pt x="265" y="719"/>
                    <a:pt x="523" y="719"/>
                  </a:cubicBezTo>
                  <a:cubicBezTo>
                    <a:pt x="606" y="719"/>
                    <a:pt x="696" y="709"/>
                    <a:pt x="788" y="690"/>
                  </a:cubicBezTo>
                  <a:cubicBezTo>
                    <a:pt x="1164" y="619"/>
                    <a:pt x="1438" y="409"/>
                    <a:pt x="1401" y="220"/>
                  </a:cubicBezTo>
                  <a:cubicBezTo>
                    <a:pt x="1375" y="83"/>
                    <a:pt x="1176" y="0"/>
                    <a:pt x="9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" name="Google Shape;45;p25"/>
          <p:cNvGrpSpPr/>
          <p:nvPr/>
        </p:nvGrpSpPr>
        <p:grpSpPr>
          <a:xfrm>
            <a:off x="4409534" y="4568596"/>
            <a:ext cx="254437" cy="161741"/>
            <a:chOff x="713400" y="4126950"/>
            <a:chExt cx="100050" cy="63600"/>
          </a:xfrm>
        </p:grpSpPr>
        <p:sp>
          <p:nvSpPr>
            <p:cNvPr id="46" name="Google Shape;46;p25"/>
            <p:cNvSpPr/>
            <p:nvPr/>
          </p:nvSpPr>
          <p:spPr>
            <a:xfrm>
              <a:off x="713400" y="4126950"/>
              <a:ext cx="100050" cy="63600"/>
            </a:xfrm>
            <a:custGeom>
              <a:avLst/>
              <a:gdLst/>
              <a:ahLst/>
              <a:cxnLst/>
              <a:rect l="l" t="t" r="r" b="b"/>
              <a:pathLst>
                <a:path w="4002" h="2544" extrusionOk="0">
                  <a:moveTo>
                    <a:pt x="2001" y="0"/>
                  </a:moveTo>
                  <a:cubicBezTo>
                    <a:pt x="895" y="0"/>
                    <a:pt x="1" y="571"/>
                    <a:pt x="1" y="1273"/>
                  </a:cubicBezTo>
                  <a:cubicBezTo>
                    <a:pt x="1" y="1973"/>
                    <a:pt x="895" y="2544"/>
                    <a:pt x="2001" y="2544"/>
                  </a:cubicBezTo>
                  <a:cubicBezTo>
                    <a:pt x="3105" y="2544"/>
                    <a:pt x="4001" y="1973"/>
                    <a:pt x="4001" y="1273"/>
                  </a:cubicBezTo>
                  <a:cubicBezTo>
                    <a:pt x="4001" y="571"/>
                    <a:pt x="3105" y="0"/>
                    <a:pt x="2001" y="0"/>
                  </a:cubicBezTo>
                  <a:close/>
                </a:path>
              </a:pathLst>
            </a:custGeom>
            <a:solidFill>
              <a:srgbClr val="B8DE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5"/>
            <p:cNvSpPr/>
            <p:nvPr/>
          </p:nvSpPr>
          <p:spPr>
            <a:xfrm>
              <a:off x="739400" y="4142125"/>
              <a:ext cx="45875" cy="22425"/>
            </a:xfrm>
            <a:custGeom>
              <a:avLst/>
              <a:gdLst/>
              <a:ahLst/>
              <a:cxnLst/>
              <a:rect l="l" t="t" r="r" b="b"/>
              <a:pathLst>
                <a:path w="1835" h="897" extrusionOk="0">
                  <a:moveTo>
                    <a:pt x="918" y="0"/>
                  </a:moveTo>
                  <a:cubicBezTo>
                    <a:pt x="411" y="0"/>
                    <a:pt x="1" y="203"/>
                    <a:pt x="1" y="449"/>
                  </a:cubicBezTo>
                  <a:cubicBezTo>
                    <a:pt x="1" y="694"/>
                    <a:pt x="411" y="896"/>
                    <a:pt x="918" y="896"/>
                  </a:cubicBezTo>
                  <a:cubicBezTo>
                    <a:pt x="1424" y="896"/>
                    <a:pt x="1835" y="694"/>
                    <a:pt x="1835" y="449"/>
                  </a:cubicBezTo>
                  <a:cubicBezTo>
                    <a:pt x="1835" y="203"/>
                    <a:pt x="1424" y="0"/>
                    <a:pt x="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" name="Google Shape;48;p25"/>
          <p:cNvGrpSpPr/>
          <p:nvPr/>
        </p:nvGrpSpPr>
        <p:grpSpPr>
          <a:xfrm>
            <a:off x="5009013" y="4820613"/>
            <a:ext cx="269174" cy="167882"/>
            <a:chOff x="745525" y="4025025"/>
            <a:chExt cx="79675" cy="49700"/>
          </a:xfrm>
        </p:grpSpPr>
        <p:sp>
          <p:nvSpPr>
            <p:cNvPr id="49" name="Google Shape;49;p25"/>
            <p:cNvSpPr/>
            <p:nvPr/>
          </p:nvSpPr>
          <p:spPr>
            <a:xfrm>
              <a:off x="745525" y="4025025"/>
              <a:ext cx="79675" cy="49700"/>
            </a:xfrm>
            <a:custGeom>
              <a:avLst/>
              <a:gdLst/>
              <a:ahLst/>
              <a:cxnLst/>
              <a:rect l="l" t="t" r="r" b="b"/>
              <a:pathLst>
                <a:path w="3187" h="1988" extrusionOk="0">
                  <a:moveTo>
                    <a:pt x="1858" y="1"/>
                  </a:moveTo>
                  <a:cubicBezTo>
                    <a:pt x="1711" y="1"/>
                    <a:pt x="1558" y="16"/>
                    <a:pt x="1402" y="47"/>
                  </a:cubicBezTo>
                  <a:cubicBezTo>
                    <a:pt x="579" y="213"/>
                    <a:pt x="0" y="770"/>
                    <a:pt x="102" y="1290"/>
                  </a:cubicBezTo>
                  <a:cubicBezTo>
                    <a:pt x="184" y="1716"/>
                    <a:pt x="690" y="1987"/>
                    <a:pt x="1316" y="1987"/>
                  </a:cubicBezTo>
                  <a:cubicBezTo>
                    <a:pt x="1465" y="1987"/>
                    <a:pt x="1619" y="1972"/>
                    <a:pt x="1777" y="1940"/>
                  </a:cubicBezTo>
                  <a:cubicBezTo>
                    <a:pt x="2600" y="1781"/>
                    <a:pt x="3186" y="1224"/>
                    <a:pt x="3086" y="697"/>
                  </a:cubicBezTo>
                  <a:cubicBezTo>
                    <a:pt x="2997" y="275"/>
                    <a:pt x="2487" y="1"/>
                    <a:pt x="1858" y="1"/>
                  </a:cubicBez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5"/>
            <p:cNvSpPr/>
            <p:nvPr/>
          </p:nvSpPr>
          <p:spPr>
            <a:xfrm>
              <a:off x="765750" y="4037125"/>
              <a:ext cx="35950" cy="17975"/>
            </a:xfrm>
            <a:custGeom>
              <a:avLst/>
              <a:gdLst/>
              <a:ahLst/>
              <a:cxnLst/>
              <a:rect l="l" t="t" r="r" b="b"/>
              <a:pathLst>
                <a:path w="1438" h="719" extrusionOk="0">
                  <a:moveTo>
                    <a:pt x="915" y="0"/>
                  </a:moveTo>
                  <a:cubicBezTo>
                    <a:pt x="832" y="0"/>
                    <a:pt x="743" y="8"/>
                    <a:pt x="651" y="26"/>
                  </a:cubicBezTo>
                  <a:cubicBezTo>
                    <a:pt x="275" y="99"/>
                    <a:pt x="1" y="307"/>
                    <a:pt x="37" y="496"/>
                  </a:cubicBezTo>
                  <a:cubicBezTo>
                    <a:pt x="64" y="632"/>
                    <a:pt x="265" y="719"/>
                    <a:pt x="523" y="719"/>
                  </a:cubicBezTo>
                  <a:cubicBezTo>
                    <a:pt x="606" y="719"/>
                    <a:pt x="696" y="709"/>
                    <a:pt x="788" y="690"/>
                  </a:cubicBezTo>
                  <a:cubicBezTo>
                    <a:pt x="1164" y="619"/>
                    <a:pt x="1438" y="409"/>
                    <a:pt x="1401" y="220"/>
                  </a:cubicBezTo>
                  <a:cubicBezTo>
                    <a:pt x="1375" y="83"/>
                    <a:pt x="1176" y="0"/>
                    <a:pt x="9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" name="Google Shape;51;p25"/>
          <p:cNvGrpSpPr/>
          <p:nvPr/>
        </p:nvGrpSpPr>
        <p:grpSpPr>
          <a:xfrm>
            <a:off x="5702984" y="4520021"/>
            <a:ext cx="254437" cy="161741"/>
            <a:chOff x="713400" y="4126950"/>
            <a:chExt cx="100050" cy="63600"/>
          </a:xfrm>
        </p:grpSpPr>
        <p:sp>
          <p:nvSpPr>
            <p:cNvPr id="52" name="Google Shape;52;p25"/>
            <p:cNvSpPr/>
            <p:nvPr/>
          </p:nvSpPr>
          <p:spPr>
            <a:xfrm>
              <a:off x="713400" y="4126950"/>
              <a:ext cx="100050" cy="63600"/>
            </a:xfrm>
            <a:custGeom>
              <a:avLst/>
              <a:gdLst/>
              <a:ahLst/>
              <a:cxnLst/>
              <a:rect l="l" t="t" r="r" b="b"/>
              <a:pathLst>
                <a:path w="4002" h="2544" extrusionOk="0">
                  <a:moveTo>
                    <a:pt x="2001" y="0"/>
                  </a:moveTo>
                  <a:cubicBezTo>
                    <a:pt x="895" y="0"/>
                    <a:pt x="1" y="571"/>
                    <a:pt x="1" y="1273"/>
                  </a:cubicBezTo>
                  <a:cubicBezTo>
                    <a:pt x="1" y="1973"/>
                    <a:pt x="895" y="2544"/>
                    <a:pt x="2001" y="2544"/>
                  </a:cubicBezTo>
                  <a:cubicBezTo>
                    <a:pt x="3105" y="2544"/>
                    <a:pt x="4001" y="1973"/>
                    <a:pt x="4001" y="1273"/>
                  </a:cubicBezTo>
                  <a:cubicBezTo>
                    <a:pt x="4001" y="571"/>
                    <a:pt x="3105" y="0"/>
                    <a:pt x="2001" y="0"/>
                  </a:cubicBezTo>
                  <a:close/>
                </a:path>
              </a:pathLst>
            </a:custGeom>
            <a:solidFill>
              <a:srgbClr val="B8DE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5"/>
            <p:cNvSpPr/>
            <p:nvPr/>
          </p:nvSpPr>
          <p:spPr>
            <a:xfrm>
              <a:off x="739400" y="4142125"/>
              <a:ext cx="45875" cy="22425"/>
            </a:xfrm>
            <a:custGeom>
              <a:avLst/>
              <a:gdLst/>
              <a:ahLst/>
              <a:cxnLst/>
              <a:rect l="l" t="t" r="r" b="b"/>
              <a:pathLst>
                <a:path w="1835" h="897" extrusionOk="0">
                  <a:moveTo>
                    <a:pt x="918" y="0"/>
                  </a:moveTo>
                  <a:cubicBezTo>
                    <a:pt x="411" y="0"/>
                    <a:pt x="1" y="203"/>
                    <a:pt x="1" y="449"/>
                  </a:cubicBezTo>
                  <a:cubicBezTo>
                    <a:pt x="1" y="694"/>
                    <a:pt x="411" y="896"/>
                    <a:pt x="918" y="896"/>
                  </a:cubicBezTo>
                  <a:cubicBezTo>
                    <a:pt x="1424" y="896"/>
                    <a:pt x="1835" y="694"/>
                    <a:pt x="1835" y="449"/>
                  </a:cubicBezTo>
                  <a:cubicBezTo>
                    <a:pt x="1835" y="203"/>
                    <a:pt x="1424" y="0"/>
                    <a:pt x="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25"/>
          <p:cNvSpPr txBox="1">
            <a:spLocks noGrp="1"/>
          </p:cNvSpPr>
          <p:nvPr>
            <p:ph type="ctrTitle"/>
          </p:nvPr>
        </p:nvSpPr>
        <p:spPr>
          <a:xfrm>
            <a:off x="1092000" y="574975"/>
            <a:ext cx="6960000" cy="22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subTitle" idx="1"/>
          </p:nvPr>
        </p:nvSpPr>
        <p:spPr>
          <a:xfrm>
            <a:off x="3383100" y="2913950"/>
            <a:ext cx="2377800" cy="7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>
                <a:solidFill>
                  <a:srgbClr val="064947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25"/>
          <p:cNvSpPr/>
          <p:nvPr/>
        </p:nvSpPr>
        <p:spPr>
          <a:xfrm>
            <a:off x="-235812" y="267875"/>
            <a:ext cx="2071877" cy="406559"/>
          </a:xfrm>
          <a:custGeom>
            <a:avLst/>
            <a:gdLst/>
            <a:ahLst/>
            <a:cxnLst/>
            <a:rect l="l" t="t" r="r" b="b"/>
            <a:pathLst>
              <a:path w="28258" h="5545" extrusionOk="0">
                <a:moveTo>
                  <a:pt x="10378" y="0"/>
                </a:moveTo>
                <a:cubicBezTo>
                  <a:pt x="8312" y="0"/>
                  <a:pt x="6398" y="1151"/>
                  <a:pt x="5310" y="3326"/>
                </a:cubicBezTo>
                <a:cubicBezTo>
                  <a:pt x="4474" y="2885"/>
                  <a:pt x="3683" y="2665"/>
                  <a:pt x="2977" y="2665"/>
                </a:cubicBezTo>
                <a:cubicBezTo>
                  <a:pt x="1507" y="2665"/>
                  <a:pt x="401" y="3622"/>
                  <a:pt x="1" y="5545"/>
                </a:cubicBezTo>
                <a:lnTo>
                  <a:pt x="28257" y="5545"/>
                </a:lnTo>
                <a:cubicBezTo>
                  <a:pt x="26931" y="3847"/>
                  <a:pt x="25535" y="3011"/>
                  <a:pt x="24074" y="3011"/>
                </a:cubicBezTo>
                <a:cubicBezTo>
                  <a:pt x="23363" y="3011"/>
                  <a:pt x="22637" y="3209"/>
                  <a:pt x="21895" y="3601"/>
                </a:cubicBezTo>
                <a:cubicBezTo>
                  <a:pt x="20794" y="1817"/>
                  <a:pt x="19594" y="928"/>
                  <a:pt x="18291" y="928"/>
                </a:cubicBezTo>
                <a:cubicBezTo>
                  <a:pt x="17352" y="928"/>
                  <a:pt x="16360" y="1389"/>
                  <a:pt x="15315" y="2308"/>
                </a:cubicBezTo>
                <a:cubicBezTo>
                  <a:pt x="13806" y="748"/>
                  <a:pt x="12042" y="0"/>
                  <a:pt x="10378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5"/>
          <p:cNvSpPr/>
          <p:nvPr/>
        </p:nvSpPr>
        <p:spPr>
          <a:xfrm flipH="1">
            <a:off x="7810217" y="2064827"/>
            <a:ext cx="2071735" cy="406546"/>
          </a:xfrm>
          <a:custGeom>
            <a:avLst/>
            <a:gdLst/>
            <a:ahLst/>
            <a:cxnLst/>
            <a:rect l="l" t="t" r="r" b="b"/>
            <a:pathLst>
              <a:path w="28258" h="5545" extrusionOk="0">
                <a:moveTo>
                  <a:pt x="10378" y="0"/>
                </a:moveTo>
                <a:cubicBezTo>
                  <a:pt x="8312" y="0"/>
                  <a:pt x="6398" y="1151"/>
                  <a:pt x="5310" y="3326"/>
                </a:cubicBezTo>
                <a:cubicBezTo>
                  <a:pt x="4474" y="2885"/>
                  <a:pt x="3683" y="2665"/>
                  <a:pt x="2977" y="2665"/>
                </a:cubicBezTo>
                <a:cubicBezTo>
                  <a:pt x="1507" y="2665"/>
                  <a:pt x="401" y="3622"/>
                  <a:pt x="1" y="5545"/>
                </a:cubicBezTo>
                <a:lnTo>
                  <a:pt x="28257" y="5545"/>
                </a:lnTo>
                <a:cubicBezTo>
                  <a:pt x="26931" y="3847"/>
                  <a:pt x="25535" y="3011"/>
                  <a:pt x="24074" y="3011"/>
                </a:cubicBezTo>
                <a:cubicBezTo>
                  <a:pt x="23363" y="3011"/>
                  <a:pt x="22637" y="3209"/>
                  <a:pt x="21895" y="3601"/>
                </a:cubicBezTo>
                <a:cubicBezTo>
                  <a:pt x="20794" y="1817"/>
                  <a:pt x="19594" y="928"/>
                  <a:pt x="18291" y="928"/>
                </a:cubicBezTo>
                <a:cubicBezTo>
                  <a:pt x="17352" y="928"/>
                  <a:pt x="16360" y="1389"/>
                  <a:pt x="15315" y="2308"/>
                </a:cubicBezTo>
                <a:cubicBezTo>
                  <a:pt x="13806" y="748"/>
                  <a:pt x="12042" y="0"/>
                  <a:pt x="10378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5"/>
          <p:cNvSpPr/>
          <p:nvPr/>
        </p:nvSpPr>
        <p:spPr>
          <a:xfrm flipH="1">
            <a:off x="-760337" y="1897855"/>
            <a:ext cx="2071737" cy="354196"/>
          </a:xfrm>
          <a:custGeom>
            <a:avLst/>
            <a:gdLst/>
            <a:ahLst/>
            <a:cxnLst/>
            <a:rect l="l" t="t" r="r" b="b"/>
            <a:pathLst>
              <a:path w="28455" h="4865" extrusionOk="0">
                <a:moveTo>
                  <a:pt x="18226" y="0"/>
                </a:moveTo>
                <a:cubicBezTo>
                  <a:pt x="16791" y="0"/>
                  <a:pt x="14567" y="945"/>
                  <a:pt x="11645" y="3580"/>
                </a:cubicBezTo>
                <a:cubicBezTo>
                  <a:pt x="11972" y="2555"/>
                  <a:pt x="11763" y="2033"/>
                  <a:pt x="10999" y="2033"/>
                </a:cubicBezTo>
                <a:cubicBezTo>
                  <a:pt x="10243" y="2033"/>
                  <a:pt x="8946" y="2542"/>
                  <a:pt x="7088" y="3580"/>
                </a:cubicBezTo>
                <a:cubicBezTo>
                  <a:pt x="7296" y="2950"/>
                  <a:pt x="7225" y="2536"/>
                  <a:pt x="6626" y="2536"/>
                </a:cubicBezTo>
                <a:cubicBezTo>
                  <a:pt x="5981" y="2536"/>
                  <a:pt x="4724" y="3016"/>
                  <a:pt x="2544" y="4221"/>
                </a:cubicBezTo>
                <a:cubicBezTo>
                  <a:pt x="2882" y="3683"/>
                  <a:pt x="2896" y="3441"/>
                  <a:pt x="2648" y="3441"/>
                </a:cubicBezTo>
                <a:cubicBezTo>
                  <a:pt x="2280" y="3441"/>
                  <a:pt x="1334" y="3972"/>
                  <a:pt x="1" y="4864"/>
                </a:cubicBezTo>
                <a:lnTo>
                  <a:pt x="27167" y="4864"/>
                </a:lnTo>
                <a:cubicBezTo>
                  <a:pt x="28455" y="3310"/>
                  <a:pt x="28409" y="2484"/>
                  <a:pt x="26845" y="2484"/>
                </a:cubicBezTo>
                <a:cubicBezTo>
                  <a:pt x="25741" y="2484"/>
                  <a:pt x="23881" y="2895"/>
                  <a:pt x="21200" y="3753"/>
                </a:cubicBezTo>
                <a:cubicBezTo>
                  <a:pt x="21915" y="3068"/>
                  <a:pt x="21868" y="2531"/>
                  <a:pt x="21296" y="2531"/>
                </a:cubicBezTo>
                <a:cubicBezTo>
                  <a:pt x="20897" y="2531"/>
                  <a:pt x="20241" y="2793"/>
                  <a:pt x="19409" y="3450"/>
                </a:cubicBezTo>
                <a:cubicBezTo>
                  <a:pt x="20684" y="1806"/>
                  <a:pt x="20209" y="0"/>
                  <a:pt x="18226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6"/>
          <p:cNvSpPr/>
          <p:nvPr/>
        </p:nvSpPr>
        <p:spPr>
          <a:xfrm rot="205159" flipH="1">
            <a:off x="-155207" y="2693483"/>
            <a:ext cx="7597889" cy="2977117"/>
          </a:xfrm>
          <a:custGeom>
            <a:avLst/>
            <a:gdLst/>
            <a:ahLst/>
            <a:cxnLst/>
            <a:rect l="l" t="t" r="r" b="b"/>
            <a:pathLst>
              <a:path w="23230" h="12410" extrusionOk="0">
                <a:moveTo>
                  <a:pt x="20256" y="0"/>
                </a:moveTo>
                <a:cubicBezTo>
                  <a:pt x="11978" y="0"/>
                  <a:pt x="2575" y="4433"/>
                  <a:pt x="0" y="10958"/>
                </a:cubicBezTo>
                <a:lnTo>
                  <a:pt x="23209" y="12409"/>
                </a:lnTo>
                <a:cubicBezTo>
                  <a:pt x="23042" y="9903"/>
                  <a:pt x="22999" y="7398"/>
                  <a:pt x="23022" y="4884"/>
                </a:cubicBezTo>
                <a:cubicBezTo>
                  <a:pt x="23028" y="3324"/>
                  <a:pt x="23086" y="1755"/>
                  <a:pt x="23230" y="204"/>
                </a:cubicBezTo>
                <a:cubicBezTo>
                  <a:pt x="22265" y="67"/>
                  <a:pt x="21269" y="0"/>
                  <a:pt x="202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6"/>
          <p:cNvSpPr/>
          <p:nvPr/>
        </p:nvSpPr>
        <p:spPr>
          <a:xfrm rot="212946">
            <a:off x="4493723" y="4134530"/>
            <a:ext cx="4806031" cy="1358114"/>
          </a:xfrm>
          <a:custGeom>
            <a:avLst/>
            <a:gdLst/>
            <a:ahLst/>
            <a:cxnLst/>
            <a:rect l="l" t="t" r="r" b="b"/>
            <a:pathLst>
              <a:path w="24134" h="6820" extrusionOk="0">
                <a:moveTo>
                  <a:pt x="21188" y="0"/>
                </a:moveTo>
                <a:cubicBezTo>
                  <a:pt x="17796" y="0"/>
                  <a:pt x="16982" y="2940"/>
                  <a:pt x="16982" y="2940"/>
                </a:cubicBezTo>
                <a:cubicBezTo>
                  <a:pt x="16384" y="2252"/>
                  <a:pt x="15632" y="1828"/>
                  <a:pt x="14862" y="1828"/>
                </a:cubicBezTo>
                <a:cubicBezTo>
                  <a:pt x="14136" y="1828"/>
                  <a:pt x="13394" y="2205"/>
                  <a:pt x="12749" y="3092"/>
                </a:cubicBezTo>
                <a:cubicBezTo>
                  <a:pt x="12103" y="2449"/>
                  <a:pt x="11299" y="2084"/>
                  <a:pt x="10511" y="2084"/>
                </a:cubicBezTo>
                <a:cubicBezTo>
                  <a:pt x="9653" y="2084"/>
                  <a:pt x="8813" y="2517"/>
                  <a:pt x="8214" y="3496"/>
                </a:cubicBezTo>
                <a:cubicBezTo>
                  <a:pt x="7654" y="2860"/>
                  <a:pt x="6945" y="2544"/>
                  <a:pt x="6280" y="2544"/>
                </a:cubicBezTo>
                <a:cubicBezTo>
                  <a:pt x="5419" y="2544"/>
                  <a:pt x="4634" y="3075"/>
                  <a:pt x="4348" y="4132"/>
                </a:cubicBezTo>
                <a:cubicBezTo>
                  <a:pt x="3984" y="3977"/>
                  <a:pt x="3619" y="3908"/>
                  <a:pt x="3265" y="3908"/>
                </a:cubicBezTo>
                <a:cubicBezTo>
                  <a:pt x="1536" y="3908"/>
                  <a:pt x="43" y="5542"/>
                  <a:pt x="1" y="6819"/>
                </a:cubicBezTo>
                <a:lnTo>
                  <a:pt x="24133" y="6320"/>
                </a:lnTo>
                <a:lnTo>
                  <a:pt x="24090" y="585"/>
                </a:lnTo>
                <a:cubicBezTo>
                  <a:pt x="22959" y="168"/>
                  <a:pt x="22000" y="0"/>
                  <a:pt x="2118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" name="Google Shape;62;p26"/>
          <p:cNvGrpSpPr/>
          <p:nvPr/>
        </p:nvGrpSpPr>
        <p:grpSpPr>
          <a:xfrm>
            <a:off x="8211332" y="4422831"/>
            <a:ext cx="508021" cy="371326"/>
            <a:chOff x="2300825" y="4105475"/>
            <a:chExt cx="103475" cy="75625"/>
          </a:xfrm>
        </p:grpSpPr>
        <p:sp>
          <p:nvSpPr>
            <p:cNvPr id="63" name="Google Shape;63;p26"/>
            <p:cNvSpPr/>
            <p:nvPr/>
          </p:nvSpPr>
          <p:spPr>
            <a:xfrm>
              <a:off x="2300825" y="4105475"/>
              <a:ext cx="103475" cy="75625"/>
            </a:xfrm>
            <a:custGeom>
              <a:avLst/>
              <a:gdLst/>
              <a:ahLst/>
              <a:cxnLst/>
              <a:rect l="l" t="t" r="r" b="b"/>
              <a:pathLst>
                <a:path w="4139" h="3025" extrusionOk="0">
                  <a:moveTo>
                    <a:pt x="2777" y="0"/>
                  </a:moveTo>
                  <a:cubicBezTo>
                    <a:pt x="2352" y="0"/>
                    <a:pt x="1858" y="145"/>
                    <a:pt x="1394" y="433"/>
                  </a:cubicBezTo>
                  <a:cubicBezTo>
                    <a:pt x="455" y="1019"/>
                    <a:pt x="1" y="1972"/>
                    <a:pt x="368" y="2572"/>
                  </a:cubicBezTo>
                  <a:cubicBezTo>
                    <a:pt x="559" y="2872"/>
                    <a:pt x="925" y="3024"/>
                    <a:pt x="1362" y="3024"/>
                  </a:cubicBezTo>
                  <a:cubicBezTo>
                    <a:pt x="1785" y="3024"/>
                    <a:pt x="2275" y="2881"/>
                    <a:pt x="2738" y="2593"/>
                  </a:cubicBezTo>
                  <a:cubicBezTo>
                    <a:pt x="3677" y="2009"/>
                    <a:pt x="4139" y="1048"/>
                    <a:pt x="3764" y="456"/>
                  </a:cubicBezTo>
                  <a:cubicBezTo>
                    <a:pt x="3577" y="152"/>
                    <a:pt x="3213" y="0"/>
                    <a:pt x="27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26"/>
            <p:cNvSpPr/>
            <p:nvPr/>
          </p:nvSpPr>
          <p:spPr>
            <a:xfrm>
              <a:off x="2323025" y="4118950"/>
              <a:ext cx="45350" cy="30775"/>
            </a:xfrm>
            <a:custGeom>
              <a:avLst/>
              <a:gdLst/>
              <a:ahLst/>
              <a:cxnLst/>
              <a:rect l="l" t="t" r="r" b="b"/>
              <a:pathLst>
                <a:path w="1814" h="1231" extrusionOk="0">
                  <a:moveTo>
                    <a:pt x="1369" y="1"/>
                  </a:moveTo>
                  <a:cubicBezTo>
                    <a:pt x="1172" y="1"/>
                    <a:pt x="918" y="80"/>
                    <a:pt x="673" y="234"/>
                  </a:cubicBezTo>
                  <a:cubicBezTo>
                    <a:pt x="239" y="509"/>
                    <a:pt x="0" y="891"/>
                    <a:pt x="130" y="1101"/>
                  </a:cubicBezTo>
                  <a:cubicBezTo>
                    <a:pt x="185" y="1188"/>
                    <a:pt x="296" y="1230"/>
                    <a:pt x="438" y="1230"/>
                  </a:cubicBezTo>
                  <a:cubicBezTo>
                    <a:pt x="636" y="1230"/>
                    <a:pt x="894" y="1148"/>
                    <a:pt x="1143" y="993"/>
                  </a:cubicBezTo>
                  <a:cubicBezTo>
                    <a:pt x="1576" y="726"/>
                    <a:pt x="1813" y="343"/>
                    <a:pt x="1683" y="133"/>
                  </a:cubicBezTo>
                  <a:cubicBezTo>
                    <a:pt x="1628" y="44"/>
                    <a:pt x="1514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" name="Google Shape;65;p26"/>
          <p:cNvGrpSpPr/>
          <p:nvPr/>
        </p:nvGrpSpPr>
        <p:grpSpPr>
          <a:xfrm>
            <a:off x="7313689" y="4746423"/>
            <a:ext cx="270453" cy="172577"/>
            <a:chOff x="2097475" y="4160575"/>
            <a:chExt cx="80600" cy="51425"/>
          </a:xfrm>
        </p:grpSpPr>
        <p:sp>
          <p:nvSpPr>
            <p:cNvPr id="66" name="Google Shape;66;p26"/>
            <p:cNvSpPr/>
            <p:nvPr/>
          </p:nvSpPr>
          <p:spPr>
            <a:xfrm>
              <a:off x="2097475" y="4160575"/>
              <a:ext cx="80600" cy="51425"/>
            </a:xfrm>
            <a:custGeom>
              <a:avLst/>
              <a:gdLst/>
              <a:ahLst/>
              <a:cxnLst/>
              <a:rect l="l" t="t" r="r" b="b"/>
              <a:pathLst>
                <a:path w="3224" h="2057" extrusionOk="0">
                  <a:moveTo>
                    <a:pt x="1229" y="1"/>
                  </a:moveTo>
                  <a:cubicBezTo>
                    <a:pt x="703" y="1"/>
                    <a:pt x="274" y="212"/>
                    <a:pt x="160" y="578"/>
                  </a:cubicBezTo>
                  <a:cubicBezTo>
                    <a:pt x="1" y="1082"/>
                    <a:pt x="521" y="1696"/>
                    <a:pt x="1324" y="1949"/>
                  </a:cubicBezTo>
                  <a:cubicBezTo>
                    <a:pt x="1555" y="2022"/>
                    <a:pt x="1784" y="2057"/>
                    <a:pt x="1997" y="2057"/>
                  </a:cubicBezTo>
                  <a:cubicBezTo>
                    <a:pt x="2523" y="2057"/>
                    <a:pt x="2951" y="1847"/>
                    <a:pt x="3064" y="1488"/>
                  </a:cubicBezTo>
                  <a:cubicBezTo>
                    <a:pt x="3224" y="975"/>
                    <a:pt x="2704" y="361"/>
                    <a:pt x="1901" y="108"/>
                  </a:cubicBezTo>
                  <a:cubicBezTo>
                    <a:pt x="1671" y="35"/>
                    <a:pt x="1442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26"/>
            <p:cNvSpPr/>
            <p:nvPr/>
          </p:nvSpPr>
          <p:spPr>
            <a:xfrm>
              <a:off x="2120250" y="4172550"/>
              <a:ext cx="35950" cy="19325"/>
            </a:xfrm>
            <a:custGeom>
              <a:avLst/>
              <a:gdLst/>
              <a:ahLst/>
              <a:cxnLst/>
              <a:rect l="l" t="t" r="r" b="b"/>
              <a:pathLst>
                <a:path w="1438" h="773" extrusionOk="0">
                  <a:moveTo>
                    <a:pt x="444" y="0"/>
                  </a:moveTo>
                  <a:cubicBezTo>
                    <a:pt x="242" y="0"/>
                    <a:pt x="88" y="62"/>
                    <a:pt x="50" y="177"/>
                  </a:cubicBezTo>
                  <a:cubicBezTo>
                    <a:pt x="0" y="359"/>
                    <a:pt x="253" y="596"/>
                    <a:pt x="614" y="713"/>
                  </a:cubicBezTo>
                  <a:cubicBezTo>
                    <a:pt x="744" y="753"/>
                    <a:pt x="872" y="772"/>
                    <a:pt x="985" y="772"/>
                  </a:cubicBezTo>
                  <a:cubicBezTo>
                    <a:pt x="1192" y="772"/>
                    <a:pt x="1350" y="709"/>
                    <a:pt x="1387" y="596"/>
                  </a:cubicBezTo>
                  <a:cubicBezTo>
                    <a:pt x="1437" y="416"/>
                    <a:pt x="1186" y="177"/>
                    <a:pt x="823" y="63"/>
                  </a:cubicBezTo>
                  <a:cubicBezTo>
                    <a:pt x="690" y="20"/>
                    <a:pt x="559" y="0"/>
                    <a:pt x="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" name="Google Shape;68;p26"/>
          <p:cNvGrpSpPr/>
          <p:nvPr/>
        </p:nvGrpSpPr>
        <p:grpSpPr>
          <a:xfrm rot="1058472">
            <a:off x="6392474" y="4714905"/>
            <a:ext cx="270454" cy="197677"/>
            <a:chOff x="2300825" y="4105475"/>
            <a:chExt cx="103475" cy="75625"/>
          </a:xfrm>
        </p:grpSpPr>
        <p:sp>
          <p:nvSpPr>
            <p:cNvPr id="69" name="Google Shape;69;p26"/>
            <p:cNvSpPr/>
            <p:nvPr/>
          </p:nvSpPr>
          <p:spPr>
            <a:xfrm>
              <a:off x="2300825" y="4105475"/>
              <a:ext cx="103475" cy="75625"/>
            </a:xfrm>
            <a:custGeom>
              <a:avLst/>
              <a:gdLst/>
              <a:ahLst/>
              <a:cxnLst/>
              <a:rect l="l" t="t" r="r" b="b"/>
              <a:pathLst>
                <a:path w="4139" h="3025" extrusionOk="0">
                  <a:moveTo>
                    <a:pt x="2777" y="0"/>
                  </a:moveTo>
                  <a:cubicBezTo>
                    <a:pt x="2352" y="0"/>
                    <a:pt x="1858" y="145"/>
                    <a:pt x="1394" y="433"/>
                  </a:cubicBezTo>
                  <a:cubicBezTo>
                    <a:pt x="455" y="1019"/>
                    <a:pt x="1" y="1972"/>
                    <a:pt x="368" y="2572"/>
                  </a:cubicBezTo>
                  <a:cubicBezTo>
                    <a:pt x="559" y="2872"/>
                    <a:pt x="925" y="3024"/>
                    <a:pt x="1362" y="3024"/>
                  </a:cubicBezTo>
                  <a:cubicBezTo>
                    <a:pt x="1785" y="3024"/>
                    <a:pt x="2275" y="2881"/>
                    <a:pt x="2738" y="2593"/>
                  </a:cubicBezTo>
                  <a:cubicBezTo>
                    <a:pt x="3677" y="2009"/>
                    <a:pt x="4139" y="1048"/>
                    <a:pt x="3764" y="456"/>
                  </a:cubicBezTo>
                  <a:cubicBezTo>
                    <a:pt x="3577" y="152"/>
                    <a:pt x="3213" y="0"/>
                    <a:pt x="27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26"/>
            <p:cNvSpPr/>
            <p:nvPr/>
          </p:nvSpPr>
          <p:spPr>
            <a:xfrm>
              <a:off x="2323025" y="4118950"/>
              <a:ext cx="45350" cy="30775"/>
            </a:xfrm>
            <a:custGeom>
              <a:avLst/>
              <a:gdLst/>
              <a:ahLst/>
              <a:cxnLst/>
              <a:rect l="l" t="t" r="r" b="b"/>
              <a:pathLst>
                <a:path w="1814" h="1231" extrusionOk="0">
                  <a:moveTo>
                    <a:pt x="1369" y="1"/>
                  </a:moveTo>
                  <a:cubicBezTo>
                    <a:pt x="1172" y="1"/>
                    <a:pt x="918" y="80"/>
                    <a:pt x="673" y="234"/>
                  </a:cubicBezTo>
                  <a:cubicBezTo>
                    <a:pt x="239" y="509"/>
                    <a:pt x="0" y="891"/>
                    <a:pt x="130" y="1101"/>
                  </a:cubicBezTo>
                  <a:cubicBezTo>
                    <a:pt x="185" y="1188"/>
                    <a:pt x="296" y="1230"/>
                    <a:pt x="438" y="1230"/>
                  </a:cubicBezTo>
                  <a:cubicBezTo>
                    <a:pt x="636" y="1230"/>
                    <a:pt x="894" y="1148"/>
                    <a:pt x="1143" y="993"/>
                  </a:cubicBezTo>
                  <a:cubicBezTo>
                    <a:pt x="1576" y="726"/>
                    <a:pt x="1813" y="343"/>
                    <a:pt x="1683" y="133"/>
                  </a:cubicBezTo>
                  <a:cubicBezTo>
                    <a:pt x="1628" y="44"/>
                    <a:pt x="1514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" name="Google Shape;71;p26"/>
          <p:cNvGrpSpPr/>
          <p:nvPr/>
        </p:nvGrpSpPr>
        <p:grpSpPr>
          <a:xfrm>
            <a:off x="5613364" y="4746423"/>
            <a:ext cx="270453" cy="172577"/>
            <a:chOff x="2097475" y="4160575"/>
            <a:chExt cx="80600" cy="51425"/>
          </a:xfrm>
        </p:grpSpPr>
        <p:sp>
          <p:nvSpPr>
            <p:cNvPr id="72" name="Google Shape;72;p26"/>
            <p:cNvSpPr/>
            <p:nvPr/>
          </p:nvSpPr>
          <p:spPr>
            <a:xfrm>
              <a:off x="2097475" y="4160575"/>
              <a:ext cx="80600" cy="51425"/>
            </a:xfrm>
            <a:custGeom>
              <a:avLst/>
              <a:gdLst/>
              <a:ahLst/>
              <a:cxnLst/>
              <a:rect l="l" t="t" r="r" b="b"/>
              <a:pathLst>
                <a:path w="3224" h="2057" extrusionOk="0">
                  <a:moveTo>
                    <a:pt x="1229" y="1"/>
                  </a:moveTo>
                  <a:cubicBezTo>
                    <a:pt x="703" y="1"/>
                    <a:pt x="274" y="212"/>
                    <a:pt x="160" y="578"/>
                  </a:cubicBezTo>
                  <a:cubicBezTo>
                    <a:pt x="1" y="1082"/>
                    <a:pt x="521" y="1696"/>
                    <a:pt x="1324" y="1949"/>
                  </a:cubicBezTo>
                  <a:cubicBezTo>
                    <a:pt x="1555" y="2022"/>
                    <a:pt x="1784" y="2057"/>
                    <a:pt x="1997" y="2057"/>
                  </a:cubicBezTo>
                  <a:cubicBezTo>
                    <a:pt x="2523" y="2057"/>
                    <a:pt x="2951" y="1847"/>
                    <a:pt x="3064" y="1488"/>
                  </a:cubicBezTo>
                  <a:cubicBezTo>
                    <a:pt x="3224" y="975"/>
                    <a:pt x="2704" y="361"/>
                    <a:pt x="1901" y="108"/>
                  </a:cubicBezTo>
                  <a:cubicBezTo>
                    <a:pt x="1671" y="35"/>
                    <a:pt x="1442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26"/>
            <p:cNvSpPr/>
            <p:nvPr/>
          </p:nvSpPr>
          <p:spPr>
            <a:xfrm>
              <a:off x="2120250" y="4172550"/>
              <a:ext cx="35950" cy="19325"/>
            </a:xfrm>
            <a:custGeom>
              <a:avLst/>
              <a:gdLst/>
              <a:ahLst/>
              <a:cxnLst/>
              <a:rect l="l" t="t" r="r" b="b"/>
              <a:pathLst>
                <a:path w="1438" h="773" extrusionOk="0">
                  <a:moveTo>
                    <a:pt x="444" y="0"/>
                  </a:moveTo>
                  <a:cubicBezTo>
                    <a:pt x="242" y="0"/>
                    <a:pt x="88" y="62"/>
                    <a:pt x="50" y="177"/>
                  </a:cubicBezTo>
                  <a:cubicBezTo>
                    <a:pt x="0" y="359"/>
                    <a:pt x="253" y="596"/>
                    <a:pt x="614" y="713"/>
                  </a:cubicBezTo>
                  <a:cubicBezTo>
                    <a:pt x="744" y="753"/>
                    <a:pt x="872" y="772"/>
                    <a:pt x="985" y="772"/>
                  </a:cubicBezTo>
                  <a:cubicBezTo>
                    <a:pt x="1192" y="772"/>
                    <a:pt x="1350" y="709"/>
                    <a:pt x="1387" y="596"/>
                  </a:cubicBezTo>
                  <a:cubicBezTo>
                    <a:pt x="1437" y="416"/>
                    <a:pt x="1186" y="177"/>
                    <a:pt x="823" y="63"/>
                  </a:cubicBezTo>
                  <a:cubicBezTo>
                    <a:pt x="690" y="20"/>
                    <a:pt x="559" y="0"/>
                    <a:pt x="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" name="Google Shape;74;p26"/>
          <p:cNvSpPr txBox="1">
            <a:spLocks noGrp="1"/>
          </p:cNvSpPr>
          <p:nvPr>
            <p:ph type="title"/>
          </p:nvPr>
        </p:nvSpPr>
        <p:spPr>
          <a:xfrm>
            <a:off x="720000" y="3401825"/>
            <a:ext cx="3555600" cy="12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7"/>
          <p:cNvSpPr/>
          <p:nvPr/>
        </p:nvSpPr>
        <p:spPr>
          <a:xfrm>
            <a:off x="-57500" y="2259001"/>
            <a:ext cx="9259000" cy="2951315"/>
          </a:xfrm>
          <a:custGeom>
            <a:avLst/>
            <a:gdLst/>
            <a:ahLst/>
            <a:cxnLst/>
            <a:rect l="l" t="t" r="r" b="b"/>
            <a:pathLst>
              <a:path w="57554" h="20117" extrusionOk="0">
                <a:moveTo>
                  <a:pt x="1" y="0"/>
                </a:moveTo>
                <a:lnTo>
                  <a:pt x="1" y="20116"/>
                </a:lnTo>
                <a:lnTo>
                  <a:pt x="57554" y="20116"/>
                </a:lnTo>
                <a:lnTo>
                  <a:pt x="57554" y="0"/>
                </a:lnTo>
                <a:cubicBezTo>
                  <a:pt x="53249" y="6588"/>
                  <a:pt x="41989" y="11289"/>
                  <a:pt x="28777" y="11289"/>
                </a:cubicBezTo>
                <a:cubicBezTo>
                  <a:pt x="15566" y="11289"/>
                  <a:pt x="4307" y="6588"/>
                  <a:pt x="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7"/>
          <p:cNvSpPr/>
          <p:nvPr/>
        </p:nvSpPr>
        <p:spPr>
          <a:xfrm>
            <a:off x="4766750" y="4263526"/>
            <a:ext cx="5889903" cy="1215474"/>
          </a:xfrm>
          <a:custGeom>
            <a:avLst/>
            <a:gdLst/>
            <a:ahLst/>
            <a:cxnLst/>
            <a:rect l="l" t="t" r="r" b="b"/>
            <a:pathLst>
              <a:path w="45996" h="9492" extrusionOk="0">
                <a:moveTo>
                  <a:pt x="34548" y="0"/>
                </a:moveTo>
                <a:cubicBezTo>
                  <a:pt x="33978" y="0"/>
                  <a:pt x="33404" y="262"/>
                  <a:pt x="32973" y="817"/>
                </a:cubicBezTo>
                <a:cubicBezTo>
                  <a:pt x="32624" y="515"/>
                  <a:pt x="32212" y="371"/>
                  <a:pt x="31798" y="371"/>
                </a:cubicBezTo>
                <a:cubicBezTo>
                  <a:pt x="30837" y="371"/>
                  <a:pt x="29865" y="1150"/>
                  <a:pt x="29643" y="2528"/>
                </a:cubicBezTo>
                <a:cubicBezTo>
                  <a:pt x="29082" y="1980"/>
                  <a:pt x="28493" y="1709"/>
                  <a:pt x="27964" y="1709"/>
                </a:cubicBezTo>
                <a:cubicBezTo>
                  <a:pt x="27205" y="1709"/>
                  <a:pt x="26569" y="2266"/>
                  <a:pt x="26313" y="3360"/>
                </a:cubicBezTo>
                <a:lnTo>
                  <a:pt x="23070" y="3714"/>
                </a:lnTo>
                <a:cubicBezTo>
                  <a:pt x="22576" y="2273"/>
                  <a:pt x="21469" y="1611"/>
                  <a:pt x="20300" y="1611"/>
                </a:cubicBezTo>
                <a:cubicBezTo>
                  <a:pt x="19693" y="1611"/>
                  <a:pt x="19069" y="1790"/>
                  <a:pt x="18505" y="2131"/>
                </a:cubicBezTo>
                <a:cubicBezTo>
                  <a:pt x="18216" y="1952"/>
                  <a:pt x="17889" y="1845"/>
                  <a:pt x="17573" y="1845"/>
                </a:cubicBezTo>
                <a:cubicBezTo>
                  <a:pt x="17085" y="1845"/>
                  <a:pt x="16622" y="2101"/>
                  <a:pt x="16359" y="2745"/>
                </a:cubicBezTo>
                <a:cubicBezTo>
                  <a:pt x="15960" y="1516"/>
                  <a:pt x="15153" y="962"/>
                  <a:pt x="14283" y="962"/>
                </a:cubicBezTo>
                <a:cubicBezTo>
                  <a:pt x="13661" y="962"/>
                  <a:pt x="13006" y="1246"/>
                  <a:pt x="12445" y="1770"/>
                </a:cubicBezTo>
                <a:cubicBezTo>
                  <a:pt x="12043" y="1223"/>
                  <a:pt x="11524" y="987"/>
                  <a:pt x="11026" y="987"/>
                </a:cubicBezTo>
                <a:cubicBezTo>
                  <a:pt x="10155" y="987"/>
                  <a:pt x="9346" y="1707"/>
                  <a:pt x="9332" y="2745"/>
                </a:cubicBezTo>
                <a:cubicBezTo>
                  <a:pt x="8882" y="2695"/>
                  <a:pt x="8455" y="2671"/>
                  <a:pt x="8049" y="2671"/>
                </a:cubicBezTo>
                <a:cubicBezTo>
                  <a:pt x="2212" y="2671"/>
                  <a:pt x="695" y="7534"/>
                  <a:pt x="0" y="9492"/>
                </a:cubicBezTo>
                <a:lnTo>
                  <a:pt x="44978" y="9145"/>
                </a:lnTo>
                <a:cubicBezTo>
                  <a:pt x="45996" y="6833"/>
                  <a:pt x="44275" y="5627"/>
                  <a:pt x="42653" y="5627"/>
                </a:cubicBezTo>
                <a:cubicBezTo>
                  <a:pt x="42020" y="5627"/>
                  <a:pt x="41402" y="5811"/>
                  <a:pt x="40968" y="6184"/>
                </a:cubicBezTo>
                <a:cubicBezTo>
                  <a:pt x="41288" y="5080"/>
                  <a:pt x="40781" y="4355"/>
                  <a:pt x="40132" y="4355"/>
                </a:cubicBezTo>
                <a:cubicBezTo>
                  <a:pt x="39867" y="4355"/>
                  <a:pt x="39580" y="4475"/>
                  <a:pt x="39315" y="4738"/>
                </a:cubicBezTo>
                <a:cubicBezTo>
                  <a:pt x="39501" y="3267"/>
                  <a:pt x="38702" y="2373"/>
                  <a:pt x="37592" y="2373"/>
                </a:cubicBezTo>
                <a:cubicBezTo>
                  <a:pt x="37328" y="2373"/>
                  <a:pt x="37047" y="2423"/>
                  <a:pt x="36758" y="2528"/>
                </a:cubicBezTo>
                <a:cubicBezTo>
                  <a:pt x="36664" y="911"/>
                  <a:pt x="35612" y="0"/>
                  <a:pt x="34548" y="0"/>
                </a:cubicBezTo>
                <a:close/>
              </a:path>
            </a:pathLst>
          </a:custGeom>
          <a:solidFill>
            <a:srgbClr val="1866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7"/>
          <p:cNvSpPr/>
          <p:nvPr/>
        </p:nvSpPr>
        <p:spPr>
          <a:xfrm flipH="1">
            <a:off x="-1062998" y="4335500"/>
            <a:ext cx="5192373" cy="1071528"/>
          </a:xfrm>
          <a:custGeom>
            <a:avLst/>
            <a:gdLst/>
            <a:ahLst/>
            <a:cxnLst/>
            <a:rect l="l" t="t" r="r" b="b"/>
            <a:pathLst>
              <a:path w="45996" h="9492" extrusionOk="0">
                <a:moveTo>
                  <a:pt x="34548" y="0"/>
                </a:moveTo>
                <a:cubicBezTo>
                  <a:pt x="33978" y="0"/>
                  <a:pt x="33404" y="262"/>
                  <a:pt x="32973" y="817"/>
                </a:cubicBezTo>
                <a:cubicBezTo>
                  <a:pt x="32624" y="515"/>
                  <a:pt x="32212" y="371"/>
                  <a:pt x="31798" y="371"/>
                </a:cubicBezTo>
                <a:cubicBezTo>
                  <a:pt x="30837" y="371"/>
                  <a:pt x="29865" y="1150"/>
                  <a:pt x="29643" y="2528"/>
                </a:cubicBezTo>
                <a:cubicBezTo>
                  <a:pt x="29082" y="1980"/>
                  <a:pt x="28493" y="1709"/>
                  <a:pt x="27964" y="1709"/>
                </a:cubicBezTo>
                <a:cubicBezTo>
                  <a:pt x="27205" y="1709"/>
                  <a:pt x="26569" y="2266"/>
                  <a:pt x="26313" y="3360"/>
                </a:cubicBezTo>
                <a:lnTo>
                  <a:pt x="23070" y="3714"/>
                </a:lnTo>
                <a:cubicBezTo>
                  <a:pt x="22576" y="2273"/>
                  <a:pt x="21469" y="1611"/>
                  <a:pt x="20300" y="1611"/>
                </a:cubicBezTo>
                <a:cubicBezTo>
                  <a:pt x="19693" y="1611"/>
                  <a:pt x="19069" y="1790"/>
                  <a:pt x="18505" y="2131"/>
                </a:cubicBezTo>
                <a:cubicBezTo>
                  <a:pt x="18216" y="1952"/>
                  <a:pt x="17889" y="1845"/>
                  <a:pt x="17573" y="1845"/>
                </a:cubicBezTo>
                <a:cubicBezTo>
                  <a:pt x="17085" y="1845"/>
                  <a:pt x="16622" y="2101"/>
                  <a:pt x="16359" y="2745"/>
                </a:cubicBezTo>
                <a:cubicBezTo>
                  <a:pt x="15960" y="1516"/>
                  <a:pt x="15153" y="962"/>
                  <a:pt x="14283" y="962"/>
                </a:cubicBezTo>
                <a:cubicBezTo>
                  <a:pt x="13661" y="962"/>
                  <a:pt x="13006" y="1246"/>
                  <a:pt x="12445" y="1770"/>
                </a:cubicBezTo>
                <a:cubicBezTo>
                  <a:pt x="12043" y="1223"/>
                  <a:pt x="11524" y="987"/>
                  <a:pt x="11026" y="987"/>
                </a:cubicBezTo>
                <a:cubicBezTo>
                  <a:pt x="10155" y="987"/>
                  <a:pt x="9346" y="1707"/>
                  <a:pt x="9332" y="2745"/>
                </a:cubicBezTo>
                <a:cubicBezTo>
                  <a:pt x="8882" y="2695"/>
                  <a:pt x="8455" y="2671"/>
                  <a:pt x="8049" y="2671"/>
                </a:cubicBezTo>
                <a:cubicBezTo>
                  <a:pt x="2212" y="2671"/>
                  <a:pt x="695" y="7534"/>
                  <a:pt x="0" y="9492"/>
                </a:cubicBezTo>
                <a:lnTo>
                  <a:pt x="44978" y="9145"/>
                </a:lnTo>
                <a:cubicBezTo>
                  <a:pt x="45996" y="6833"/>
                  <a:pt x="44275" y="5627"/>
                  <a:pt x="42653" y="5627"/>
                </a:cubicBezTo>
                <a:cubicBezTo>
                  <a:pt x="42020" y="5627"/>
                  <a:pt x="41402" y="5811"/>
                  <a:pt x="40968" y="6184"/>
                </a:cubicBezTo>
                <a:cubicBezTo>
                  <a:pt x="41288" y="5080"/>
                  <a:pt x="40781" y="4355"/>
                  <a:pt x="40132" y="4355"/>
                </a:cubicBezTo>
                <a:cubicBezTo>
                  <a:pt x="39867" y="4355"/>
                  <a:pt x="39580" y="4475"/>
                  <a:pt x="39315" y="4738"/>
                </a:cubicBezTo>
                <a:cubicBezTo>
                  <a:pt x="39501" y="3267"/>
                  <a:pt x="38702" y="2373"/>
                  <a:pt x="37592" y="2373"/>
                </a:cubicBezTo>
                <a:cubicBezTo>
                  <a:pt x="37328" y="2373"/>
                  <a:pt x="37047" y="2423"/>
                  <a:pt x="36758" y="2528"/>
                </a:cubicBezTo>
                <a:cubicBezTo>
                  <a:pt x="36664" y="911"/>
                  <a:pt x="35612" y="0"/>
                  <a:pt x="3454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7"/>
          <p:cNvSpPr/>
          <p:nvPr/>
        </p:nvSpPr>
        <p:spPr>
          <a:xfrm>
            <a:off x="2626350" y="4524725"/>
            <a:ext cx="3583640" cy="882295"/>
          </a:xfrm>
          <a:custGeom>
            <a:avLst/>
            <a:gdLst/>
            <a:ahLst/>
            <a:cxnLst/>
            <a:rect l="l" t="t" r="r" b="b"/>
            <a:pathLst>
              <a:path w="38298" h="9429" extrusionOk="0">
                <a:moveTo>
                  <a:pt x="17984" y="0"/>
                </a:moveTo>
                <a:cubicBezTo>
                  <a:pt x="15608" y="0"/>
                  <a:pt x="13417" y="346"/>
                  <a:pt x="11595" y="1028"/>
                </a:cubicBezTo>
                <a:cubicBezTo>
                  <a:pt x="7037" y="2726"/>
                  <a:pt x="2204" y="7211"/>
                  <a:pt x="1" y="9428"/>
                </a:cubicBezTo>
                <a:lnTo>
                  <a:pt x="38298" y="9428"/>
                </a:lnTo>
                <a:cubicBezTo>
                  <a:pt x="36362" y="7038"/>
                  <a:pt x="34021" y="5030"/>
                  <a:pt x="31385" y="3498"/>
                </a:cubicBezTo>
                <a:cubicBezTo>
                  <a:pt x="29927" y="2654"/>
                  <a:pt x="28373" y="1960"/>
                  <a:pt x="26763" y="1433"/>
                </a:cubicBezTo>
                <a:cubicBezTo>
                  <a:pt x="26574" y="1367"/>
                  <a:pt x="26387" y="1310"/>
                  <a:pt x="26200" y="1253"/>
                </a:cubicBezTo>
                <a:cubicBezTo>
                  <a:pt x="26120" y="1230"/>
                  <a:pt x="26040" y="1210"/>
                  <a:pt x="25960" y="1187"/>
                </a:cubicBezTo>
                <a:cubicBezTo>
                  <a:pt x="25803" y="1137"/>
                  <a:pt x="25643" y="1093"/>
                  <a:pt x="25484" y="1050"/>
                </a:cubicBezTo>
                <a:cubicBezTo>
                  <a:pt x="25404" y="1028"/>
                  <a:pt x="25333" y="1007"/>
                  <a:pt x="25253" y="984"/>
                </a:cubicBezTo>
                <a:cubicBezTo>
                  <a:pt x="25166" y="963"/>
                  <a:pt x="25087" y="941"/>
                  <a:pt x="25000" y="920"/>
                </a:cubicBezTo>
                <a:cubicBezTo>
                  <a:pt x="24270" y="733"/>
                  <a:pt x="23540" y="573"/>
                  <a:pt x="22819" y="443"/>
                </a:cubicBezTo>
                <a:cubicBezTo>
                  <a:pt x="21163" y="147"/>
                  <a:pt x="19534" y="0"/>
                  <a:pt x="17984" y="0"/>
                </a:cubicBezTo>
                <a:close/>
              </a:path>
            </a:pathLst>
          </a:custGeom>
          <a:solidFill>
            <a:srgbClr val="7392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" name="Google Shape;80;p27"/>
          <p:cNvGrpSpPr/>
          <p:nvPr/>
        </p:nvGrpSpPr>
        <p:grpSpPr>
          <a:xfrm>
            <a:off x="185994" y="4608511"/>
            <a:ext cx="330354" cy="241448"/>
            <a:chOff x="2300825" y="4105475"/>
            <a:chExt cx="103475" cy="75625"/>
          </a:xfrm>
        </p:grpSpPr>
        <p:sp>
          <p:nvSpPr>
            <p:cNvPr id="81" name="Google Shape;81;p27"/>
            <p:cNvSpPr/>
            <p:nvPr/>
          </p:nvSpPr>
          <p:spPr>
            <a:xfrm>
              <a:off x="2300825" y="4105475"/>
              <a:ext cx="103475" cy="75625"/>
            </a:xfrm>
            <a:custGeom>
              <a:avLst/>
              <a:gdLst/>
              <a:ahLst/>
              <a:cxnLst/>
              <a:rect l="l" t="t" r="r" b="b"/>
              <a:pathLst>
                <a:path w="4139" h="3025" extrusionOk="0">
                  <a:moveTo>
                    <a:pt x="2777" y="0"/>
                  </a:moveTo>
                  <a:cubicBezTo>
                    <a:pt x="2352" y="0"/>
                    <a:pt x="1858" y="145"/>
                    <a:pt x="1394" y="433"/>
                  </a:cubicBezTo>
                  <a:cubicBezTo>
                    <a:pt x="455" y="1019"/>
                    <a:pt x="1" y="1972"/>
                    <a:pt x="368" y="2572"/>
                  </a:cubicBezTo>
                  <a:cubicBezTo>
                    <a:pt x="559" y="2872"/>
                    <a:pt x="925" y="3024"/>
                    <a:pt x="1362" y="3024"/>
                  </a:cubicBezTo>
                  <a:cubicBezTo>
                    <a:pt x="1785" y="3024"/>
                    <a:pt x="2275" y="2881"/>
                    <a:pt x="2738" y="2593"/>
                  </a:cubicBezTo>
                  <a:cubicBezTo>
                    <a:pt x="3677" y="2009"/>
                    <a:pt x="4139" y="1048"/>
                    <a:pt x="3764" y="456"/>
                  </a:cubicBezTo>
                  <a:cubicBezTo>
                    <a:pt x="3577" y="152"/>
                    <a:pt x="3213" y="0"/>
                    <a:pt x="27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27"/>
            <p:cNvSpPr/>
            <p:nvPr/>
          </p:nvSpPr>
          <p:spPr>
            <a:xfrm>
              <a:off x="2323025" y="4118950"/>
              <a:ext cx="45350" cy="30775"/>
            </a:xfrm>
            <a:custGeom>
              <a:avLst/>
              <a:gdLst/>
              <a:ahLst/>
              <a:cxnLst/>
              <a:rect l="l" t="t" r="r" b="b"/>
              <a:pathLst>
                <a:path w="1814" h="1231" extrusionOk="0">
                  <a:moveTo>
                    <a:pt x="1369" y="1"/>
                  </a:moveTo>
                  <a:cubicBezTo>
                    <a:pt x="1172" y="1"/>
                    <a:pt x="918" y="80"/>
                    <a:pt x="673" y="234"/>
                  </a:cubicBezTo>
                  <a:cubicBezTo>
                    <a:pt x="239" y="509"/>
                    <a:pt x="0" y="891"/>
                    <a:pt x="130" y="1101"/>
                  </a:cubicBezTo>
                  <a:cubicBezTo>
                    <a:pt x="185" y="1188"/>
                    <a:pt x="296" y="1230"/>
                    <a:pt x="438" y="1230"/>
                  </a:cubicBezTo>
                  <a:cubicBezTo>
                    <a:pt x="636" y="1230"/>
                    <a:pt x="894" y="1148"/>
                    <a:pt x="1143" y="993"/>
                  </a:cubicBezTo>
                  <a:cubicBezTo>
                    <a:pt x="1576" y="726"/>
                    <a:pt x="1813" y="343"/>
                    <a:pt x="1683" y="133"/>
                  </a:cubicBezTo>
                  <a:cubicBezTo>
                    <a:pt x="1628" y="44"/>
                    <a:pt x="1514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" name="Google Shape;83;p27"/>
          <p:cNvGrpSpPr/>
          <p:nvPr/>
        </p:nvGrpSpPr>
        <p:grpSpPr>
          <a:xfrm>
            <a:off x="868238" y="4898545"/>
            <a:ext cx="211059" cy="134662"/>
            <a:chOff x="2097475" y="4160575"/>
            <a:chExt cx="80600" cy="51425"/>
          </a:xfrm>
        </p:grpSpPr>
        <p:sp>
          <p:nvSpPr>
            <p:cNvPr id="84" name="Google Shape;84;p27"/>
            <p:cNvSpPr/>
            <p:nvPr/>
          </p:nvSpPr>
          <p:spPr>
            <a:xfrm>
              <a:off x="2097475" y="4160575"/>
              <a:ext cx="80600" cy="51425"/>
            </a:xfrm>
            <a:custGeom>
              <a:avLst/>
              <a:gdLst/>
              <a:ahLst/>
              <a:cxnLst/>
              <a:rect l="l" t="t" r="r" b="b"/>
              <a:pathLst>
                <a:path w="3224" h="2057" extrusionOk="0">
                  <a:moveTo>
                    <a:pt x="1229" y="1"/>
                  </a:moveTo>
                  <a:cubicBezTo>
                    <a:pt x="703" y="1"/>
                    <a:pt x="274" y="212"/>
                    <a:pt x="160" y="578"/>
                  </a:cubicBezTo>
                  <a:cubicBezTo>
                    <a:pt x="1" y="1082"/>
                    <a:pt x="521" y="1696"/>
                    <a:pt x="1324" y="1949"/>
                  </a:cubicBezTo>
                  <a:cubicBezTo>
                    <a:pt x="1555" y="2022"/>
                    <a:pt x="1784" y="2057"/>
                    <a:pt x="1997" y="2057"/>
                  </a:cubicBezTo>
                  <a:cubicBezTo>
                    <a:pt x="2523" y="2057"/>
                    <a:pt x="2951" y="1847"/>
                    <a:pt x="3064" y="1488"/>
                  </a:cubicBezTo>
                  <a:cubicBezTo>
                    <a:pt x="3224" y="975"/>
                    <a:pt x="2704" y="361"/>
                    <a:pt x="1901" y="108"/>
                  </a:cubicBezTo>
                  <a:cubicBezTo>
                    <a:pt x="1671" y="35"/>
                    <a:pt x="1442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7"/>
            <p:cNvSpPr/>
            <p:nvPr/>
          </p:nvSpPr>
          <p:spPr>
            <a:xfrm>
              <a:off x="2120250" y="4172550"/>
              <a:ext cx="35950" cy="19325"/>
            </a:xfrm>
            <a:custGeom>
              <a:avLst/>
              <a:gdLst/>
              <a:ahLst/>
              <a:cxnLst/>
              <a:rect l="l" t="t" r="r" b="b"/>
              <a:pathLst>
                <a:path w="1438" h="773" extrusionOk="0">
                  <a:moveTo>
                    <a:pt x="444" y="0"/>
                  </a:moveTo>
                  <a:cubicBezTo>
                    <a:pt x="242" y="0"/>
                    <a:pt x="88" y="62"/>
                    <a:pt x="50" y="177"/>
                  </a:cubicBezTo>
                  <a:cubicBezTo>
                    <a:pt x="0" y="359"/>
                    <a:pt x="253" y="596"/>
                    <a:pt x="614" y="713"/>
                  </a:cubicBezTo>
                  <a:cubicBezTo>
                    <a:pt x="744" y="753"/>
                    <a:pt x="872" y="772"/>
                    <a:pt x="985" y="772"/>
                  </a:cubicBezTo>
                  <a:cubicBezTo>
                    <a:pt x="1192" y="772"/>
                    <a:pt x="1350" y="709"/>
                    <a:pt x="1387" y="596"/>
                  </a:cubicBezTo>
                  <a:cubicBezTo>
                    <a:pt x="1437" y="416"/>
                    <a:pt x="1186" y="177"/>
                    <a:pt x="823" y="63"/>
                  </a:cubicBezTo>
                  <a:cubicBezTo>
                    <a:pt x="690" y="20"/>
                    <a:pt x="559" y="0"/>
                    <a:pt x="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p27"/>
          <p:cNvSpPr/>
          <p:nvPr/>
        </p:nvSpPr>
        <p:spPr>
          <a:xfrm>
            <a:off x="-152824" y="668724"/>
            <a:ext cx="1876331" cy="422002"/>
          </a:xfrm>
          <a:custGeom>
            <a:avLst/>
            <a:gdLst/>
            <a:ahLst/>
            <a:cxnLst/>
            <a:rect l="l" t="t" r="r" b="b"/>
            <a:pathLst>
              <a:path w="28258" h="5545" extrusionOk="0">
                <a:moveTo>
                  <a:pt x="10378" y="0"/>
                </a:moveTo>
                <a:cubicBezTo>
                  <a:pt x="8312" y="0"/>
                  <a:pt x="6398" y="1151"/>
                  <a:pt x="5310" y="3326"/>
                </a:cubicBezTo>
                <a:cubicBezTo>
                  <a:pt x="4474" y="2885"/>
                  <a:pt x="3683" y="2665"/>
                  <a:pt x="2977" y="2665"/>
                </a:cubicBezTo>
                <a:cubicBezTo>
                  <a:pt x="1507" y="2665"/>
                  <a:pt x="401" y="3622"/>
                  <a:pt x="1" y="5545"/>
                </a:cubicBezTo>
                <a:lnTo>
                  <a:pt x="28257" y="5545"/>
                </a:lnTo>
                <a:cubicBezTo>
                  <a:pt x="26931" y="3847"/>
                  <a:pt x="25535" y="3011"/>
                  <a:pt x="24074" y="3011"/>
                </a:cubicBezTo>
                <a:cubicBezTo>
                  <a:pt x="23363" y="3011"/>
                  <a:pt x="22637" y="3209"/>
                  <a:pt x="21895" y="3601"/>
                </a:cubicBezTo>
                <a:cubicBezTo>
                  <a:pt x="20794" y="1817"/>
                  <a:pt x="19594" y="928"/>
                  <a:pt x="18291" y="928"/>
                </a:cubicBezTo>
                <a:cubicBezTo>
                  <a:pt x="17352" y="928"/>
                  <a:pt x="16360" y="1389"/>
                  <a:pt x="15315" y="2308"/>
                </a:cubicBezTo>
                <a:cubicBezTo>
                  <a:pt x="13806" y="748"/>
                  <a:pt x="12042" y="0"/>
                  <a:pt x="10378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" name="Google Shape;87;p27"/>
          <p:cNvGrpSpPr/>
          <p:nvPr/>
        </p:nvGrpSpPr>
        <p:grpSpPr>
          <a:xfrm rot="1078004">
            <a:off x="1752680" y="4750494"/>
            <a:ext cx="330353" cy="241439"/>
            <a:chOff x="2300825" y="4105475"/>
            <a:chExt cx="103475" cy="75625"/>
          </a:xfrm>
        </p:grpSpPr>
        <p:sp>
          <p:nvSpPr>
            <p:cNvPr id="88" name="Google Shape;88;p27"/>
            <p:cNvSpPr/>
            <p:nvPr/>
          </p:nvSpPr>
          <p:spPr>
            <a:xfrm>
              <a:off x="2300825" y="4105475"/>
              <a:ext cx="103475" cy="75625"/>
            </a:xfrm>
            <a:custGeom>
              <a:avLst/>
              <a:gdLst/>
              <a:ahLst/>
              <a:cxnLst/>
              <a:rect l="l" t="t" r="r" b="b"/>
              <a:pathLst>
                <a:path w="4139" h="3025" extrusionOk="0">
                  <a:moveTo>
                    <a:pt x="2777" y="0"/>
                  </a:moveTo>
                  <a:cubicBezTo>
                    <a:pt x="2352" y="0"/>
                    <a:pt x="1858" y="145"/>
                    <a:pt x="1394" y="433"/>
                  </a:cubicBezTo>
                  <a:cubicBezTo>
                    <a:pt x="455" y="1019"/>
                    <a:pt x="1" y="1972"/>
                    <a:pt x="368" y="2572"/>
                  </a:cubicBezTo>
                  <a:cubicBezTo>
                    <a:pt x="559" y="2872"/>
                    <a:pt x="925" y="3024"/>
                    <a:pt x="1362" y="3024"/>
                  </a:cubicBezTo>
                  <a:cubicBezTo>
                    <a:pt x="1785" y="3024"/>
                    <a:pt x="2275" y="2881"/>
                    <a:pt x="2738" y="2593"/>
                  </a:cubicBezTo>
                  <a:cubicBezTo>
                    <a:pt x="3677" y="2009"/>
                    <a:pt x="4139" y="1048"/>
                    <a:pt x="3764" y="456"/>
                  </a:cubicBezTo>
                  <a:cubicBezTo>
                    <a:pt x="3577" y="152"/>
                    <a:pt x="3213" y="0"/>
                    <a:pt x="27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7"/>
            <p:cNvSpPr/>
            <p:nvPr/>
          </p:nvSpPr>
          <p:spPr>
            <a:xfrm>
              <a:off x="2323025" y="4118950"/>
              <a:ext cx="45350" cy="30775"/>
            </a:xfrm>
            <a:custGeom>
              <a:avLst/>
              <a:gdLst/>
              <a:ahLst/>
              <a:cxnLst/>
              <a:rect l="l" t="t" r="r" b="b"/>
              <a:pathLst>
                <a:path w="1814" h="1231" extrusionOk="0">
                  <a:moveTo>
                    <a:pt x="1369" y="1"/>
                  </a:moveTo>
                  <a:cubicBezTo>
                    <a:pt x="1172" y="1"/>
                    <a:pt x="918" y="80"/>
                    <a:pt x="673" y="234"/>
                  </a:cubicBezTo>
                  <a:cubicBezTo>
                    <a:pt x="239" y="509"/>
                    <a:pt x="0" y="891"/>
                    <a:pt x="130" y="1101"/>
                  </a:cubicBezTo>
                  <a:cubicBezTo>
                    <a:pt x="185" y="1188"/>
                    <a:pt x="296" y="1230"/>
                    <a:pt x="438" y="1230"/>
                  </a:cubicBezTo>
                  <a:cubicBezTo>
                    <a:pt x="636" y="1230"/>
                    <a:pt x="894" y="1148"/>
                    <a:pt x="1143" y="993"/>
                  </a:cubicBezTo>
                  <a:cubicBezTo>
                    <a:pt x="1576" y="726"/>
                    <a:pt x="1813" y="343"/>
                    <a:pt x="1683" y="133"/>
                  </a:cubicBezTo>
                  <a:cubicBezTo>
                    <a:pt x="1628" y="44"/>
                    <a:pt x="1514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" name="Google Shape;90;p27"/>
          <p:cNvGrpSpPr/>
          <p:nvPr/>
        </p:nvGrpSpPr>
        <p:grpSpPr>
          <a:xfrm>
            <a:off x="6319319" y="4750498"/>
            <a:ext cx="330354" cy="241448"/>
            <a:chOff x="2300825" y="4105475"/>
            <a:chExt cx="103475" cy="75625"/>
          </a:xfrm>
        </p:grpSpPr>
        <p:sp>
          <p:nvSpPr>
            <p:cNvPr id="91" name="Google Shape;91;p27"/>
            <p:cNvSpPr/>
            <p:nvPr/>
          </p:nvSpPr>
          <p:spPr>
            <a:xfrm>
              <a:off x="2300825" y="4105475"/>
              <a:ext cx="103475" cy="75625"/>
            </a:xfrm>
            <a:custGeom>
              <a:avLst/>
              <a:gdLst/>
              <a:ahLst/>
              <a:cxnLst/>
              <a:rect l="l" t="t" r="r" b="b"/>
              <a:pathLst>
                <a:path w="4139" h="3025" extrusionOk="0">
                  <a:moveTo>
                    <a:pt x="2777" y="0"/>
                  </a:moveTo>
                  <a:cubicBezTo>
                    <a:pt x="2352" y="0"/>
                    <a:pt x="1858" y="145"/>
                    <a:pt x="1394" y="433"/>
                  </a:cubicBezTo>
                  <a:cubicBezTo>
                    <a:pt x="455" y="1019"/>
                    <a:pt x="1" y="1972"/>
                    <a:pt x="368" y="2572"/>
                  </a:cubicBezTo>
                  <a:cubicBezTo>
                    <a:pt x="559" y="2872"/>
                    <a:pt x="925" y="3024"/>
                    <a:pt x="1362" y="3024"/>
                  </a:cubicBezTo>
                  <a:cubicBezTo>
                    <a:pt x="1785" y="3024"/>
                    <a:pt x="2275" y="2881"/>
                    <a:pt x="2738" y="2593"/>
                  </a:cubicBezTo>
                  <a:cubicBezTo>
                    <a:pt x="3677" y="2009"/>
                    <a:pt x="4139" y="1048"/>
                    <a:pt x="3764" y="456"/>
                  </a:cubicBezTo>
                  <a:cubicBezTo>
                    <a:pt x="3577" y="152"/>
                    <a:pt x="3213" y="0"/>
                    <a:pt x="27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7"/>
            <p:cNvSpPr/>
            <p:nvPr/>
          </p:nvSpPr>
          <p:spPr>
            <a:xfrm>
              <a:off x="2323025" y="4118950"/>
              <a:ext cx="45350" cy="30775"/>
            </a:xfrm>
            <a:custGeom>
              <a:avLst/>
              <a:gdLst/>
              <a:ahLst/>
              <a:cxnLst/>
              <a:rect l="l" t="t" r="r" b="b"/>
              <a:pathLst>
                <a:path w="1814" h="1231" extrusionOk="0">
                  <a:moveTo>
                    <a:pt x="1369" y="1"/>
                  </a:moveTo>
                  <a:cubicBezTo>
                    <a:pt x="1172" y="1"/>
                    <a:pt x="918" y="80"/>
                    <a:pt x="673" y="234"/>
                  </a:cubicBezTo>
                  <a:cubicBezTo>
                    <a:pt x="239" y="509"/>
                    <a:pt x="0" y="891"/>
                    <a:pt x="130" y="1101"/>
                  </a:cubicBezTo>
                  <a:cubicBezTo>
                    <a:pt x="185" y="1188"/>
                    <a:pt x="296" y="1230"/>
                    <a:pt x="438" y="1230"/>
                  </a:cubicBezTo>
                  <a:cubicBezTo>
                    <a:pt x="636" y="1230"/>
                    <a:pt x="894" y="1148"/>
                    <a:pt x="1143" y="993"/>
                  </a:cubicBezTo>
                  <a:cubicBezTo>
                    <a:pt x="1576" y="726"/>
                    <a:pt x="1813" y="343"/>
                    <a:pt x="1683" y="133"/>
                  </a:cubicBezTo>
                  <a:cubicBezTo>
                    <a:pt x="1628" y="44"/>
                    <a:pt x="1514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" name="Google Shape;93;p27"/>
          <p:cNvGrpSpPr/>
          <p:nvPr/>
        </p:nvGrpSpPr>
        <p:grpSpPr>
          <a:xfrm>
            <a:off x="7411105" y="4841879"/>
            <a:ext cx="388726" cy="248007"/>
            <a:chOff x="2097475" y="4160575"/>
            <a:chExt cx="80600" cy="51425"/>
          </a:xfrm>
        </p:grpSpPr>
        <p:sp>
          <p:nvSpPr>
            <p:cNvPr id="94" name="Google Shape;94;p27"/>
            <p:cNvSpPr/>
            <p:nvPr/>
          </p:nvSpPr>
          <p:spPr>
            <a:xfrm>
              <a:off x="2097475" y="4160575"/>
              <a:ext cx="80600" cy="51425"/>
            </a:xfrm>
            <a:custGeom>
              <a:avLst/>
              <a:gdLst/>
              <a:ahLst/>
              <a:cxnLst/>
              <a:rect l="l" t="t" r="r" b="b"/>
              <a:pathLst>
                <a:path w="3224" h="2057" extrusionOk="0">
                  <a:moveTo>
                    <a:pt x="1229" y="1"/>
                  </a:moveTo>
                  <a:cubicBezTo>
                    <a:pt x="703" y="1"/>
                    <a:pt x="274" y="212"/>
                    <a:pt x="160" y="578"/>
                  </a:cubicBezTo>
                  <a:cubicBezTo>
                    <a:pt x="1" y="1082"/>
                    <a:pt x="521" y="1696"/>
                    <a:pt x="1324" y="1949"/>
                  </a:cubicBezTo>
                  <a:cubicBezTo>
                    <a:pt x="1555" y="2022"/>
                    <a:pt x="1784" y="2057"/>
                    <a:pt x="1997" y="2057"/>
                  </a:cubicBezTo>
                  <a:cubicBezTo>
                    <a:pt x="2523" y="2057"/>
                    <a:pt x="2951" y="1847"/>
                    <a:pt x="3064" y="1488"/>
                  </a:cubicBezTo>
                  <a:cubicBezTo>
                    <a:pt x="3224" y="975"/>
                    <a:pt x="2704" y="361"/>
                    <a:pt x="1901" y="108"/>
                  </a:cubicBezTo>
                  <a:cubicBezTo>
                    <a:pt x="1671" y="35"/>
                    <a:pt x="1442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7"/>
            <p:cNvSpPr/>
            <p:nvPr/>
          </p:nvSpPr>
          <p:spPr>
            <a:xfrm>
              <a:off x="2120250" y="4172550"/>
              <a:ext cx="35950" cy="19325"/>
            </a:xfrm>
            <a:custGeom>
              <a:avLst/>
              <a:gdLst/>
              <a:ahLst/>
              <a:cxnLst/>
              <a:rect l="l" t="t" r="r" b="b"/>
              <a:pathLst>
                <a:path w="1438" h="773" extrusionOk="0">
                  <a:moveTo>
                    <a:pt x="444" y="0"/>
                  </a:moveTo>
                  <a:cubicBezTo>
                    <a:pt x="242" y="0"/>
                    <a:pt x="88" y="62"/>
                    <a:pt x="50" y="177"/>
                  </a:cubicBezTo>
                  <a:cubicBezTo>
                    <a:pt x="0" y="359"/>
                    <a:pt x="253" y="596"/>
                    <a:pt x="614" y="713"/>
                  </a:cubicBezTo>
                  <a:cubicBezTo>
                    <a:pt x="744" y="753"/>
                    <a:pt x="872" y="772"/>
                    <a:pt x="985" y="772"/>
                  </a:cubicBezTo>
                  <a:cubicBezTo>
                    <a:pt x="1192" y="772"/>
                    <a:pt x="1350" y="709"/>
                    <a:pt x="1387" y="596"/>
                  </a:cubicBezTo>
                  <a:cubicBezTo>
                    <a:pt x="1437" y="416"/>
                    <a:pt x="1186" y="177"/>
                    <a:pt x="823" y="63"/>
                  </a:cubicBezTo>
                  <a:cubicBezTo>
                    <a:pt x="690" y="20"/>
                    <a:pt x="559" y="0"/>
                    <a:pt x="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" name="Google Shape;96;p27"/>
          <p:cNvGrpSpPr/>
          <p:nvPr/>
        </p:nvGrpSpPr>
        <p:grpSpPr>
          <a:xfrm rot="1078004">
            <a:off x="8590430" y="4750494"/>
            <a:ext cx="330353" cy="241439"/>
            <a:chOff x="2300825" y="4105475"/>
            <a:chExt cx="103475" cy="75625"/>
          </a:xfrm>
        </p:grpSpPr>
        <p:sp>
          <p:nvSpPr>
            <p:cNvPr id="97" name="Google Shape;97;p27"/>
            <p:cNvSpPr/>
            <p:nvPr/>
          </p:nvSpPr>
          <p:spPr>
            <a:xfrm>
              <a:off x="2300825" y="4105475"/>
              <a:ext cx="103475" cy="75625"/>
            </a:xfrm>
            <a:custGeom>
              <a:avLst/>
              <a:gdLst/>
              <a:ahLst/>
              <a:cxnLst/>
              <a:rect l="l" t="t" r="r" b="b"/>
              <a:pathLst>
                <a:path w="4139" h="3025" extrusionOk="0">
                  <a:moveTo>
                    <a:pt x="2777" y="0"/>
                  </a:moveTo>
                  <a:cubicBezTo>
                    <a:pt x="2352" y="0"/>
                    <a:pt x="1858" y="145"/>
                    <a:pt x="1394" y="433"/>
                  </a:cubicBezTo>
                  <a:cubicBezTo>
                    <a:pt x="455" y="1019"/>
                    <a:pt x="1" y="1972"/>
                    <a:pt x="368" y="2572"/>
                  </a:cubicBezTo>
                  <a:cubicBezTo>
                    <a:pt x="559" y="2872"/>
                    <a:pt x="925" y="3024"/>
                    <a:pt x="1362" y="3024"/>
                  </a:cubicBezTo>
                  <a:cubicBezTo>
                    <a:pt x="1785" y="3024"/>
                    <a:pt x="2275" y="2881"/>
                    <a:pt x="2738" y="2593"/>
                  </a:cubicBezTo>
                  <a:cubicBezTo>
                    <a:pt x="3677" y="2009"/>
                    <a:pt x="4139" y="1048"/>
                    <a:pt x="3764" y="456"/>
                  </a:cubicBezTo>
                  <a:cubicBezTo>
                    <a:pt x="3577" y="152"/>
                    <a:pt x="3213" y="0"/>
                    <a:pt x="27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7"/>
            <p:cNvSpPr/>
            <p:nvPr/>
          </p:nvSpPr>
          <p:spPr>
            <a:xfrm>
              <a:off x="2323025" y="4118950"/>
              <a:ext cx="45350" cy="30775"/>
            </a:xfrm>
            <a:custGeom>
              <a:avLst/>
              <a:gdLst/>
              <a:ahLst/>
              <a:cxnLst/>
              <a:rect l="l" t="t" r="r" b="b"/>
              <a:pathLst>
                <a:path w="1814" h="1231" extrusionOk="0">
                  <a:moveTo>
                    <a:pt x="1369" y="1"/>
                  </a:moveTo>
                  <a:cubicBezTo>
                    <a:pt x="1172" y="1"/>
                    <a:pt x="918" y="80"/>
                    <a:pt x="673" y="234"/>
                  </a:cubicBezTo>
                  <a:cubicBezTo>
                    <a:pt x="239" y="509"/>
                    <a:pt x="0" y="891"/>
                    <a:pt x="130" y="1101"/>
                  </a:cubicBezTo>
                  <a:cubicBezTo>
                    <a:pt x="185" y="1188"/>
                    <a:pt x="296" y="1230"/>
                    <a:pt x="438" y="1230"/>
                  </a:cubicBezTo>
                  <a:cubicBezTo>
                    <a:pt x="636" y="1230"/>
                    <a:pt x="894" y="1148"/>
                    <a:pt x="1143" y="993"/>
                  </a:cubicBezTo>
                  <a:cubicBezTo>
                    <a:pt x="1576" y="726"/>
                    <a:pt x="1813" y="343"/>
                    <a:pt x="1683" y="133"/>
                  </a:cubicBezTo>
                  <a:cubicBezTo>
                    <a:pt x="1628" y="44"/>
                    <a:pt x="1514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" name="Google Shape;99;p27"/>
          <p:cNvSpPr/>
          <p:nvPr/>
        </p:nvSpPr>
        <p:spPr>
          <a:xfrm>
            <a:off x="7221075" y="2890350"/>
            <a:ext cx="1474291" cy="331577"/>
          </a:xfrm>
          <a:custGeom>
            <a:avLst/>
            <a:gdLst/>
            <a:ahLst/>
            <a:cxnLst/>
            <a:rect l="l" t="t" r="r" b="b"/>
            <a:pathLst>
              <a:path w="28258" h="5545" extrusionOk="0">
                <a:moveTo>
                  <a:pt x="10378" y="0"/>
                </a:moveTo>
                <a:cubicBezTo>
                  <a:pt x="8312" y="0"/>
                  <a:pt x="6398" y="1151"/>
                  <a:pt x="5310" y="3326"/>
                </a:cubicBezTo>
                <a:cubicBezTo>
                  <a:pt x="4474" y="2885"/>
                  <a:pt x="3683" y="2665"/>
                  <a:pt x="2977" y="2665"/>
                </a:cubicBezTo>
                <a:cubicBezTo>
                  <a:pt x="1507" y="2665"/>
                  <a:pt x="401" y="3622"/>
                  <a:pt x="1" y="5545"/>
                </a:cubicBezTo>
                <a:lnTo>
                  <a:pt x="28257" y="5545"/>
                </a:lnTo>
                <a:cubicBezTo>
                  <a:pt x="26931" y="3847"/>
                  <a:pt x="25535" y="3011"/>
                  <a:pt x="24074" y="3011"/>
                </a:cubicBezTo>
                <a:cubicBezTo>
                  <a:pt x="23363" y="3011"/>
                  <a:pt x="22637" y="3209"/>
                  <a:pt x="21895" y="3601"/>
                </a:cubicBezTo>
                <a:cubicBezTo>
                  <a:pt x="20794" y="1817"/>
                  <a:pt x="19594" y="928"/>
                  <a:pt x="18291" y="928"/>
                </a:cubicBezTo>
                <a:cubicBezTo>
                  <a:pt x="17352" y="928"/>
                  <a:pt x="16360" y="1389"/>
                  <a:pt x="15315" y="2308"/>
                </a:cubicBezTo>
                <a:cubicBezTo>
                  <a:pt x="13806" y="748"/>
                  <a:pt x="12042" y="0"/>
                  <a:pt x="10378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7"/>
          <p:cNvSpPr txBox="1">
            <a:spLocks noGrp="1"/>
          </p:cNvSpPr>
          <p:nvPr>
            <p:ph type="title" hasCustomPrompt="1"/>
          </p:nvPr>
        </p:nvSpPr>
        <p:spPr>
          <a:xfrm>
            <a:off x="2161650" y="1636550"/>
            <a:ext cx="4820700" cy="15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1" name="Google Shape;101;p27"/>
          <p:cNvSpPr txBox="1">
            <a:spLocks noGrp="1"/>
          </p:cNvSpPr>
          <p:nvPr>
            <p:ph type="subTitle" idx="1"/>
          </p:nvPr>
        </p:nvSpPr>
        <p:spPr>
          <a:xfrm>
            <a:off x="3138450" y="3322275"/>
            <a:ext cx="28671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solidFill>
                  <a:srgbClr val="064947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2" name="Google Shape;102;p27"/>
          <p:cNvSpPr txBox="1">
            <a:spLocks noGrp="1"/>
          </p:cNvSpPr>
          <p:nvPr>
            <p:ph type="subTitle" idx="2"/>
          </p:nvPr>
        </p:nvSpPr>
        <p:spPr>
          <a:xfrm>
            <a:off x="3138450" y="668725"/>
            <a:ext cx="2867100" cy="7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8"/>
          <p:cNvSpPr/>
          <p:nvPr/>
        </p:nvSpPr>
        <p:spPr>
          <a:xfrm>
            <a:off x="-57500" y="3469500"/>
            <a:ext cx="9259000" cy="1740825"/>
          </a:xfrm>
          <a:custGeom>
            <a:avLst/>
            <a:gdLst/>
            <a:ahLst/>
            <a:cxnLst/>
            <a:rect l="l" t="t" r="r" b="b"/>
            <a:pathLst>
              <a:path w="57554" h="20117" extrusionOk="0">
                <a:moveTo>
                  <a:pt x="1" y="0"/>
                </a:moveTo>
                <a:lnTo>
                  <a:pt x="1" y="20116"/>
                </a:lnTo>
                <a:lnTo>
                  <a:pt x="57554" y="20116"/>
                </a:lnTo>
                <a:lnTo>
                  <a:pt x="57554" y="0"/>
                </a:lnTo>
                <a:cubicBezTo>
                  <a:pt x="53249" y="6588"/>
                  <a:pt x="41989" y="11289"/>
                  <a:pt x="28777" y="11289"/>
                </a:cubicBezTo>
                <a:cubicBezTo>
                  <a:pt x="15566" y="11289"/>
                  <a:pt x="4307" y="6588"/>
                  <a:pt x="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" name="Google Shape;105;p28"/>
          <p:cNvGrpSpPr/>
          <p:nvPr/>
        </p:nvGrpSpPr>
        <p:grpSpPr>
          <a:xfrm>
            <a:off x="-72878" y="4262977"/>
            <a:ext cx="9303262" cy="961230"/>
            <a:chOff x="-72878" y="4262977"/>
            <a:chExt cx="9303262" cy="961230"/>
          </a:xfrm>
        </p:grpSpPr>
        <p:grpSp>
          <p:nvGrpSpPr>
            <p:cNvPr id="106" name="Google Shape;106;p28"/>
            <p:cNvGrpSpPr/>
            <p:nvPr/>
          </p:nvGrpSpPr>
          <p:grpSpPr>
            <a:xfrm>
              <a:off x="-72878" y="4263143"/>
              <a:ext cx="6404598" cy="961064"/>
              <a:chOff x="-72875" y="4226525"/>
              <a:chExt cx="6401398" cy="997576"/>
            </a:xfrm>
          </p:grpSpPr>
          <p:sp>
            <p:nvSpPr>
              <p:cNvPr id="107" name="Google Shape;107;p28"/>
              <p:cNvSpPr/>
              <p:nvPr/>
            </p:nvSpPr>
            <p:spPr>
              <a:xfrm>
                <a:off x="-72875" y="4226525"/>
                <a:ext cx="3389398" cy="997576"/>
              </a:xfrm>
              <a:custGeom>
                <a:avLst/>
                <a:gdLst/>
                <a:ahLst/>
                <a:cxnLst/>
                <a:rect l="l" t="t" r="r" b="b"/>
                <a:pathLst>
                  <a:path w="23657" h="11055" extrusionOk="0">
                    <a:moveTo>
                      <a:pt x="17467" y="1"/>
                    </a:moveTo>
                    <a:cubicBezTo>
                      <a:pt x="16965" y="1"/>
                      <a:pt x="16508" y="322"/>
                      <a:pt x="16102" y="1016"/>
                    </a:cubicBezTo>
                    <a:cubicBezTo>
                      <a:pt x="15438" y="432"/>
                      <a:pt x="14861" y="174"/>
                      <a:pt x="14354" y="174"/>
                    </a:cubicBezTo>
                    <a:cubicBezTo>
                      <a:pt x="13671" y="174"/>
                      <a:pt x="13115" y="642"/>
                      <a:pt x="12642" y="1406"/>
                    </a:cubicBezTo>
                    <a:cubicBezTo>
                      <a:pt x="12257" y="972"/>
                      <a:pt x="11901" y="762"/>
                      <a:pt x="11572" y="762"/>
                    </a:cubicBezTo>
                    <a:cubicBezTo>
                      <a:pt x="11178" y="762"/>
                      <a:pt x="10822" y="1062"/>
                      <a:pt x="10504" y="1637"/>
                    </a:cubicBezTo>
                    <a:cubicBezTo>
                      <a:pt x="10358" y="1616"/>
                      <a:pt x="10223" y="1606"/>
                      <a:pt x="10099" y="1606"/>
                    </a:cubicBezTo>
                    <a:cubicBezTo>
                      <a:pt x="9191" y="1606"/>
                      <a:pt x="8852" y="2148"/>
                      <a:pt x="8864" y="3037"/>
                    </a:cubicBezTo>
                    <a:cubicBezTo>
                      <a:pt x="8301" y="2376"/>
                      <a:pt x="7776" y="2038"/>
                      <a:pt x="7290" y="2038"/>
                    </a:cubicBezTo>
                    <a:cubicBezTo>
                      <a:pt x="6743" y="2038"/>
                      <a:pt x="6246" y="2468"/>
                      <a:pt x="5801" y="3349"/>
                    </a:cubicBezTo>
                    <a:cubicBezTo>
                      <a:pt x="5505" y="2934"/>
                      <a:pt x="5202" y="2724"/>
                      <a:pt x="4892" y="2724"/>
                    </a:cubicBezTo>
                    <a:cubicBezTo>
                      <a:pt x="4523" y="2724"/>
                      <a:pt x="4143" y="3022"/>
                      <a:pt x="3750" y="3623"/>
                    </a:cubicBezTo>
                    <a:cubicBezTo>
                      <a:pt x="3573" y="2203"/>
                      <a:pt x="2680" y="1556"/>
                      <a:pt x="1792" y="1556"/>
                    </a:cubicBezTo>
                    <a:cubicBezTo>
                      <a:pt x="1051" y="1556"/>
                      <a:pt x="313" y="2008"/>
                      <a:pt x="1" y="2836"/>
                    </a:cubicBezTo>
                    <a:lnTo>
                      <a:pt x="139" y="11055"/>
                    </a:lnTo>
                    <a:lnTo>
                      <a:pt x="23656" y="11055"/>
                    </a:lnTo>
                    <a:lnTo>
                      <a:pt x="23643" y="489"/>
                    </a:lnTo>
                    <a:cubicBezTo>
                      <a:pt x="23057" y="141"/>
                      <a:pt x="22577" y="12"/>
                      <a:pt x="22188" y="12"/>
                    </a:cubicBezTo>
                    <a:cubicBezTo>
                      <a:pt x="21101" y="12"/>
                      <a:pt x="20725" y="1016"/>
                      <a:pt x="20725" y="1016"/>
                    </a:cubicBezTo>
                    <a:cubicBezTo>
                      <a:pt x="20508" y="615"/>
                      <a:pt x="20238" y="332"/>
                      <a:pt x="19838" y="332"/>
                    </a:cubicBezTo>
                    <a:cubicBezTo>
                      <a:pt x="19584" y="332"/>
                      <a:pt x="19276" y="447"/>
                      <a:pt x="18896" y="720"/>
                    </a:cubicBezTo>
                    <a:cubicBezTo>
                      <a:pt x="18388" y="252"/>
                      <a:pt x="17910" y="1"/>
                      <a:pt x="17467" y="1"/>
                    </a:cubicBezTo>
                    <a:close/>
                  </a:path>
                </a:pathLst>
              </a:custGeom>
              <a:solidFill>
                <a:srgbClr val="1866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28"/>
              <p:cNvSpPr/>
              <p:nvPr/>
            </p:nvSpPr>
            <p:spPr>
              <a:xfrm flipH="1">
                <a:off x="2939125" y="4226525"/>
                <a:ext cx="3389398" cy="997576"/>
              </a:xfrm>
              <a:custGeom>
                <a:avLst/>
                <a:gdLst/>
                <a:ahLst/>
                <a:cxnLst/>
                <a:rect l="l" t="t" r="r" b="b"/>
                <a:pathLst>
                  <a:path w="23657" h="11055" extrusionOk="0">
                    <a:moveTo>
                      <a:pt x="17467" y="1"/>
                    </a:moveTo>
                    <a:cubicBezTo>
                      <a:pt x="16965" y="1"/>
                      <a:pt x="16508" y="322"/>
                      <a:pt x="16102" y="1016"/>
                    </a:cubicBezTo>
                    <a:cubicBezTo>
                      <a:pt x="15438" y="432"/>
                      <a:pt x="14861" y="174"/>
                      <a:pt x="14354" y="174"/>
                    </a:cubicBezTo>
                    <a:cubicBezTo>
                      <a:pt x="13671" y="174"/>
                      <a:pt x="13115" y="642"/>
                      <a:pt x="12642" y="1406"/>
                    </a:cubicBezTo>
                    <a:cubicBezTo>
                      <a:pt x="12257" y="972"/>
                      <a:pt x="11901" y="762"/>
                      <a:pt x="11572" y="762"/>
                    </a:cubicBezTo>
                    <a:cubicBezTo>
                      <a:pt x="11178" y="762"/>
                      <a:pt x="10822" y="1062"/>
                      <a:pt x="10504" y="1637"/>
                    </a:cubicBezTo>
                    <a:cubicBezTo>
                      <a:pt x="10358" y="1616"/>
                      <a:pt x="10223" y="1606"/>
                      <a:pt x="10099" y="1606"/>
                    </a:cubicBezTo>
                    <a:cubicBezTo>
                      <a:pt x="9191" y="1606"/>
                      <a:pt x="8852" y="2148"/>
                      <a:pt x="8864" y="3037"/>
                    </a:cubicBezTo>
                    <a:cubicBezTo>
                      <a:pt x="8301" y="2376"/>
                      <a:pt x="7776" y="2038"/>
                      <a:pt x="7290" y="2038"/>
                    </a:cubicBezTo>
                    <a:cubicBezTo>
                      <a:pt x="6743" y="2038"/>
                      <a:pt x="6246" y="2468"/>
                      <a:pt x="5801" y="3349"/>
                    </a:cubicBezTo>
                    <a:cubicBezTo>
                      <a:pt x="5505" y="2934"/>
                      <a:pt x="5202" y="2724"/>
                      <a:pt x="4892" y="2724"/>
                    </a:cubicBezTo>
                    <a:cubicBezTo>
                      <a:pt x="4523" y="2724"/>
                      <a:pt x="4143" y="3022"/>
                      <a:pt x="3750" y="3623"/>
                    </a:cubicBezTo>
                    <a:cubicBezTo>
                      <a:pt x="3573" y="2203"/>
                      <a:pt x="2680" y="1556"/>
                      <a:pt x="1792" y="1556"/>
                    </a:cubicBezTo>
                    <a:cubicBezTo>
                      <a:pt x="1051" y="1556"/>
                      <a:pt x="313" y="2008"/>
                      <a:pt x="1" y="2836"/>
                    </a:cubicBezTo>
                    <a:lnTo>
                      <a:pt x="139" y="11055"/>
                    </a:lnTo>
                    <a:lnTo>
                      <a:pt x="23656" y="11055"/>
                    </a:lnTo>
                    <a:lnTo>
                      <a:pt x="23643" y="489"/>
                    </a:lnTo>
                    <a:cubicBezTo>
                      <a:pt x="23057" y="141"/>
                      <a:pt x="22577" y="12"/>
                      <a:pt x="22188" y="12"/>
                    </a:cubicBezTo>
                    <a:cubicBezTo>
                      <a:pt x="21101" y="12"/>
                      <a:pt x="20725" y="1016"/>
                      <a:pt x="20725" y="1016"/>
                    </a:cubicBezTo>
                    <a:cubicBezTo>
                      <a:pt x="20508" y="615"/>
                      <a:pt x="20238" y="332"/>
                      <a:pt x="19838" y="332"/>
                    </a:cubicBezTo>
                    <a:cubicBezTo>
                      <a:pt x="19584" y="332"/>
                      <a:pt x="19276" y="447"/>
                      <a:pt x="18896" y="720"/>
                    </a:cubicBezTo>
                    <a:cubicBezTo>
                      <a:pt x="18388" y="252"/>
                      <a:pt x="17910" y="1"/>
                      <a:pt x="17467" y="1"/>
                    </a:cubicBezTo>
                    <a:close/>
                  </a:path>
                </a:pathLst>
              </a:custGeom>
              <a:solidFill>
                <a:srgbClr val="1866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9" name="Google Shape;109;p28"/>
            <p:cNvSpPr/>
            <p:nvPr/>
          </p:nvSpPr>
          <p:spPr>
            <a:xfrm>
              <a:off x="5839449" y="4262977"/>
              <a:ext cx="3390935" cy="961039"/>
            </a:xfrm>
            <a:custGeom>
              <a:avLst/>
              <a:gdLst/>
              <a:ahLst/>
              <a:cxnLst/>
              <a:rect l="l" t="t" r="r" b="b"/>
              <a:pathLst>
                <a:path w="23657" h="11055" extrusionOk="0">
                  <a:moveTo>
                    <a:pt x="17467" y="1"/>
                  </a:moveTo>
                  <a:cubicBezTo>
                    <a:pt x="16965" y="1"/>
                    <a:pt x="16508" y="322"/>
                    <a:pt x="16102" y="1016"/>
                  </a:cubicBezTo>
                  <a:cubicBezTo>
                    <a:pt x="15438" y="432"/>
                    <a:pt x="14861" y="174"/>
                    <a:pt x="14354" y="174"/>
                  </a:cubicBezTo>
                  <a:cubicBezTo>
                    <a:pt x="13671" y="174"/>
                    <a:pt x="13115" y="642"/>
                    <a:pt x="12642" y="1406"/>
                  </a:cubicBezTo>
                  <a:cubicBezTo>
                    <a:pt x="12257" y="972"/>
                    <a:pt x="11901" y="762"/>
                    <a:pt x="11572" y="762"/>
                  </a:cubicBezTo>
                  <a:cubicBezTo>
                    <a:pt x="11178" y="762"/>
                    <a:pt x="10822" y="1062"/>
                    <a:pt x="10504" y="1637"/>
                  </a:cubicBezTo>
                  <a:cubicBezTo>
                    <a:pt x="10358" y="1616"/>
                    <a:pt x="10223" y="1606"/>
                    <a:pt x="10099" y="1606"/>
                  </a:cubicBezTo>
                  <a:cubicBezTo>
                    <a:pt x="9191" y="1606"/>
                    <a:pt x="8852" y="2148"/>
                    <a:pt x="8864" y="3037"/>
                  </a:cubicBezTo>
                  <a:cubicBezTo>
                    <a:pt x="8301" y="2376"/>
                    <a:pt x="7776" y="2038"/>
                    <a:pt x="7290" y="2038"/>
                  </a:cubicBezTo>
                  <a:cubicBezTo>
                    <a:pt x="6743" y="2038"/>
                    <a:pt x="6246" y="2468"/>
                    <a:pt x="5801" y="3349"/>
                  </a:cubicBezTo>
                  <a:cubicBezTo>
                    <a:pt x="5505" y="2934"/>
                    <a:pt x="5202" y="2724"/>
                    <a:pt x="4892" y="2724"/>
                  </a:cubicBezTo>
                  <a:cubicBezTo>
                    <a:pt x="4523" y="2724"/>
                    <a:pt x="4143" y="3022"/>
                    <a:pt x="3750" y="3623"/>
                  </a:cubicBezTo>
                  <a:cubicBezTo>
                    <a:pt x="3573" y="2203"/>
                    <a:pt x="2680" y="1556"/>
                    <a:pt x="1792" y="1556"/>
                  </a:cubicBezTo>
                  <a:cubicBezTo>
                    <a:pt x="1051" y="1556"/>
                    <a:pt x="313" y="2008"/>
                    <a:pt x="1" y="2836"/>
                  </a:cubicBezTo>
                  <a:lnTo>
                    <a:pt x="139" y="11055"/>
                  </a:lnTo>
                  <a:lnTo>
                    <a:pt x="23656" y="11055"/>
                  </a:lnTo>
                  <a:lnTo>
                    <a:pt x="23643" y="489"/>
                  </a:lnTo>
                  <a:cubicBezTo>
                    <a:pt x="23057" y="141"/>
                    <a:pt x="22577" y="12"/>
                    <a:pt x="22188" y="12"/>
                  </a:cubicBezTo>
                  <a:cubicBezTo>
                    <a:pt x="21101" y="12"/>
                    <a:pt x="20725" y="1016"/>
                    <a:pt x="20725" y="1016"/>
                  </a:cubicBezTo>
                  <a:cubicBezTo>
                    <a:pt x="20508" y="615"/>
                    <a:pt x="20238" y="332"/>
                    <a:pt x="19838" y="332"/>
                  </a:cubicBezTo>
                  <a:cubicBezTo>
                    <a:pt x="19584" y="332"/>
                    <a:pt x="19276" y="447"/>
                    <a:pt x="18896" y="720"/>
                  </a:cubicBezTo>
                  <a:cubicBezTo>
                    <a:pt x="18388" y="252"/>
                    <a:pt x="17910" y="1"/>
                    <a:pt x="17467" y="1"/>
                  </a:cubicBezTo>
                  <a:close/>
                </a:path>
              </a:pathLst>
            </a:custGeom>
            <a:solidFill>
              <a:srgbClr val="1866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" name="Google Shape;110;p28"/>
          <p:cNvGrpSpPr/>
          <p:nvPr/>
        </p:nvGrpSpPr>
        <p:grpSpPr>
          <a:xfrm>
            <a:off x="-1564780" y="4335859"/>
            <a:ext cx="3869605" cy="1200412"/>
            <a:chOff x="123450" y="3064325"/>
            <a:chExt cx="1134050" cy="351800"/>
          </a:xfrm>
        </p:grpSpPr>
        <p:sp>
          <p:nvSpPr>
            <p:cNvPr id="111" name="Google Shape;111;p28"/>
            <p:cNvSpPr/>
            <p:nvPr/>
          </p:nvSpPr>
          <p:spPr>
            <a:xfrm>
              <a:off x="123450" y="3064325"/>
              <a:ext cx="1134050" cy="333675"/>
            </a:xfrm>
            <a:custGeom>
              <a:avLst/>
              <a:gdLst/>
              <a:ahLst/>
              <a:cxnLst/>
              <a:rect l="l" t="t" r="r" b="b"/>
              <a:pathLst>
                <a:path w="45362" h="13347" extrusionOk="0">
                  <a:moveTo>
                    <a:pt x="19780" y="0"/>
                  </a:moveTo>
                  <a:cubicBezTo>
                    <a:pt x="17815" y="0"/>
                    <a:pt x="15777" y="124"/>
                    <a:pt x="13667" y="367"/>
                  </a:cubicBezTo>
                  <a:cubicBezTo>
                    <a:pt x="0" y="1948"/>
                    <a:pt x="16952" y="13346"/>
                    <a:pt x="16952" y="13346"/>
                  </a:cubicBezTo>
                  <a:lnTo>
                    <a:pt x="45361" y="12003"/>
                  </a:lnTo>
                  <a:cubicBezTo>
                    <a:pt x="39106" y="3721"/>
                    <a:pt x="30539" y="0"/>
                    <a:pt x="197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8"/>
            <p:cNvSpPr/>
            <p:nvPr/>
          </p:nvSpPr>
          <p:spPr>
            <a:xfrm>
              <a:off x="454800" y="3096075"/>
              <a:ext cx="788950" cy="289950"/>
            </a:xfrm>
            <a:custGeom>
              <a:avLst/>
              <a:gdLst/>
              <a:ahLst/>
              <a:cxnLst/>
              <a:rect l="l" t="t" r="r" b="b"/>
              <a:pathLst>
                <a:path w="31558" h="11598" extrusionOk="0">
                  <a:moveTo>
                    <a:pt x="6819" y="0"/>
                  </a:moveTo>
                  <a:cubicBezTo>
                    <a:pt x="4017" y="0"/>
                    <a:pt x="1647" y="404"/>
                    <a:pt x="14" y="968"/>
                  </a:cubicBezTo>
                  <a:cubicBezTo>
                    <a:pt x="8" y="975"/>
                    <a:pt x="1" y="982"/>
                    <a:pt x="1" y="997"/>
                  </a:cubicBezTo>
                  <a:cubicBezTo>
                    <a:pt x="6" y="1002"/>
                    <a:pt x="10" y="1007"/>
                    <a:pt x="18" y="1007"/>
                  </a:cubicBezTo>
                  <a:cubicBezTo>
                    <a:pt x="22" y="1007"/>
                    <a:pt x="26" y="1006"/>
                    <a:pt x="30" y="1004"/>
                  </a:cubicBezTo>
                  <a:cubicBezTo>
                    <a:pt x="1661" y="441"/>
                    <a:pt x="4024" y="44"/>
                    <a:pt x="6819" y="44"/>
                  </a:cubicBezTo>
                  <a:cubicBezTo>
                    <a:pt x="13876" y="44"/>
                    <a:pt x="23693" y="2601"/>
                    <a:pt x="31521" y="11592"/>
                  </a:cubicBezTo>
                  <a:cubicBezTo>
                    <a:pt x="31526" y="11596"/>
                    <a:pt x="31531" y="11598"/>
                    <a:pt x="31537" y="11598"/>
                  </a:cubicBezTo>
                  <a:cubicBezTo>
                    <a:pt x="31542" y="11598"/>
                    <a:pt x="31547" y="11596"/>
                    <a:pt x="31551" y="11592"/>
                  </a:cubicBezTo>
                  <a:cubicBezTo>
                    <a:pt x="31558" y="11585"/>
                    <a:pt x="31558" y="11572"/>
                    <a:pt x="31551" y="11565"/>
                  </a:cubicBezTo>
                  <a:cubicBezTo>
                    <a:pt x="23713" y="2564"/>
                    <a:pt x="13883" y="0"/>
                    <a:pt x="6819" y="0"/>
                  </a:cubicBezTo>
                  <a:close/>
                </a:path>
              </a:pathLst>
            </a:custGeom>
            <a:solidFill>
              <a:srgbClr val="DEE8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8"/>
            <p:cNvSpPr/>
            <p:nvPr/>
          </p:nvSpPr>
          <p:spPr>
            <a:xfrm>
              <a:off x="445225" y="3126025"/>
              <a:ext cx="757750" cy="274800"/>
            </a:xfrm>
            <a:custGeom>
              <a:avLst/>
              <a:gdLst/>
              <a:ahLst/>
              <a:cxnLst/>
              <a:rect l="l" t="t" r="r" b="b"/>
              <a:pathLst>
                <a:path w="30310" h="10992" extrusionOk="0">
                  <a:moveTo>
                    <a:pt x="6184" y="0"/>
                  </a:moveTo>
                  <a:cubicBezTo>
                    <a:pt x="4747" y="0"/>
                    <a:pt x="3468" y="116"/>
                    <a:pt x="2414" y="347"/>
                  </a:cubicBezTo>
                  <a:cubicBezTo>
                    <a:pt x="1351" y="586"/>
                    <a:pt x="527" y="926"/>
                    <a:pt x="7" y="1380"/>
                  </a:cubicBezTo>
                  <a:cubicBezTo>
                    <a:pt x="0" y="1396"/>
                    <a:pt x="0" y="1403"/>
                    <a:pt x="7" y="1410"/>
                  </a:cubicBezTo>
                  <a:cubicBezTo>
                    <a:pt x="13" y="1418"/>
                    <a:pt x="19" y="1421"/>
                    <a:pt x="26" y="1421"/>
                  </a:cubicBezTo>
                  <a:cubicBezTo>
                    <a:pt x="30" y="1421"/>
                    <a:pt x="34" y="1419"/>
                    <a:pt x="37" y="1417"/>
                  </a:cubicBezTo>
                  <a:cubicBezTo>
                    <a:pt x="550" y="969"/>
                    <a:pt x="1367" y="623"/>
                    <a:pt x="2420" y="390"/>
                  </a:cubicBezTo>
                  <a:cubicBezTo>
                    <a:pt x="3468" y="160"/>
                    <a:pt x="4754" y="37"/>
                    <a:pt x="6184" y="37"/>
                  </a:cubicBezTo>
                  <a:cubicBezTo>
                    <a:pt x="10012" y="37"/>
                    <a:pt x="14916" y="883"/>
                    <a:pt x="19423" y="2673"/>
                  </a:cubicBezTo>
                  <a:cubicBezTo>
                    <a:pt x="23930" y="4464"/>
                    <a:pt x="28040" y="7203"/>
                    <a:pt x="30273" y="10980"/>
                  </a:cubicBezTo>
                  <a:cubicBezTo>
                    <a:pt x="30277" y="10988"/>
                    <a:pt x="30281" y="10992"/>
                    <a:pt x="30287" y="10992"/>
                  </a:cubicBezTo>
                  <a:cubicBezTo>
                    <a:pt x="30290" y="10992"/>
                    <a:pt x="30295" y="10990"/>
                    <a:pt x="30301" y="10987"/>
                  </a:cubicBezTo>
                  <a:cubicBezTo>
                    <a:pt x="30309" y="10980"/>
                    <a:pt x="30309" y="10973"/>
                    <a:pt x="30309" y="10958"/>
                  </a:cubicBezTo>
                  <a:cubicBezTo>
                    <a:pt x="28070" y="7167"/>
                    <a:pt x="23953" y="4429"/>
                    <a:pt x="19438" y="2637"/>
                  </a:cubicBezTo>
                  <a:cubicBezTo>
                    <a:pt x="14924" y="846"/>
                    <a:pt x="10012" y="0"/>
                    <a:pt x="6184" y="0"/>
                  </a:cubicBezTo>
                  <a:close/>
                </a:path>
              </a:pathLst>
            </a:custGeom>
            <a:solidFill>
              <a:srgbClr val="DEE8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8"/>
            <p:cNvSpPr/>
            <p:nvPr/>
          </p:nvSpPr>
          <p:spPr>
            <a:xfrm>
              <a:off x="458625" y="3162850"/>
              <a:ext cx="691425" cy="226250"/>
            </a:xfrm>
            <a:custGeom>
              <a:avLst/>
              <a:gdLst/>
              <a:ahLst/>
              <a:cxnLst/>
              <a:rect l="l" t="t" r="r" b="b"/>
              <a:pathLst>
                <a:path w="27657" h="9050" extrusionOk="0">
                  <a:moveTo>
                    <a:pt x="5691" y="1"/>
                  </a:moveTo>
                  <a:cubicBezTo>
                    <a:pt x="3771" y="1"/>
                    <a:pt x="1855" y="174"/>
                    <a:pt x="21" y="536"/>
                  </a:cubicBezTo>
                  <a:cubicBezTo>
                    <a:pt x="7" y="543"/>
                    <a:pt x="0" y="550"/>
                    <a:pt x="0" y="564"/>
                  </a:cubicBezTo>
                  <a:cubicBezTo>
                    <a:pt x="7" y="573"/>
                    <a:pt x="14" y="580"/>
                    <a:pt x="28" y="580"/>
                  </a:cubicBezTo>
                  <a:cubicBezTo>
                    <a:pt x="1864" y="217"/>
                    <a:pt x="3771" y="44"/>
                    <a:pt x="5691" y="44"/>
                  </a:cubicBezTo>
                  <a:cubicBezTo>
                    <a:pt x="10155" y="44"/>
                    <a:pt x="14692" y="970"/>
                    <a:pt x="18583" y="2551"/>
                  </a:cubicBezTo>
                  <a:cubicBezTo>
                    <a:pt x="22484" y="4140"/>
                    <a:pt x="25734" y="6387"/>
                    <a:pt x="27620" y="9038"/>
                  </a:cubicBezTo>
                  <a:cubicBezTo>
                    <a:pt x="27624" y="9046"/>
                    <a:pt x="27631" y="9049"/>
                    <a:pt x="27637" y="9049"/>
                  </a:cubicBezTo>
                  <a:cubicBezTo>
                    <a:pt x="27642" y="9049"/>
                    <a:pt x="27646" y="9047"/>
                    <a:pt x="27650" y="9044"/>
                  </a:cubicBezTo>
                  <a:cubicBezTo>
                    <a:pt x="27657" y="9038"/>
                    <a:pt x="27657" y="9031"/>
                    <a:pt x="27650" y="9015"/>
                  </a:cubicBezTo>
                  <a:cubicBezTo>
                    <a:pt x="25757" y="6358"/>
                    <a:pt x="22500" y="4104"/>
                    <a:pt x="18606" y="2514"/>
                  </a:cubicBezTo>
                  <a:cubicBezTo>
                    <a:pt x="14706" y="926"/>
                    <a:pt x="10162" y="1"/>
                    <a:pt x="5691" y="1"/>
                  </a:cubicBezTo>
                  <a:close/>
                </a:path>
              </a:pathLst>
            </a:custGeom>
            <a:solidFill>
              <a:srgbClr val="DEE8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8"/>
            <p:cNvSpPr/>
            <p:nvPr/>
          </p:nvSpPr>
          <p:spPr>
            <a:xfrm>
              <a:off x="454800" y="3203500"/>
              <a:ext cx="647575" cy="182525"/>
            </a:xfrm>
            <a:custGeom>
              <a:avLst/>
              <a:gdLst/>
              <a:ahLst/>
              <a:cxnLst/>
              <a:rect l="l" t="t" r="r" b="b"/>
              <a:pathLst>
                <a:path w="25903" h="7301" extrusionOk="0">
                  <a:moveTo>
                    <a:pt x="5021" y="1"/>
                  </a:moveTo>
                  <a:cubicBezTo>
                    <a:pt x="3107" y="1"/>
                    <a:pt x="1380" y="188"/>
                    <a:pt x="14" y="578"/>
                  </a:cubicBezTo>
                  <a:cubicBezTo>
                    <a:pt x="8" y="578"/>
                    <a:pt x="1" y="594"/>
                    <a:pt x="1" y="601"/>
                  </a:cubicBezTo>
                  <a:cubicBezTo>
                    <a:pt x="6" y="611"/>
                    <a:pt x="11" y="617"/>
                    <a:pt x="19" y="617"/>
                  </a:cubicBezTo>
                  <a:cubicBezTo>
                    <a:pt x="22" y="617"/>
                    <a:pt x="26" y="616"/>
                    <a:pt x="30" y="614"/>
                  </a:cubicBezTo>
                  <a:cubicBezTo>
                    <a:pt x="1387" y="231"/>
                    <a:pt x="3107" y="44"/>
                    <a:pt x="5021" y="44"/>
                  </a:cubicBezTo>
                  <a:cubicBezTo>
                    <a:pt x="8474" y="44"/>
                    <a:pt x="12555" y="658"/>
                    <a:pt x="16339" y="1871"/>
                  </a:cubicBezTo>
                  <a:cubicBezTo>
                    <a:pt x="20132" y="3085"/>
                    <a:pt x="23613" y="4905"/>
                    <a:pt x="25866" y="7295"/>
                  </a:cubicBezTo>
                  <a:cubicBezTo>
                    <a:pt x="25870" y="7299"/>
                    <a:pt x="25875" y="7301"/>
                    <a:pt x="25881" y="7301"/>
                  </a:cubicBezTo>
                  <a:cubicBezTo>
                    <a:pt x="25886" y="7301"/>
                    <a:pt x="25892" y="7299"/>
                    <a:pt x="25896" y="7295"/>
                  </a:cubicBezTo>
                  <a:cubicBezTo>
                    <a:pt x="25903" y="7288"/>
                    <a:pt x="25903" y="7275"/>
                    <a:pt x="25896" y="7268"/>
                  </a:cubicBezTo>
                  <a:cubicBezTo>
                    <a:pt x="23634" y="4868"/>
                    <a:pt x="20146" y="3048"/>
                    <a:pt x="16353" y="1835"/>
                  </a:cubicBezTo>
                  <a:cubicBezTo>
                    <a:pt x="12562" y="614"/>
                    <a:pt x="8474" y="1"/>
                    <a:pt x="5021" y="1"/>
                  </a:cubicBezTo>
                  <a:close/>
                </a:path>
              </a:pathLst>
            </a:custGeom>
            <a:solidFill>
              <a:srgbClr val="DEE8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8"/>
            <p:cNvSpPr/>
            <p:nvPr/>
          </p:nvSpPr>
          <p:spPr>
            <a:xfrm>
              <a:off x="535150" y="3243025"/>
              <a:ext cx="508000" cy="157300"/>
            </a:xfrm>
            <a:custGeom>
              <a:avLst/>
              <a:gdLst/>
              <a:ahLst/>
              <a:cxnLst/>
              <a:rect l="l" t="t" r="r" b="b"/>
              <a:pathLst>
                <a:path w="20320" h="6292" extrusionOk="0">
                  <a:moveTo>
                    <a:pt x="2211" y="1"/>
                  </a:moveTo>
                  <a:cubicBezTo>
                    <a:pt x="1460" y="1"/>
                    <a:pt x="730" y="30"/>
                    <a:pt x="23" y="103"/>
                  </a:cubicBezTo>
                  <a:cubicBezTo>
                    <a:pt x="7" y="103"/>
                    <a:pt x="1" y="117"/>
                    <a:pt x="1" y="124"/>
                  </a:cubicBezTo>
                  <a:cubicBezTo>
                    <a:pt x="1" y="139"/>
                    <a:pt x="16" y="146"/>
                    <a:pt x="23" y="146"/>
                  </a:cubicBezTo>
                  <a:cubicBezTo>
                    <a:pt x="730" y="74"/>
                    <a:pt x="1460" y="37"/>
                    <a:pt x="2211" y="37"/>
                  </a:cubicBezTo>
                  <a:cubicBezTo>
                    <a:pt x="5541" y="37"/>
                    <a:pt x="9218" y="703"/>
                    <a:pt x="12489" y="1814"/>
                  </a:cubicBezTo>
                  <a:cubicBezTo>
                    <a:pt x="15755" y="2927"/>
                    <a:pt x="18608" y="4494"/>
                    <a:pt x="20283" y="6285"/>
                  </a:cubicBezTo>
                  <a:cubicBezTo>
                    <a:pt x="20286" y="6289"/>
                    <a:pt x="20292" y="6291"/>
                    <a:pt x="20297" y="6291"/>
                  </a:cubicBezTo>
                  <a:cubicBezTo>
                    <a:pt x="20303" y="6291"/>
                    <a:pt x="20309" y="6289"/>
                    <a:pt x="20312" y="6285"/>
                  </a:cubicBezTo>
                  <a:cubicBezTo>
                    <a:pt x="20319" y="6278"/>
                    <a:pt x="20319" y="6264"/>
                    <a:pt x="20312" y="6257"/>
                  </a:cubicBezTo>
                  <a:cubicBezTo>
                    <a:pt x="18629" y="4458"/>
                    <a:pt x="15769" y="2890"/>
                    <a:pt x="12504" y="1778"/>
                  </a:cubicBezTo>
                  <a:cubicBezTo>
                    <a:pt x="9232" y="666"/>
                    <a:pt x="5548" y="1"/>
                    <a:pt x="2211" y="1"/>
                  </a:cubicBezTo>
                  <a:close/>
                </a:path>
              </a:pathLst>
            </a:custGeom>
            <a:solidFill>
              <a:srgbClr val="DEE8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8"/>
            <p:cNvSpPr/>
            <p:nvPr/>
          </p:nvSpPr>
          <p:spPr>
            <a:xfrm>
              <a:off x="642800" y="3294350"/>
              <a:ext cx="365325" cy="121775"/>
            </a:xfrm>
            <a:custGeom>
              <a:avLst/>
              <a:gdLst/>
              <a:ahLst/>
              <a:cxnLst/>
              <a:rect l="l" t="t" r="r" b="b"/>
              <a:pathLst>
                <a:path w="14613" h="4871" extrusionOk="0">
                  <a:moveTo>
                    <a:pt x="21" y="0"/>
                  </a:moveTo>
                  <a:cubicBezTo>
                    <a:pt x="8" y="0"/>
                    <a:pt x="1" y="7"/>
                    <a:pt x="1" y="14"/>
                  </a:cubicBezTo>
                  <a:cubicBezTo>
                    <a:pt x="1" y="28"/>
                    <a:pt x="8" y="37"/>
                    <a:pt x="21" y="37"/>
                  </a:cubicBezTo>
                  <a:cubicBezTo>
                    <a:pt x="9202" y="130"/>
                    <a:pt x="13283" y="3018"/>
                    <a:pt x="14576" y="4861"/>
                  </a:cubicBezTo>
                  <a:cubicBezTo>
                    <a:pt x="14581" y="4866"/>
                    <a:pt x="14586" y="4871"/>
                    <a:pt x="14594" y="4871"/>
                  </a:cubicBezTo>
                  <a:cubicBezTo>
                    <a:pt x="14597" y="4871"/>
                    <a:pt x="14601" y="4870"/>
                    <a:pt x="14606" y="4868"/>
                  </a:cubicBezTo>
                  <a:cubicBezTo>
                    <a:pt x="14612" y="4861"/>
                    <a:pt x="14612" y="4847"/>
                    <a:pt x="14606" y="4838"/>
                  </a:cubicBezTo>
                  <a:cubicBezTo>
                    <a:pt x="13305" y="2984"/>
                    <a:pt x="9209" y="94"/>
                    <a:pt x="21" y="0"/>
                  </a:cubicBezTo>
                  <a:close/>
                </a:path>
              </a:pathLst>
            </a:custGeom>
            <a:solidFill>
              <a:srgbClr val="DEE8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" name="Google Shape;118;p28"/>
          <p:cNvGrpSpPr/>
          <p:nvPr/>
        </p:nvGrpSpPr>
        <p:grpSpPr>
          <a:xfrm>
            <a:off x="2044739" y="4528108"/>
            <a:ext cx="420698" cy="307499"/>
            <a:chOff x="2300825" y="4105475"/>
            <a:chExt cx="103475" cy="75625"/>
          </a:xfrm>
        </p:grpSpPr>
        <p:sp>
          <p:nvSpPr>
            <p:cNvPr id="119" name="Google Shape;119;p28"/>
            <p:cNvSpPr/>
            <p:nvPr/>
          </p:nvSpPr>
          <p:spPr>
            <a:xfrm>
              <a:off x="2300825" y="4105475"/>
              <a:ext cx="103475" cy="75625"/>
            </a:xfrm>
            <a:custGeom>
              <a:avLst/>
              <a:gdLst/>
              <a:ahLst/>
              <a:cxnLst/>
              <a:rect l="l" t="t" r="r" b="b"/>
              <a:pathLst>
                <a:path w="4139" h="3025" extrusionOk="0">
                  <a:moveTo>
                    <a:pt x="2777" y="0"/>
                  </a:moveTo>
                  <a:cubicBezTo>
                    <a:pt x="2352" y="0"/>
                    <a:pt x="1858" y="145"/>
                    <a:pt x="1394" y="433"/>
                  </a:cubicBezTo>
                  <a:cubicBezTo>
                    <a:pt x="455" y="1019"/>
                    <a:pt x="1" y="1972"/>
                    <a:pt x="368" y="2572"/>
                  </a:cubicBezTo>
                  <a:cubicBezTo>
                    <a:pt x="559" y="2872"/>
                    <a:pt x="925" y="3024"/>
                    <a:pt x="1362" y="3024"/>
                  </a:cubicBezTo>
                  <a:cubicBezTo>
                    <a:pt x="1785" y="3024"/>
                    <a:pt x="2275" y="2881"/>
                    <a:pt x="2738" y="2593"/>
                  </a:cubicBezTo>
                  <a:cubicBezTo>
                    <a:pt x="3677" y="2009"/>
                    <a:pt x="4139" y="1048"/>
                    <a:pt x="3764" y="456"/>
                  </a:cubicBezTo>
                  <a:cubicBezTo>
                    <a:pt x="3577" y="152"/>
                    <a:pt x="3213" y="0"/>
                    <a:pt x="27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8"/>
            <p:cNvSpPr/>
            <p:nvPr/>
          </p:nvSpPr>
          <p:spPr>
            <a:xfrm>
              <a:off x="2323025" y="4118950"/>
              <a:ext cx="45350" cy="30775"/>
            </a:xfrm>
            <a:custGeom>
              <a:avLst/>
              <a:gdLst/>
              <a:ahLst/>
              <a:cxnLst/>
              <a:rect l="l" t="t" r="r" b="b"/>
              <a:pathLst>
                <a:path w="1814" h="1231" extrusionOk="0">
                  <a:moveTo>
                    <a:pt x="1369" y="1"/>
                  </a:moveTo>
                  <a:cubicBezTo>
                    <a:pt x="1172" y="1"/>
                    <a:pt x="918" y="80"/>
                    <a:pt x="673" y="234"/>
                  </a:cubicBezTo>
                  <a:cubicBezTo>
                    <a:pt x="239" y="509"/>
                    <a:pt x="0" y="891"/>
                    <a:pt x="130" y="1101"/>
                  </a:cubicBezTo>
                  <a:cubicBezTo>
                    <a:pt x="185" y="1188"/>
                    <a:pt x="296" y="1230"/>
                    <a:pt x="438" y="1230"/>
                  </a:cubicBezTo>
                  <a:cubicBezTo>
                    <a:pt x="636" y="1230"/>
                    <a:pt x="894" y="1148"/>
                    <a:pt x="1143" y="993"/>
                  </a:cubicBezTo>
                  <a:cubicBezTo>
                    <a:pt x="1576" y="726"/>
                    <a:pt x="1813" y="343"/>
                    <a:pt x="1683" y="133"/>
                  </a:cubicBezTo>
                  <a:cubicBezTo>
                    <a:pt x="1628" y="44"/>
                    <a:pt x="1514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" name="Google Shape;121;p28"/>
          <p:cNvGrpSpPr/>
          <p:nvPr/>
        </p:nvGrpSpPr>
        <p:grpSpPr>
          <a:xfrm>
            <a:off x="3080288" y="4528170"/>
            <a:ext cx="211059" cy="134662"/>
            <a:chOff x="2097475" y="4160575"/>
            <a:chExt cx="80600" cy="51425"/>
          </a:xfrm>
        </p:grpSpPr>
        <p:sp>
          <p:nvSpPr>
            <p:cNvPr id="122" name="Google Shape;122;p28"/>
            <p:cNvSpPr/>
            <p:nvPr/>
          </p:nvSpPr>
          <p:spPr>
            <a:xfrm>
              <a:off x="2097475" y="4160575"/>
              <a:ext cx="80600" cy="51425"/>
            </a:xfrm>
            <a:custGeom>
              <a:avLst/>
              <a:gdLst/>
              <a:ahLst/>
              <a:cxnLst/>
              <a:rect l="l" t="t" r="r" b="b"/>
              <a:pathLst>
                <a:path w="3224" h="2057" extrusionOk="0">
                  <a:moveTo>
                    <a:pt x="1229" y="1"/>
                  </a:moveTo>
                  <a:cubicBezTo>
                    <a:pt x="703" y="1"/>
                    <a:pt x="274" y="212"/>
                    <a:pt x="160" y="578"/>
                  </a:cubicBezTo>
                  <a:cubicBezTo>
                    <a:pt x="1" y="1082"/>
                    <a:pt x="521" y="1696"/>
                    <a:pt x="1324" y="1949"/>
                  </a:cubicBezTo>
                  <a:cubicBezTo>
                    <a:pt x="1555" y="2022"/>
                    <a:pt x="1784" y="2057"/>
                    <a:pt x="1997" y="2057"/>
                  </a:cubicBezTo>
                  <a:cubicBezTo>
                    <a:pt x="2523" y="2057"/>
                    <a:pt x="2951" y="1847"/>
                    <a:pt x="3064" y="1488"/>
                  </a:cubicBezTo>
                  <a:cubicBezTo>
                    <a:pt x="3224" y="975"/>
                    <a:pt x="2704" y="361"/>
                    <a:pt x="1901" y="108"/>
                  </a:cubicBezTo>
                  <a:cubicBezTo>
                    <a:pt x="1671" y="35"/>
                    <a:pt x="1442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8"/>
            <p:cNvSpPr/>
            <p:nvPr/>
          </p:nvSpPr>
          <p:spPr>
            <a:xfrm>
              <a:off x="2120250" y="4172550"/>
              <a:ext cx="35950" cy="19325"/>
            </a:xfrm>
            <a:custGeom>
              <a:avLst/>
              <a:gdLst/>
              <a:ahLst/>
              <a:cxnLst/>
              <a:rect l="l" t="t" r="r" b="b"/>
              <a:pathLst>
                <a:path w="1438" h="773" extrusionOk="0">
                  <a:moveTo>
                    <a:pt x="444" y="0"/>
                  </a:moveTo>
                  <a:cubicBezTo>
                    <a:pt x="242" y="0"/>
                    <a:pt x="88" y="62"/>
                    <a:pt x="50" y="177"/>
                  </a:cubicBezTo>
                  <a:cubicBezTo>
                    <a:pt x="0" y="359"/>
                    <a:pt x="253" y="596"/>
                    <a:pt x="614" y="713"/>
                  </a:cubicBezTo>
                  <a:cubicBezTo>
                    <a:pt x="744" y="753"/>
                    <a:pt x="872" y="772"/>
                    <a:pt x="985" y="772"/>
                  </a:cubicBezTo>
                  <a:cubicBezTo>
                    <a:pt x="1192" y="772"/>
                    <a:pt x="1350" y="709"/>
                    <a:pt x="1387" y="596"/>
                  </a:cubicBezTo>
                  <a:cubicBezTo>
                    <a:pt x="1437" y="416"/>
                    <a:pt x="1186" y="177"/>
                    <a:pt x="823" y="63"/>
                  </a:cubicBezTo>
                  <a:cubicBezTo>
                    <a:pt x="690" y="20"/>
                    <a:pt x="559" y="0"/>
                    <a:pt x="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" name="Google Shape;124;p28"/>
          <p:cNvGrpSpPr/>
          <p:nvPr/>
        </p:nvGrpSpPr>
        <p:grpSpPr>
          <a:xfrm rot="2208237">
            <a:off x="4117016" y="4528099"/>
            <a:ext cx="420703" cy="307499"/>
            <a:chOff x="2300825" y="4105475"/>
            <a:chExt cx="103475" cy="75625"/>
          </a:xfrm>
        </p:grpSpPr>
        <p:sp>
          <p:nvSpPr>
            <p:cNvPr id="125" name="Google Shape;125;p28"/>
            <p:cNvSpPr/>
            <p:nvPr/>
          </p:nvSpPr>
          <p:spPr>
            <a:xfrm>
              <a:off x="2300825" y="4105475"/>
              <a:ext cx="103475" cy="75625"/>
            </a:xfrm>
            <a:custGeom>
              <a:avLst/>
              <a:gdLst/>
              <a:ahLst/>
              <a:cxnLst/>
              <a:rect l="l" t="t" r="r" b="b"/>
              <a:pathLst>
                <a:path w="4139" h="3025" extrusionOk="0">
                  <a:moveTo>
                    <a:pt x="2777" y="0"/>
                  </a:moveTo>
                  <a:cubicBezTo>
                    <a:pt x="2352" y="0"/>
                    <a:pt x="1858" y="145"/>
                    <a:pt x="1394" y="433"/>
                  </a:cubicBezTo>
                  <a:cubicBezTo>
                    <a:pt x="455" y="1019"/>
                    <a:pt x="1" y="1972"/>
                    <a:pt x="368" y="2572"/>
                  </a:cubicBezTo>
                  <a:cubicBezTo>
                    <a:pt x="559" y="2872"/>
                    <a:pt x="925" y="3024"/>
                    <a:pt x="1362" y="3024"/>
                  </a:cubicBezTo>
                  <a:cubicBezTo>
                    <a:pt x="1785" y="3024"/>
                    <a:pt x="2275" y="2881"/>
                    <a:pt x="2738" y="2593"/>
                  </a:cubicBezTo>
                  <a:cubicBezTo>
                    <a:pt x="3677" y="2009"/>
                    <a:pt x="4139" y="1048"/>
                    <a:pt x="3764" y="456"/>
                  </a:cubicBezTo>
                  <a:cubicBezTo>
                    <a:pt x="3577" y="152"/>
                    <a:pt x="3213" y="0"/>
                    <a:pt x="27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8"/>
            <p:cNvSpPr/>
            <p:nvPr/>
          </p:nvSpPr>
          <p:spPr>
            <a:xfrm>
              <a:off x="2323025" y="4118950"/>
              <a:ext cx="45350" cy="30775"/>
            </a:xfrm>
            <a:custGeom>
              <a:avLst/>
              <a:gdLst/>
              <a:ahLst/>
              <a:cxnLst/>
              <a:rect l="l" t="t" r="r" b="b"/>
              <a:pathLst>
                <a:path w="1814" h="1231" extrusionOk="0">
                  <a:moveTo>
                    <a:pt x="1369" y="1"/>
                  </a:moveTo>
                  <a:cubicBezTo>
                    <a:pt x="1172" y="1"/>
                    <a:pt x="918" y="80"/>
                    <a:pt x="673" y="234"/>
                  </a:cubicBezTo>
                  <a:cubicBezTo>
                    <a:pt x="239" y="509"/>
                    <a:pt x="0" y="891"/>
                    <a:pt x="130" y="1101"/>
                  </a:cubicBezTo>
                  <a:cubicBezTo>
                    <a:pt x="185" y="1188"/>
                    <a:pt x="296" y="1230"/>
                    <a:pt x="438" y="1230"/>
                  </a:cubicBezTo>
                  <a:cubicBezTo>
                    <a:pt x="636" y="1230"/>
                    <a:pt x="894" y="1148"/>
                    <a:pt x="1143" y="993"/>
                  </a:cubicBezTo>
                  <a:cubicBezTo>
                    <a:pt x="1576" y="726"/>
                    <a:pt x="1813" y="343"/>
                    <a:pt x="1683" y="133"/>
                  </a:cubicBezTo>
                  <a:cubicBezTo>
                    <a:pt x="1628" y="44"/>
                    <a:pt x="1514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" name="Google Shape;127;p28"/>
          <p:cNvGrpSpPr/>
          <p:nvPr/>
        </p:nvGrpSpPr>
        <p:grpSpPr>
          <a:xfrm>
            <a:off x="5970919" y="4662890"/>
            <a:ext cx="380722" cy="242901"/>
            <a:chOff x="2097475" y="4160575"/>
            <a:chExt cx="80600" cy="51425"/>
          </a:xfrm>
        </p:grpSpPr>
        <p:sp>
          <p:nvSpPr>
            <p:cNvPr id="128" name="Google Shape;128;p28"/>
            <p:cNvSpPr/>
            <p:nvPr/>
          </p:nvSpPr>
          <p:spPr>
            <a:xfrm>
              <a:off x="2097475" y="4160575"/>
              <a:ext cx="80600" cy="51425"/>
            </a:xfrm>
            <a:custGeom>
              <a:avLst/>
              <a:gdLst/>
              <a:ahLst/>
              <a:cxnLst/>
              <a:rect l="l" t="t" r="r" b="b"/>
              <a:pathLst>
                <a:path w="3224" h="2057" extrusionOk="0">
                  <a:moveTo>
                    <a:pt x="1229" y="1"/>
                  </a:moveTo>
                  <a:cubicBezTo>
                    <a:pt x="703" y="1"/>
                    <a:pt x="274" y="212"/>
                    <a:pt x="160" y="578"/>
                  </a:cubicBezTo>
                  <a:cubicBezTo>
                    <a:pt x="1" y="1082"/>
                    <a:pt x="521" y="1696"/>
                    <a:pt x="1324" y="1949"/>
                  </a:cubicBezTo>
                  <a:cubicBezTo>
                    <a:pt x="1555" y="2022"/>
                    <a:pt x="1784" y="2057"/>
                    <a:pt x="1997" y="2057"/>
                  </a:cubicBezTo>
                  <a:cubicBezTo>
                    <a:pt x="2523" y="2057"/>
                    <a:pt x="2951" y="1847"/>
                    <a:pt x="3064" y="1488"/>
                  </a:cubicBezTo>
                  <a:cubicBezTo>
                    <a:pt x="3224" y="975"/>
                    <a:pt x="2704" y="361"/>
                    <a:pt x="1901" y="108"/>
                  </a:cubicBezTo>
                  <a:cubicBezTo>
                    <a:pt x="1671" y="35"/>
                    <a:pt x="1442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28"/>
            <p:cNvSpPr/>
            <p:nvPr/>
          </p:nvSpPr>
          <p:spPr>
            <a:xfrm>
              <a:off x="2120250" y="4172550"/>
              <a:ext cx="35950" cy="19325"/>
            </a:xfrm>
            <a:custGeom>
              <a:avLst/>
              <a:gdLst/>
              <a:ahLst/>
              <a:cxnLst/>
              <a:rect l="l" t="t" r="r" b="b"/>
              <a:pathLst>
                <a:path w="1438" h="773" extrusionOk="0">
                  <a:moveTo>
                    <a:pt x="444" y="0"/>
                  </a:moveTo>
                  <a:cubicBezTo>
                    <a:pt x="242" y="0"/>
                    <a:pt x="88" y="62"/>
                    <a:pt x="50" y="177"/>
                  </a:cubicBezTo>
                  <a:cubicBezTo>
                    <a:pt x="0" y="359"/>
                    <a:pt x="253" y="596"/>
                    <a:pt x="614" y="713"/>
                  </a:cubicBezTo>
                  <a:cubicBezTo>
                    <a:pt x="744" y="753"/>
                    <a:pt x="872" y="772"/>
                    <a:pt x="985" y="772"/>
                  </a:cubicBezTo>
                  <a:cubicBezTo>
                    <a:pt x="1192" y="772"/>
                    <a:pt x="1350" y="709"/>
                    <a:pt x="1387" y="596"/>
                  </a:cubicBezTo>
                  <a:cubicBezTo>
                    <a:pt x="1437" y="416"/>
                    <a:pt x="1186" y="177"/>
                    <a:pt x="823" y="63"/>
                  </a:cubicBezTo>
                  <a:cubicBezTo>
                    <a:pt x="690" y="20"/>
                    <a:pt x="559" y="0"/>
                    <a:pt x="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" name="Google Shape;130;p28"/>
          <p:cNvGrpSpPr/>
          <p:nvPr/>
        </p:nvGrpSpPr>
        <p:grpSpPr>
          <a:xfrm rot="515239">
            <a:off x="8362921" y="4616871"/>
            <a:ext cx="346773" cy="253447"/>
            <a:chOff x="2300825" y="4105475"/>
            <a:chExt cx="103475" cy="75625"/>
          </a:xfrm>
        </p:grpSpPr>
        <p:sp>
          <p:nvSpPr>
            <p:cNvPr id="131" name="Google Shape;131;p28"/>
            <p:cNvSpPr/>
            <p:nvPr/>
          </p:nvSpPr>
          <p:spPr>
            <a:xfrm>
              <a:off x="2300825" y="4105475"/>
              <a:ext cx="103475" cy="75625"/>
            </a:xfrm>
            <a:custGeom>
              <a:avLst/>
              <a:gdLst/>
              <a:ahLst/>
              <a:cxnLst/>
              <a:rect l="l" t="t" r="r" b="b"/>
              <a:pathLst>
                <a:path w="4139" h="3025" extrusionOk="0">
                  <a:moveTo>
                    <a:pt x="2777" y="0"/>
                  </a:moveTo>
                  <a:cubicBezTo>
                    <a:pt x="2352" y="0"/>
                    <a:pt x="1858" y="145"/>
                    <a:pt x="1394" y="433"/>
                  </a:cubicBezTo>
                  <a:cubicBezTo>
                    <a:pt x="455" y="1019"/>
                    <a:pt x="1" y="1972"/>
                    <a:pt x="368" y="2572"/>
                  </a:cubicBezTo>
                  <a:cubicBezTo>
                    <a:pt x="559" y="2872"/>
                    <a:pt x="925" y="3024"/>
                    <a:pt x="1362" y="3024"/>
                  </a:cubicBezTo>
                  <a:cubicBezTo>
                    <a:pt x="1785" y="3024"/>
                    <a:pt x="2275" y="2881"/>
                    <a:pt x="2738" y="2593"/>
                  </a:cubicBezTo>
                  <a:cubicBezTo>
                    <a:pt x="3677" y="2009"/>
                    <a:pt x="4139" y="1048"/>
                    <a:pt x="3764" y="456"/>
                  </a:cubicBezTo>
                  <a:cubicBezTo>
                    <a:pt x="3577" y="152"/>
                    <a:pt x="3213" y="0"/>
                    <a:pt x="27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8"/>
            <p:cNvSpPr/>
            <p:nvPr/>
          </p:nvSpPr>
          <p:spPr>
            <a:xfrm>
              <a:off x="2323025" y="4118950"/>
              <a:ext cx="45350" cy="30775"/>
            </a:xfrm>
            <a:custGeom>
              <a:avLst/>
              <a:gdLst/>
              <a:ahLst/>
              <a:cxnLst/>
              <a:rect l="l" t="t" r="r" b="b"/>
              <a:pathLst>
                <a:path w="1814" h="1231" extrusionOk="0">
                  <a:moveTo>
                    <a:pt x="1369" y="1"/>
                  </a:moveTo>
                  <a:cubicBezTo>
                    <a:pt x="1172" y="1"/>
                    <a:pt x="918" y="80"/>
                    <a:pt x="673" y="234"/>
                  </a:cubicBezTo>
                  <a:cubicBezTo>
                    <a:pt x="239" y="509"/>
                    <a:pt x="0" y="891"/>
                    <a:pt x="130" y="1101"/>
                  </a:cubicBezTo>
                  <a:cubicBezTo>
                    <a:pt x="185" y="1188"/>
                    <a:pt x="296" y="1230"/>
                    <a:pt x="438" y="1230"/>
                  </a:cubicBezTo>
                  <a:cubicBezTo>
                    <a:pt x="636" y="1230"/>
                    <a:pt x="894" y="1148"/>
                    <a:pt x="1143" y="993"/>
                  </a:cubicBezTo>
                  <a:cubicBezTo>
                    <a:pt x="1576" y="726"/>
                    <a:pt x="1813" y="343"/>
                    <a:pt x="1683" y="133"/>
                  </a:cubicBezTo>
                  <a:cubicBezTo>
                    <a:pt x="1628" y="44"/>
                    <a:pt x="1514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" name="Google Shape;133;p28"/>
          <p:cNvGrpSpPr/>
          <p:nvPr/>
        </p:nvGrpSpPr>
        <p:grpSpPr>
          <a:xfrm>
            <a:off x="7416113" y="4613195"/>
            <a:ext cx="211059" cy="134662"/>
            <a:chOff x="2097475" y="4160575"/>
            <a:chExt cx="80600" cy="51425"/>
          </a:xfrm>
        </p:grpSpPr>
        <p:sp>
          <p:nvSpPr>
            <p:cNvPr id="134" name="Google Shape;134;p28"/>
            <p:cNvSpPr/>
            <p:nvPr/>
          </p:nvSpPr>
          <p:spPr>
            <a:xfrm>
              <a:off x="2097475" y="4160575"/>
              <a:ext cx="80600" cy="51425"/>
            </a:xfrm>
            <a:custGeom>
              <a:avLst/>
              <a:gdLst/>
              <a:ahLst/>
              <a:cxnLst/>
              <a:rect l="l" t="t" r="r" b="b"/>
              <a:pathLst>
                <a:path w="3224" h="2057" extrusionOk="0">
                  <a:moveTo>
                    <a:pt x="1229" y="1"/>
                  </a:moveTo>
                  <a:cubicBezTo>
                    <a:pt x="703" y="1"/>
                    <a:pt x="274" y="212"/>
                    <a:pt x="160" y="578"/>
                  </a:cubicBezTo>
                  <a:cubicBezTo>
                    <a:pt x="1" y="1082"/>
                    <a:pt x="521" y="1696"/>
                    <a:pt x="1324" y="1949"/>
                  </a:cubicBezTo>
                  <a:cubicBezTo>
                    <a:pt x="1555" y="2022"/>
                    <a:pt x="1784" y="2057"/>
                    <a:pt x="1997" y="2057"/>
                  </a:cubicBezTo>
                  <a:cubicBezTo>
                    <a:pt x="2523" y="2057"/>
                    <a:pt x="2951" y="1847"/>
                    <a:pt x="3064" y="1488"/>
                  </a:cubicBezTo>
                  <a:cubicBezTo>
                    <a:pt x="3224" y="975"/>
                    <a:pt x="2704" y="361"/>
                    <a:pt x="1901" y="108"/>
                  </a:cubicBezTo>
                  <a:cubicBezTo>
                    <a:pt x="1671" y="35"/>
                    <a:pt x="1442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28"/>
            <p:cNvSpPr/>
            <p:nvPr/>
          </p:nvSpPr>
          <p:spPr>
            <a:xfrm>
              <a:off x="2120250" y="4172550"/>
              <a:ext cx="35950" cy="19325"/>
            </a:xfrm>
            <a:custGeom>
              <a:avLst/>
              <a:gdLst/>
              <a:ahLst/>
              <a:cxnLst/>
              <a:rect l="l" t="t" r="r" b="b"/>
              <a:pathLst>
                <a:path w="1438" h="773" extrusionOk="0">
                  <a:moveTo>
                    <a:pt x="444" y="0"/>
                  </a:moveTo>
                  <a:cubicBezTo>
                    <a:pt x="242" y="0"/>
                    <a:pt x="88" y="62"/>
                    <a:pt x="50" y="177"/>
                  </a:cubicBezTo>
                  <a:cubicBezTo>
                    <a:pt x="0" y="359"/>
                    <a:pt x="253" y="596"/>
                    <a:pt x="614" y="713"/>
                  </a:cubicBezTo>
                  <a:cubicBezTo>
                    <a:pt x="744" y="753"/>
                    <a:pt x="872" y="772"/>
                    <a:pt x="985" y="772"/>
                  </a:cubicBezTo>
                  <a:cubicBezTo>
                    <a:pt x="1192" y="772"/>
                    <a:pt x="1350" y="709"/>
                    <a:pt x="1387" y="596"/>
                  </a:cubicBezTo>
                  <a:cubicBezTo>
                    <a:pt x="1437" y="416"/>
                    <a:pt x="1186" y="177"/>
                    <a:pt x="823" y="63"/>
                  </a:cubicBezTo>
                  <a:cubicBezTo>
                    <a:pt x="690" y="20"/>
                    <a:pt x="559" y="0"/>
                    <a:pt x="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6" name="Google Shape;136;p28"/>
          <p:cNvSpPr/>
          <p:nvPr/>
        </p:nvSpPr>
        <p:spPr>
          <a:xfrm>
            <a:off x="5200776" y="165699"/>
            <a:ext cx="2215357" cy="498246"/>
          </a:xfrm>
          <a:custGeom>
            <a:avLst/>
            <a:gdLst/>
            <a:ahLst/>
            <a:cxnLst/>
            <a:rect l="l" t="t" r="r" b="b"/>
            <a:pathLst>
              <a:path w="28258" h="5545" extrusionOk="0">
                <a:moveTo>
                  <a:pt x="10378" y="0"/>
                </a:moveTo>
                <a:cubicBezTo>
                  <a:pt x="8312" y="0"/>
                  <a:pt x="6398" y="1151"/>
                  <a:pt x="5310" y="3326"/>
                </a:cubicBezTo>
                <a:cubicBezTo>
                  <a:pt x="4474" y="2885"/>
                  <a:pt x="3683" y="2665"/>
                  <a:pt x="2977" y="2665"/>
                </a:cubicBezTo>
                <a:cubicBezTo>
                  <a:pt x="1507" y="2665"/>
                  <a:pt x="401" y="3622"/>
                  <a:pt x="1" y="5545"/>
                </a:cubicBezTo>
                <a:lnTo>
                  <a:pt x="28257" y="5545"/>
                </a:lnTo>
                <a:cubicBezTo>
                  <a:pt x="26931" y="3847"/>
                  <a:pt x="25535" y="3011"/>
                  <a:pt x="24074" y="3011"/>
                </a:cubicBezTo>
                <a:cubicBezTo>
                  <a:pt x="23363" y="3011"/>
                  <a:pt x="22637" y="3209"/>
                  <a:pt x="21895" y="3601"/>
                </a:cubicBezTo>
                <a:cubicBezTo>
                  <a:pt x="20794" y="1817"/>
                  <a:pt x="19594" y="928"/>
                  <a:pt x="18291" y="928"/>
                </a:cubicBezTo>
                <a:cubicBezTo>
                  <a:pt x="17352" y="928"/>
                  <a:pt x="16360" y="1389"/>
                  <a:pt x="15315" y="2308"/>
                </a:cubicBezTo>
                <a:cubicBezTo>
                  <a:pt x="13806" y="748"/>
                  <a:pt x="12042" y="0"/>
                  <a:pt x="10378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8"/>
          <p:cNvSpPr/>
          <p:nvPr/>
        </p:nvSpPr>
        <p:spPr>
          <a:xfrm>
            <a:off x="-639727" y="388647"/>
            <a:ext cx="2576956" cy="440574"/>
          </a:xfrm>
          <a:custGeom>
            <a:avLst/>
            <a:gdLst/>
            <a:ahLst/>
            <a:cxnLst/>
            <a:rect l="l" t="t" r="r" b="b"/>
            <a:pathLst>
              <a:path w="28455" h="4865" extrusionOk="0">
                <a:moveTo>
                  <a:pt x="18226" y="0"/>
                </a:moveTo>
                <a:cubicBezTo>
                  <a:pt x="16791" y="0"/>
                  <a:pt x="14567" y="945"/>
                  <a:pt x="11645" y="3580"/>
                </a:cubicBezTo>
                <a:cubicBezTo>
                  <a:pt x="11972" y="2555"/>
                  <a:pt x="11763" y="2033"/>
                  <a:pt x="10999" y="2033"/>
                </a:cubicBezTo>
                <a:cubicBezTo>
                  <a:pt x="10243" y="2033"/>
                  <a:pt x="8946" y="2542"/>
                  <a:pt x="7088" y="3580"/>
                </a:cubicBezTo>
                <a:cubicBezTo>
                  <a:pt x="7296" y="2950"/>
                  <a:pt x="7225" y="2536"/>
                  <a:pt x="6626" y="2536"/>
                </a:cubicBezTo>
                <a:cubicBezTo>
                  <a:pt x="5981" y="2536"/>
                  <a:pt x="4724" y="3016"/>
                  <a:pt x="2544" y="4221"/>
                </a:cubicBezTo>
                <a:cubicBezTo>
                  <a:pt x="2882" y="3683"/>
                  <a:pt x="2896" y="3441"/>
                  <a:pt x="2648" y="3441"/>
                </a:cubicBezTo>
                <a:cubicBezTo>
                  <a:pt x="2280" y="3441"/>
                  <a:pt x="1334" y="3972"/>
                  <a:pt x="1" y="4864"/>
                </a:cubicBezTo>
                <a:lnTo>
                  <a:pt x="27167" y="4864"/>
                </a:lnTo>
                <a:cubicBezTo>
                  <a:pt x="28455" y="3310"/>
                  <a:pt x="28409" y="2484"/>
                  <a:pt x="26845" y="2484"/>
                </a:cubicBezTo>
                <a:cubicBezTo>
                  <a:pt x="25741" y="2484"/>
                  <a:pt x="23881" y="2895"/>
                  <a:pt x="21200" y="3753"/>
                </a:cubicBezTo>
                <a:cubicBezTo>
                  <a:pt x="21915" y="3068"/>
                  <a:pt x="21868" y="2531"/>
                  <a:pt x="21296" y="2531"/>
                </a:cubicBezTo>
                <a:cubicBezTo>
                  <a:pt x="20897" y="2531"/>
                  <a:pt x="20241" y="2793"/>
                  <a:pt x="19409" y="3450"/>
                </a:cubicBezTo>
                <a:cubicBezTo>
                  <a:pt x="20684" y="1806"/>
                  <a:pt x="20209" y="0"/>
                  <a:pt x="18226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8"/>
          <p:cNvSpPr txBox="1">
            <a:spLocks noGrp="1"/>
          </p:cNvSpPr>
          <p:nvPr>
            <p:ph type="title"/>
          </p:nvPr>
        </p:nvSpPr>
        <p:spPr>
          <a:xfrm>
            <a:off x="715100" y="1307088"/>
            <a:ext cx="2365200" cy="10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139" name="Google Shape;139;p28"/>
          <p:cNvSpPr txBox="1">
            <a:spLocks noGrp="1"/>
          </p:cNvSpPr>
          <p:nvPr>
            <p:ph type="subTitle" idx="1"/>
          </p:nvPr>
        </p:nvSpPr>
        <p:spPr>
          <a:xfrm>
            <a:off x="798050" y="2574563"/>
            <a:ext cx="2199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8"/>
          <p:cNvSpPr txBox="1">
            <a:spLocks noGrp="1"/>
          </p:cNvSpPr>
          <p:nvPr>
            <p:ph type="title" idx="2"/>
          </p:nvPr>
        </p:nvSpPr>
        <p:spPr>
          <a:xfrm>
            <a:off x="3389400" y="1307088"/>
            <a:ext cx="2365200" cy="10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141" name="Google Shape;141;p28"/>
          <p:cNvSpPr txBox="1">
            <a:spLocks noGrp="1"/>
          </p:cNvSpPr>
          <p:nvPr>
            <p:ph type="subTitle" idx="3"/>
          </p:nvPr>
        </p:nvSpPr>
        <p:spPr>
          <a:xfrm>
            <a:off x="3472350" y="2574563"/>
            <a:ext cx="2199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8"/>
          <p:cNvSpPr txBox="1">
            <a:spLocks noGrp="1"/>
          </p:cNvSpPr>
          <p:nvPr>
            <p:ph type="title" idx="4"/>
          </p:nvPr>
        </p:nvSpPr>
        <p:spPr>
          <a:xfrm>
            <a:off x="6063700" y="1307088"/>
            <a:ext cx="2365200" cy="10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143" name="Google Shape;143;p28"/>
          <p:cNvSpPr txBox="1">
            <a:spLocks noGrp="1"/>
          </p:cNvSpPr>
          <p:nvPr>
            <p:ph type="subTitle" idx="5"/>
          </p:nvPr>
        </p:nvSpPr>
        <p:spPr>
          <a:xfrm>
            <a:off x="6146650" y="2574563"/>
            <a:ext cx="2199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_ONLY_1_1_1_1_1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/>
          <p:nvPr/>
        </p:nvSpPr>
        <p:spPr>
          <a:xfrm>
            <a:off x="-57500" y="3790625"/>
            <a:ext cx="9259000" cy="1419757"/>
          </a:xfrm>
          <a:custGeom>
            <a:avLst/>
            <a:gdLst/>
            <a:ahLst/>
            <a:cxnLst/>
            <a:rect l="l" t="t" r="r" b="b"/>
            <a:pathLst>
              <a:path w="57554" h="20117" extrusionOk="0">
                <a:moveTo>
                  <a:pt x="1" y="0"/>
                </a:moveTo>
                <a:lnTo>
                  <a:pt x="1" y="20116"/>
                </a:lnTo>
                <a:lnTo>
                  <a:pt x="57554" y="20116"/>
                </a:lnTo>
                <a:lnTo>
                  <a:pt x="57554" y="0"/>
                </a:lnTo>
                <a:cubicBezTo>
                  <a:pt x="53249" y="6588"/>
                  <a:pt x="41989" y="11289"/>
                  <a:pt x="28777" y="11289"/>
                </a:cubicBezTo>
                <a:cubicBezTo>
                  <a:pt x="15566" y="11289"/>
                  <a:pt x="4307" y="6588"/>
                  <a:pt x="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9"/>
          <p:cNvSpPr/>
          <p:nvPr/>
        </p:nvSpPr>
        <p:spPr>
          <a:xfrm>
            <a:off x="2749863" y="4673313"/>
            <a:ext cx="3327234" cy="572694"/>
          </a:xfrm>
          <a:custGeom>
            <a:avLst/>
            <a:gdLst/>
            <a:ahLst/>
            <a:cxnLst/>
            <a:rect l="l" t="t" r="r" b="b"/>
            <a:pathLst>
              <a:path w="38298" h="9429" extrusionOk="0">
                <a:moveTo>
                  <a:pt x="17984" y="0"/>
                </a:moveTo>
                <a:cubicBezTo>
                  <a:pt x="15608" y="0"/>
                  <a:pt x="13417" y="346"/>
                  <a:pt x="11595" y="1028"/>
                </a:cubicBezTo>
                <a:cubicBezTo>
                  <a:pt x="7037" y="2726"/>
                  <a:pt x="2204" y="7211"/>
                  <a:pt x="1" y="9428"/>
                </a:cubicBezTo>
                <a:lnTo>
                  <a:pt x="38298" y="9428"/>
                </a:lnTo>
                <a:cubicBezTo>
                  <a:pt x="36362" y="7038"/>
                  <a:pt x="34021" y="5030"/>
                  <a:pt x="31385" y="3498"/>
                </a:cubicBezTo>
                <a:cubicBezTo>
                  <a:pt x="29927" y="2654"/>
                  <a:pt x="28373" y="1960"/>
                  <a:pt x="26763" y="1433"/>
                </a:cubicBezTo>
                <a:cubicBezTo>
                  <a:pt x="26574" y="1367"/>
                  <a:pt x="26387" y="1310"/>
                  <a:pt x="26200" y="1253"/>
                </a:cubicBezTo>
                <a:cubicBezTo>
                  <a:pt x="26120" y="1230"/>
                  <a:pt x="26040" y="1210"/>
                  <a:pt x="25960" y="1187"/>
                </a:cubicBezTo>
                <a:cubicBezTo>
                  <a:pt x="25803" y="1137"/>
                  <a:pt x="25643" y="1093"/>
                  <a:pt x="25484" y="1050"/>
                </a:cubicBezTo>
                <a:cubicBezTo>
                  <a:pt x="25404" y="1028"/>
                  <a:pt x="25333" y="1007"/>
                  <a:pt x="25253" y="984"/>
                </a:cubicBezTo>
                <a:cubicBezTo>
                  <a:pt x="25166" y="963"/>
                  <a:pt x="25087" y="941"/>
                  <a:pt x="25000" y="920"/>
                </a:cubicBezTo>
                <a:cubicBezTo>
                  <a:pt x="24270" y="733"/>
                  <a:pt x="23540" y="573"/>
                  <a:pt x="22819" y="443"/>
                </a:cubicBezTo>
                <a:cubicBezTo>
                  <a:pt x="21163" y="147"/>
                  <a:pt x="19534" y="0"/>
                  <a:pt x="1798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9"/>
          <p:cNvSpPr/>
          <p:nvPr/>
        </p:nvSpPr>
        <p:spPr>
          <a:xfrm flipH="1">
            <a:off x="5545224" y="4133174"/>
            <a:ext cx="3719151" cy="1059470"/>
          </a:xfrm>
          <a:custGeom>
            <a:avLst/>
            <a:gdLst/>
            <a:ahLst/>
            <a:cxnLst/>
            <a:rect l="l" t="t" r="r" b="b"/>
            <a:pathLst>
              <a:path w="42450" h="16678" extrusionOk="0">
                <a:moveTo>
                  <a:pt x="1188" y="0"/>
                </a:moveTo>
                <a:cubicBezTo>
                  <a:pt x="933" y="0"/>
                  <a:pt x="660" y="61"/>
                  <a:pt x="377" y="195"/>
                </a:cubicBezTo>
                <a:lnTo>
                  <a:pt x="1" y="16303"/>
                </a:lnTo>
                <a:lnTo>
                  <a:pt x="41511" y="16678"/>
                </a:lnTo>
                <a:lnTo>
                  <a:pt x="42449" y="16678"/>
                </a:lnTo>
                <a:cubicBezTo>
                  <a:pt x="41974" y="13607"/>
                  <a:pt x="40167" y="13043"/>
                  <a:pt x="38903" y="13043"/>
                </a:cubicBezTo>
                <a:cubicBezTo>
                  <a:pt x="38169" y="13043"/>
                  <a:pt x="37618" y="13233"/>
                  <a:pt x="37618" y="13233"/>
                </a:cubicBezTo>
                <a:cubicBezTo>
                  <a:pt x="37694" y="11532"/>
                  <a:pt x="36888" y="10540"/>
                  <a:pt x="35758" y="10540"/>
                </a:cubicBezTo>
                <a:cubicBezTo>
                  <a:pt x="35295" y="10540"/>
                  <a:pt x="34778" y="10707"/>
                  <a:pt x="34245" y="11059"/>
                </a:cubicBezTo>
                <a:cubicBezTo>
                  <a:pt x="33756" y="9550"/>
                  <a:pt x="32737" y="8804"/>
                  <a:pt x="31677" y="8804"/>
                </a:cubicBezTo>
                <a:cubicBezTo>
                  <a:pt x="30952" y="8804"/>
                  <a:pt x="30208" y="9153"/>
                  <a:pt x="29600" y="9846"/>
                </a:cubicBezTo>
                <a:cubicBezTo>
                  <a:pt x="29396" y="7940"/>
                  <a:pt x="28227" y="7037"/>
                  <a:pt x="26993" y="7037"/>
                </a:cubicBezTo>
                <a:cubicBezTo>
                  <a:pt x="25958" y="7037"/>
                  <a:pt x="24876" y="7672"/>
                  <a:pt x="24277" y="8884"/>
                </a:cubicBezTo>
                <a:cubicBezTo>
                  <a:pt x="23517" y="8288"/>
                  <a:pt x="22813" y="7997"/>
                  <a:pt x="22163" y="7997"/>
                </a:cubicBezTo>
                <a:cubicBezTo>
                  <a:pt x="21205" y="7997"/>
                  <a:pt x="20364" y="8628"/>
                  <a:pt x="19633" y="9846"/>
                </a:cubicBezTo>
                <a:cubicBezTo>
                  <a:pt x="19296" y="9674"/>
                  <a:pt x="19003" y="9595"/>
                  <a:pt x="18748" y="9595"/>
                </a:cubicBezTo>
                <a:cubicBezTo>
                  <a:pt x="18027" y="9595"/>
                  <a:pt x="17599" y="10221"/>
                  <a:pt x="17306" y="11137"/>
                </a:cubicBezTo>
                <a:cubicBezTo>
                  <a:pt x="17306" y="11137"/>
                  <a:pt x="14024" y="9833"/>
                  <a:pt x="13478" y="9833"/>
                </a:cubicBezTo>
                <a:cubicBezTo>
                  <a:pt x="13447" y="9833"/>
                  <a:pt x="13425" y="9837"/>
                  <a:pt x="13413" y="9846"/>
                </a:cubicBezTo>
                <a:cubicBezTo>
                  <a:pt x="13401" y="9855"/>
                  <a:pt x="13385" y="9859"/>
                  <a:pt x="13365" y="9859"/>
                </a:cubicBezTo>
                <a:cubicBezTo>
                  <a:pt x="13006" y="9859"/>
                  <a:pt x="11392" y="8516"/>
                  <a:pt x="11392" y="8516"/>
                </a:cubicBezTo>
                <a:cubicBezTo>
                  <a:pt x="11854" y="7154"/>
                  <a:pt x="11289" y="5705"/>
                  <a:pt x="10061" y="5705"/>
                </a:cubicBezTo>
                <a:cubicBezTo>
                  <a:pt x="9870" y="5705"/>
                  <a:pt x="9663" y="5740"/>
                  <a:pt x="9441" y="5816"/>
                </a:cubicBezTo>
                <a:cubicBezTo>
                  <a:pt x="9679" y="4060"/>
                  <a:pt x="9002" y="2863"/>
                  <a:pt x="7746" y="2863"/>
                </a:cubicBezTo>
                <a:cubicBezTo>
                  <a:pt x="7209" y="2863"/>
                  <a:pt x="6566" y="3082"/>
                  <a:pt x="5844" y="3569"/>
                </a:cubicBezTo>
                <a:cubicBezTo>
                  <a:pt x="5772" y="2468"/>
                  <a:pt x="5156" y="1655"/>
                  <a:pt x="4315" y="1655"/>
                </a:cubicBezTo>
                <a:cubicBezTo>
                  <a:pt x="3959" y="1655"/>
                  <a:pt x="3563" y="1801"/>
                  <a:pt x="3150" y="2132"/>
                </a:cubicBezTo>
                <a:cubicBezTo>
                  <a:pt x="2977" y="980"/>
                  <a:pt x="2215" y="0"/>
                  <a:pt x="1188" y="0"/>
                </a:cubicBezTo>
                <a:close/>
              </a:path>
            </a:pathLst>
          </a:custGeom>
          <a:solidFill>
            <a:srgbClr val="1866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9"/>
          <p:cNvSpPr/>
          <p:nvPr/>
        </p:nvSpPr>
        <p:spPr>
          <a:xfrm rot="-133673" flipH="1">
            <a:off x="3" y="4582510"/>
            <a:ext cx="3473517" cy="754300"/>
          </a:xfrm>
          <a:custGeom>
            <a:avLst/>
            <a:gdLst/>
            <a:ahLst/>
            <a:cxnLst/>
            <a:rect l="l" t="t" r="r" b="b"/>
            <a:pathLst>
              <a:path w="24134" h="6820" extrusionOk="0">
                <a:moveTo>
                  <a:pt x="21188" y="0"/>
                </a:moveTo>
                <a:cubicBezTo>
                  <a:pt x="17796" y="0"/>
                  <a:pt x="16982" y="2940"/>
                  <a:pt x="16982" y="2940"/>
                </a:cubicBezTo>
                <a:cubicBezTo>
                  <a:pt x="16384" y="2252"/>
                  <a:pt x="15632" y="1828"/>
                  <a:pt x="14862" y="1828"/>
                </a:cubicBezTo>
                <a:cubicBezTo>
                  <a:pt x="14136" y="1828"/>
                  <a:pt x="13394" y="2205"/>
                  <a:pt x="12749" y="3092"/>
                </a:cubicBezTo>
                <a:cubicBezTo>
                  <a:pt x="12103" y="2449"/>
                  <a:pt x="11299" y="2084"/>
                  <a:pt x="10511" y="2084"/>
                </a:cubicBezTo>
                <a:cubicBezTo>
                  <a:pt x="9653" y="2084"/>
                  <a:pt x="8813" y="2517"/>
                  <a:pt x="8214" y="3496"/>
                </a:cubicBezTo>
                <a:cubicBezTo>
                  <a:pt x="7654" y="2860"/>
                  <a:pt x="6945" y="2544"/>
                  <a:pt x="6280" y="2544"/>
                </a:cubicBezTo>
                <a:cubicBezTo>
                  <a:pt x="5419" y="2544"/>
                  <a:pt x="4634" y="3075"/>
                  <a:pt x="4348" y="4132"/>
                </a:cubicBezTo>
                <a:cubicBezTo>
                  <a:pt x="3984" y="3977"/>
                  <a:pt x="3619" y="3908"/>
                  <a:pt x="3265" y="3908"/>
                </a:cubicBezTo>
                <a:cubicBezTo>
                  <a:pt x="1536" y="3908"/>
                  <a:pt x="43" y="5542"/>
                  <a:pt x="1" y="6819"/>
                </a:cubicBezTo>
                <a:lnTo>
                  <a:pt x="24133" y="6320"/>
                </a:lnTo>
                <a:lnTo>
                  <a:pt x="24090" y="585"/>
                </a:lnTo>
                <a:cubicBezTo>
                  <a:pt x="22959" y="168"/>
                  <a:pt x="22000" y="0"/>
                  <a:pt x="2118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9" name="Google Shape;149;p29"/>
          <p:cNvGrpSpPr/>
          <p:nvPr/>
        </p:nvGrpSpPr>
        <p:grpSpPr>
          <a:xfrm>
            <a:off x="8372841" y="4673318"/>
            <a:ext cx="274498" cy="200626"/>
            <a:chOff x="2300825" y="4105475"/>
            <a:chExt cx="103475" cy="75625"/>
          </a:xfrm>
        </p:grpSpPr>
        <p:sp>
          <p:nvSpPr>
            <p:cNvPr id="150" name="Google Shape;150;p29"/>
            <p:cNvSpPr/>
            <p:nvPr/>
          </p:nvSpPr>
          <p:spPr>
            <a:xfrm>
              <a:off x="2300825" y="4105475"/>
              <a:ext cx="103475" cy="75625"/>
            </a:xfrm>
            <a:custGeom>
              <a:avLst/>
              <a:gdLst/>
              <a:ahLst/>
              <a:cxnLst/>
              <a:rect l="l" t="t" r="r" b="b"/>
              <a:pathLst>
                <a:path w="4139" h="3025" extrusionOk="0">
                  <a:moveTo>
                    <a:pt x="2777" y="0"/>
                  </a:moveTo>
                  <a:cubicBezTo>
                    <a:pt x="2352" y="0"/>
                    <a:pt x="1858" y="145"/>
                    <a:pt x="1394" y="433"/>
                  </a:cubicBezTo>
                  <a:cubicBezTo>
                    <a:pt x="455" y="1019"/>
                    <a:pt x="1" y="1972"/>
                    <a:pt x="368" y="2572"/>
                  </a:cubicBezTo>
                  <a:cubicBezTo>
                    <a:pt x="559" y="2872"/>
                    <a:pt x="925" y="3024"/>
                    <a:pt x="1362" y="3024"/>
                  </a:cubicBezTo>
                  <a:cubicBezTo>
                    <a:pt x="1785" y="3024"/>
                    <a:pt x="2275" y="2881"/>
                    <a:pt x="2738" y="2593"/>
                  </a:cubicBezTo>
                  <a:cubicBezTo>
                    <a:pt x="3677" y="2009"/>
                    <a:pt x="4139" y="1048"/>
                    <a:pt x="3764" y="456"/>
                  </a:cubicBezTo>
                  <a:cubicBezTo>
                    <a:pt x="3577" y="152"/>
                    <a:pt x="3213" y="0"/>
                    <a:pt x="27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9"/>
            <p:cNvSpPr/>
            <p:nvPr/>
          </p:nvSpPr>
          <p:spPr>
            <a:xfrm>
              <a:off x="2323025" y="4118950"/>
              <a:ext cx="45350" cy="30775"/>
            </a:xfrm>
            <a:custGeom>
              <a:avLst/>
              <a:gdLst/>
              <a:ahLst/>
              <a:cxnLst/>
              <a:rect l="l" t="t" r="r" b="b"/>
              <a:pathLst>
                <a:path w="1814" h="1231" extrusionOk="0">
                  <a:moveTo>
                    <a:pt x="1369" y="1"/>
                  </a:moveTo>
                  <a:cubicBezTo>
                    <a:pt x="1172" y="1"/>
                    <a:pt x="918" y="80"/>
                    <a:pt x="673" y="234"/>
                  </a:cubicBezTo>
                  <a:cubicBezTo>
                    <a:pt x="239" y="509"/>
                    <a:pt x="0" y="891"/>
                    <a:pt x="130" y="1101"/>
                  </a:cubicBezTo>
                  <a:cubicBezTo>
                    <a:pt x="185" y="1188"/>
                    <a:pt x="296" y="1230"/>
                    <a:pt x="438" y="1230"/>
                  </a:cubicBezTo>
                  <a:cubicBezTo>
                    <a:pt x="636" y="1230"/>
                    <a:pt x="894" y="1148"/>
                    <a:pt x="1143" y="993"/>
                  </a:cubicBezTo>
                  <a:cubicBezTo>
                    <a:pt x="1576" y="726"/>
                    <a:pt x="1813" y="343"/>
                    <a:pt x="1683" y="133"/>
                  </a:cubicBezTo>
                  <a:cubicBezTo>
                    <a:pt x="1628" y="44"/>
                    <a:pt x="1514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" name="Google Shape;152;p29"/>
          <p:cNvGrpSpPr/>
          <p:nvPr/>
        </p:nvGrpSpPr>
        <p:grpSpPr>
          <a:xfrm>
            <a:off x="6750167" y="4776058"/>
            <a:ext cx="378449" cy="241451"/>
            <a:chOff x="2097475" y="4160575"/>
            <a:chExt cx="80600" cy="51425"/>
          </a:xfrm>
        </p:grpSpPr>
        <p:sp>
          <p:nvSpPr>
            <p:cNvPr id="153" name="Google Shape;153;p29"/>
            <p:cNvSpPr/>
            <p:nvPr/>
          </p:nvSpPr>
          <p:spPr>
            <a:xfrm>
              <a:off x="2097475" y="4160575"/>
              <a:ext cx="80600" cy="51425"/>
            </a:xfrm>
            <a:custGeom>
              <a:avLst/>
              <a:gdLst/>
              <a:ahLst/>
              <a:cxnLst/>
              <a:rect l="l" t="t" r="r" b="b"/>
              <a:pathLst>
                <a:path w="3224" h="2057" extrusionOk="0">
                  <a:moveTo>
                    <a:pt x="1229" y="1"/>
                  </a:moveTo>
                  <a:cubicBezTo>
                    <a:pt x="703" y="1"/>
                    <a:pt x="274" y="212"/>
                    <a:pt x="160" y="578"/>
                  </a:cubicBezTo>
                  <a:cubicBezTo>
                    <a:pt x="1" y="1082"/>
                    <a:pt x="521" y="1696"/>
                    <a:pt x="1324" y="1949"/>
                  </a:cubicBezTo>
                  <a:cubicBezTo>
                    <a:pt x="1555" y="2022"/>
                    <a:pt x="1784" y="2057"/>
                    <a:pt x="1997" y="2057"/>
                  </a:cubicBezTo>
                  <a:cubicBezTo>
                    <a:pt x="2523" y="2057"/>
                    <a:pt x="2951" y="1847"/>
                    <a:pt x="3064" y="1488"/>
                  </a:cubicBezTo>
                  <a:cubicBezTo>
                    <a:pt x="3224" y="975"/>
                    <a:pt x="2704" y="361"/>
                    <a:pt x="1901" y="108"/>
                  </a:cubicBezTo>
                  <a:cubicBezTo>
                    <a:pt x="1671" y="35"/>
                    <a:pt x="1442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9"/>
            <p:cNvSpPr/>
            <p:nvPr/>
          </p:nvSpPr>
          <p:spPr>
            <a:xfrm>
              <a:off x="2120250" y="4172550"/>
              <a:ext cx="35950" cy="19325"/>
            </a:xfrm>
            <a:custGeom>
              <a:avLst/>
              <a:gdLst/>
              <a:ahLst/>
              <a:cxnLst/>
              <a:rect l="l" t="t" r="r" b="b"/>
              <a:pathLst>
                <a:path w="1438" h="773" extrusionOk="0">
                  <a:moveTo>
                    <a:pt x="444" y="0"/>
                  </a:moveTo>
                  <a:cubicBezTo>
                    <a:pt x="242" y="0"/>
                    <a:pt x="88" y="62"/>
                    <a:pt x="50" y="177"/>
                  </a:cubicBezTo>
                  <a:cubicBezTo>
                    <a:pt x="0" y="359"/>
                    <a:pt x="253" y="596"/>
                    <a:pt x="614" y="713"/>
                  </a:cubicBezTo>
                  <a:cubicBezTo>
                    <a:pt x="744" y="753"/>
                    <a:pt x="872" y="772"/>
                    <a:pt x="985" y="772"/>
                  </a:cubicBezTo>
                  <a:cubicBezTo>
                    <a:pt x="1192" y="772"/>
                    <a:pt x="1350" y="709"/>
                    <a:pt x="1387" y="596"/>
                  </a:cubicBezTo>
                  <a:cubicBezTo>
                    <a:pt x="1437" y="416"/>
                    <a:pt x="1186" y="177"/>
                    <a:pt x="823" y="63"/>
                  </a:cubicBezTo>
                  <a:cubicBezTo>
                    <a:pt x="690" y="20"/>
                    <a:pt x="559" y="0"/>
                    <a:pt x="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" name="Google Shape;155;p29"/>
          <p:cNvSpPr/>
          <p:nvPr/>
        </p:nvSpPr>
        <p:spPr>
          <a:xfrm>
            <a:off x="-601103" y="1799175"/>
            <a:ext cx="1542180" cy="346854"/>
          </a:xfrm>
          <a:custGeom>
            <a:avLst/>
            <a:gdLst/>
            <a:ahLst/>
            <a:cxnLst/>
            <a:rect l="l" t="t" r="r" b="b"/>
            <a:pathLst>
              <a:path w="28258" h="5545" extrusionOk="0">
                <a:moveTo>
                  <a:pt x="10378" y="0"/>
                </a:moveTo>
                <a:cubicBezTo>
                  <a:pt x="8312" y="0"/>
                  <a:pt x="6398" y="1151"/>
                  <a:pt x="5310" y="3326"/>
                </a:cubicBezTo>
                <a:cubicBezTo>
                  <a:pt x="4474" y="2885"/>
                  <a:pt x="3683" y="2665"/>
                  <a:pt x="2977" y="2665"/>
                </a:cubicBezTo>
                <a:cubicBezTo>
                  <a:pt x="1507" y="2665"/>
                  <a:pt x="401" y="3622"/>
                  <a:pt x="1" y="5545"/>
                </a:cubicBezTo>
                <a:lnTo>
                  <a:pt x="28257" y="5545"/>
                </a:lnTo>
                <a:cubicBezTo>
                  <a:pt x="26931" y="3847"/>
                  <a:pt x="25535" y="3011"/>
                  <a:pt x="24074" y="3011"/>
                </a:cubicBezTo>
                <a:cubicBezTo>
                  <a:pt x="23363" y="3011"/>
                  <a:pt x="22637" y="3209"/>
                  <a:pt x="21895" y="3601"/>
                </a:cubicBezTo>
                <a:cubicBezTo>
                  <a:pt x="20794" y="1817"/>
                  <a:pt x="19594" y="928"/>
                  <a:pt x="18291" y="928"/>
                </a:cubicBezTo>
                <a:cubicBezTo>
                  <a:pt x="17352" y="928"/>
                  <a:pt x="16360" y="1389"/>
                  <a:pt x="15315" y="2308"/>
                </a:cubicBezTo>
                <a:cubicBezTo>
                  <a:pt x="13806" y="748"/>
                  <a:pt x="12042" y="0"/>
                  <a:pt x="10378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9"/>
          <p:cNvSpPr/>
          <p:nvPr/>
        </p:nvSpPr>
        <p:spPr>
          <a:xfrm>
            <a:off x="5620550" y="-95100"/>
            <a:ext cx="2390647" cy="477901"/>
          </a:xfrm>
          <a:custGeom>
            <a:avLst/>
            <a:gdLst/>
            <a:ahLst/>
            <a:cxnLst/>
            <a:rect l="l" t="t" r="r" b="b"/>
            <a:pathLst>
              <a:path w="28455" h="4865" extrusionOk="0">
                <a:moveTo>
                  <a:pt x="18226" y="0"/>
                </a:moveTo>
                <a:cubicBezTo>
                  <a:pt x="16791" y="0"/>
                  <a:pt x="14567" y="945"/>
                  <a:pt x="11645" y="3580"/>
                </a:cubicBezTo>
                <a:cubicBezTo>
                  <a:pt x="11972" y="2555"/>
                  <a:pt x="11763" y="2033"/>
                  <a:pt x="10999" y="2033"/>
                </a:cubicBezTo>
                <a:cubicBezTo>
                  <a:pt x="10243" y="2033"/>
                  <a:pt x="8946" y="2542"/>
                  <a:pt x="7088" y="3580"/>
                </a:cubicBezTo>
                <a:cubicBezTo>
                  <a:pt x="7296" y="2950"/>
                  <a:pt x="7225" y="2536"/>
                  <a:pt x="6626" y="2536"/>
                </a:cubicBezTo>
                <a:cubicBezTo>
                  <a:pt x="5981" y="2536"/>
                  <a:pt x="4724" y="3016"/>
                  <a:pt x="2544" y="4221"/>
                </a:cubicBezTo>
                <a:cubicBezTo>
                  <a:pt x="2882" y="3683"/>
                  <a:pt x="2896" y="3441"/>
                  <a:pt x="2648" y="3441"/>
                </a:cubicBezTo>
                <a:cubicBezTo>
                  <a:pt x="2280" y="3441"/>
                  <a:pt x="1334" y="3972"/>
                  <a:pt x="1" y="4864"/>
                </a:cubicBezTo>
                <a:lnTo>
                  <a:pt x="27167" y="4864"/>
                </a:lnTo>
                <a:cubicBezTo>
                  <a:pt x="28455" y="3310"/>
                  <a:pt x="28409" y="2484"/>
                  <a:pt x="26845" y="2484"/>
                </a:cubicBezTo>
                <a:cubicBezTo>
                  <a:pt x="25741" y="2484"/>
                  <a:pt x="23881" y="2895"/>
                  <a:pt x="21200" y="3753"/>
                </a:cubicBezTo>
                <a:cubicBezTo>
                  <a:pt x="21915" y="3068"/>
                  <a:pt x="21868" y="2531"/>
                  <a:pt x="21296" y="2531"/>
                </a:cubicBezTo>
                <a:cubicBezTo>
                  <a:pt x="20897" y="2531"/>
                  <a:pt x="20241" y="2793"/>
                  <a:pt x="19409" y="3450"/>
                </a:cubicBezTo>
                <a:cubicBezTo>
                  <a:pt x="20684" y="1806"/>
                  <a:pt x="20209" y="0"/>
                  <a:pt x="18226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" name="Google Shape;157;p29"/>
          <p:cNvGrpSpPr/>
          <p:nvPr/>
        </p:nvGrpSpPr>
        <p:grpSpPr>
          <a:xfrm>
            <a:off x="8826164" y="4515267"/>
            <a:ext cx="212776" cy="135752"/>
            <a:chOff x="2097475" y="4160575"/>
            <a:chExt cx="80600" cy="51425"/>
          </a:xfrm>
        </p:grpSpPr>
        <p:sp>
          <p:nvSpPr>
            <p:cNvPr id="158" name="Google Shape;158;p29"/>
            <p:cNvSpPr/>
            <p:nvPr/>
          </p:nvSpPr>
          <p:spPr>
            <a:xfrm>
              <a:off x="2097475" y="4160575"/>
              <a:ext cx="80600" cy="51425"/>
            </a:xfrm>
            <a:custGeom>
              <a:avLst/>
              <a:gdLst/>
              <a:ahLst/>
              <a:cxnLst/>
              <a:rect l="l" t="t" r="r" b="b"/>
              <a:pathLst>
                <a:path w="3224" h="2057" extrusionOk="0">
                  <a:moveTo>
                    <a:pt x="1229" y="1"/>
                  </a:moveTo>
                  <a:cubicBezTo>
                    <a:pt x="703" y="1"/>
                    <a:pt x="274" y="212"/>
                    <a:pt x="160" y="578"/>
                  </a:cubicBezTo>
                  <a:cubicBezTo>
                    <a:pt x="1" y="1082"/>
                    <a:pt x="521" y="1696"/>
                    <a:pt x="1324" y="1949"/>
                  </a:cubicBezTo>
                  <a:cubicBezTo>
                    <a:pt x="1555" y="2022"/>
                    <a:pt x="1784" y="2057"/>
                    <a:pt x="1997" y="2057"/>
                  </a:cubicBezTo>
                  <a:cubicBezTo>
                    <a:pt x="2523" y="2057"/>
                    <a:pt x="2951" y="1847"/>
                    <a:pt x="3064" y="1488"/>
                  </a:cubicBezTo>
                  <a:cubicBezTo>
                    <a:pt x="3224" y="975"/>
                    <a:pt x="2704" y="361"/>
                    <a:pt x="1901" y="108"/>
                  </a:cubicBezTo>
                  <a:cubicBezTo>
                    <a:pt x="1671" y="35"/>
                    <a:pt x="1442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9"/>
            <p:cNvSpPr/>
            <p:nvPr/>
          </p:nvSpPr>
          <p:spPr>
            <a:xfrm>
              <a:off x="2120250" y="4172550"/>
              <a:ext cx="35950" cy="19325"/>
            </a:xfrm>
            <a:custGeom>
              <a:avLst/>
              <a:gdLst/>
              <a:ahLst/>
              <a:cxnLst/>
              <a:rect l="l" t="t" r="r" b="b"/>
              <a:pathLst>
                <a:path w="1438" h="773" extrusionOk="0">
                  <a:moveTo>
                    <a:pt x="444" y="0"/>
                  </a:moveTo>
                  <a:cubicBezTo>
                    <a:pt x="242" y="0"/>
                    <a:pt x="88" y="62"/>
                    <a:pt x="50" y="177"/>
                  </a:cubicBezTo>
                  <a:cubicBezTo>
                    <a:pt x="0" y="359"/>
                    <a:pt x="253" y="596"/>
                    <a:pt x="614" y="713"/>
                  </a:cubicBezTo>
                  <a:cubicBezTo>
                    <a:pt x="744" y="753"/>
                    <a:pt x="872" y="772"/>
                    <a:pt x="985" y="772"/>
                  </a:cubicBezTo>
                  <a:cubicBezTo>
                    <a:pt x="1192" y="772"/>
                    <a:pt x="1350" y="709"/>
                    <a:pt x="1387" y="596"/>
                  </a:cubicBezTo>
                  <a:cubicBezTo>
                    <a:pt x="1437" y="416"/>
                    <a:pt x="1186" y="177"/>
                    <a:pt x="823" y="63"/>
                  </a:cubicBezTo>
                  <a:cubicBezTo>
                    <a:pt x="690" y="20"/>
                    <a:pt x="559" y="0"/>
                    <a:pt x="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" name="Google Shape;160;p29"/>
          <p:cNvGrpSpPr/>
          <p:nvPr/>
        </p:nvGrpSpPr>
        <p:grpSpPr>
          <a:xfrm>
            <a:off x="6162416" y="4879768"/>
            <a:ext cx="274498" cy="200626"/>
            <a:chOff x="2300825" y="4105475"/>
            <a:chExt cx="103475" cy="75625"/>
          </a:xfrm>
        </p:grpSpPr>
        <p:sp>
          <p:nvSpPr>
            <p:cNvPr id="161" name="Google Shape;161;p29"/>
            <p:cNvSpPr/>
            <p:nvPr/>
          </p:nvSpPr>
          <p:spPr>
            <a:xfrm>
              <a:off x="2300825" y="4105475"/>
              <a:ext cx="103475" cy="75625"/>
            </a:xfrm>
            <a:custGeom>
              <a:avLst/>
              <a:gdLst/>
              <a:ahLst/>
              <a:cxnLst/>
              <a:rect l="l" t="t" r="r" b="b"/>
              <a:pathLst>
                <a:path w="4139" h="3025" extrusionOk="0">
                  <a:moveTo>
                    <a:pt x="2777" y="0"/>
                  </a:moveTo>
                  <a:cubicBezTo>
                    <a:pt x="2352" y="0"/>
                    <a:pt x="1858" y="145"/>
                    <a:pt x="1394" y="433"/>
                  </a:cubicBezTo>
                  <a:cubicBezTo>
                    <a:pt x="455" y="1019"/>
                    <a:pt x="1" y="1972"/>
                    <a:pt x="368" y="2572"/>
                  </a:cubicBezTo>
                  <a:cubicBezTo>
                    <a:pt x="559" y="2872"/>
                    <a:pt x="925" y="3024"/>
                    <a:pt x="1362" y="3024"/>
                  </a:cubicBezTo>
                  <a:cubicBezTo>
                    <a:pt x="1785" y="3024"/>
                    <a:pt x="2275" y="2881"/>
                    <a:pt x="2738" y="2593"/>
                  </a:cubicBezTo>
                  <a:cubicBezTo>
                    <a:pt x="3677" y="2009"/>
                    <a:pt x="4139" y="1048"/>
                    <a:pt x="3764" y="456"/>
                  </a:cubicBezTo>
                  <a:cubicBezTo>
                    <a:pt x="3577" y="152"/>
                    <a:pt x="3213" y="0"/>
                    <a:pt x="27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9"/>
            <p:cNvSpPr/>
            <p:nvPr/>
          </p:nvSpPr>
          <p:spPr>
            <a:xfrm>
              <a:off x="2323025" y="4118950"/>
              <a:ext cx="45350" cy="30775"/>
            </a:xfrm>
            <a:custGeom>
              <a:avLst/>
              <a:gdLst/>
              <a:ahLst/>
              <a:cxnLst/>
              <a:rect l="l" t="t" r="r" b="b"/>
              <a:pathLst>
                <a:path w="1814" h="1231" extrusionOk="0">
                  <a:moveTo>
                    <a:pt x="1369" y="1"/>
                  </a:moveTo>
                  <a:cubicBezTo>
                    <a:pt x="1172" y="1"/>
                    <a:pt x="918" y="80"/>
                    <a:pt x="673" y="234"/>
                  </a:cubicBezTo>
                  <a:cubicBezTo>
                    <a:pt x="239" y="509"/>
                    <a:pt x="0" y="891"/>
                    <a:pt x="130" y="1101"/>
                  </a:cubicBezTo>
                  <a:cubicBezTo>
                    <a:pt x="185" y="1188"/>
                    <a:pt x="296" y="1230"/>
                    <a:pt x="438" y="1230"/>
                  </a:cubicBezTo>
                  <a:cubicBezTo>
                    <a:pt x="636" y="1230"/>
                    <a:pt x="894" y="1148"/>
                    <a:pt x="1143" y="993"/>
                  </a:cubicBezTo>
                  <a:cubicBezTo>
                    <a:pt x="1576" y="726"/>
                    <a:pt x="1813" y="343"/>
                    <a:pt x="1683" y="133"/>
                  </a:cubicBezTo>
                  <a:cubicBezTo>
                    <a:pt x="1628" y="44"/>
                    <a:pt x="1514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3" name="Google Shape;163;p29"/>
          <p:cNvSpPr/>
          <p:nvPr/>
        </p:nvSpPr>
        <p:spPr>
          <a:xfrm>
            <a:off x="7964577" y="3147175"/>
            <a:ext cx="1605858" cy="346850"/>
          </a:xfrm>
          <a:custGeom>
            <a:avLst/>
            <a:gdLst/>
            <a:ahLst/>
            <a:cxnLst/>
            <a:rect l="l" t="t" r="r" b="b"/>
            <a:pathLst>
              <a:path w="28455" h="4865" extrusionOk="0">
                <a:moveTo>
                  <a:pt x="18226" y="0"/>
                </a:moveTo>
                <a:cubicBezTo>
                  <a:pt x="16791" y="0"/>
                  <a:pt x="14567" y="945"/>
                  <a:pt x="11645" y="3580"/>
                </a:cubicBezTo>
                <a:cubicBezTo>
                  <a:pt x="11972" y="2555"/>
                  <a:pt x="11763" y="2033"/>
                  <a:pt x="10999" y="2033"/>
                </a:cubicBezTo>
                <a:cubicBezTo>
                  <a:pt x="10243" y="2033"/>
                  <a:pt x="8946" y="2542"/>
                  <a:pt x="7088" y="3580"/>
                </a:cubicBezTo>
                <a:cubicBezTo>
                  <a:pt x="7296" y="2950"/>
                  <a:pt x="7225" y="2536"/>
                  <a:pt x="6626" y="2536"/>
                </a:cubicBezTo>
                <a:cubicBezTo>
                  <a:pt x="5981" y="2536"/>
                  <a:pt x="4724" y="3016"/>
                  <a:pt x="2544" y="4221"/>
                </a:cubicBezTo>
                <a:cubicBezTo>
                  <a:pt x="2882" y="3683"/>
                  <a:pt x="2896" y="3441"/>
                  <a:pt x="2648" y="3441"/>
                </a:cubicBezTo>
                <a:cubicBezTo>
                  <a:pt x="2280" y="3441"/>
                  <a:pt x="1334" y="3972"/>
                  <a:pt x="1" y="4864"/>
                </a:cubicBezTo>
                <a:lnTo>
                  <a:pt x="27167" y="4864"/>
                </a:lnTo>
                <a:cubicBezTo>
                  <a:pt x="28455" y="3310"/>
                  <a:pt x="28409" y="2484"/>
                  <a:pt x="26845" y="2484"/>
                </a:cubicBezTo>
                <a:cubicBezTo>
                  <a:pt x="25741" y="2484"/>
                  <a:pt x="23881" y="2895"/>
                  <a:pt x="21200" y="3753"/>
                </a:cubicBezTo>
                <a:cubicBezTo>
                  <a:pt x="21915" y="3068"/>
                  <a:pt x="21868" y="2531"/>
                  <a:pt x="21296" y="2531"/>
                </a:cubicBezTo>
                <a:cubicBezTo>
                  <a:pt x="20897" y="2531"/>
                  <a:pt x="20241" y="2793"/>
                  <a:pt x="19409" y="3450"/>
                </a:cubicBezTo>
                <a:cubicBezTo>
                  <a:pt x="20684" y="1806"/>
                  <a:pt x="20209" y="0"/>
                  <a:pt x="18226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9"/>
          <p:cNvSpPr txBox="1">
            <a:spLocks noGrp="1"/>
          </p:cNvSpPr>
          <p:nvPr>
            <p:ph type="title"/>
          </p:nvPr>
        </p:nvSpPr>
        <p:spPr>
          <a:xfrm>
            <a:off x="720000" y="4036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/>
          <p:nvPr/>
        </p:nvSpPr>
        <p:spPr>
          <a:xfrm>
            <a:off x="-57500" y="2550499"/>
            <a:ext cx="9259000" cy="2659819"/>
          </a:xfrm>
          <a:custGeom>
            <a:avLst/>
            <a:gdLst/>
            <a:ahLst/>
            <a:cxnLst/>
            <a:rect l="l" t="t" r="r" b="b"/>
            <a:pathLst>
              <a:path w="57554" h="20117" extrusionOk="0">
                <a:moveTo>
                  <a:pt x="1" y="0"/>
                </a:moveTo>
                <a:lnTo>
                  <a:pt x="1" y="20116"/>
                </a:lnTo>
                <a:lnTo>
                  <a:pt x="57554" y="20116"/>
                </a:lnTo>
                <a:lnTo>
                  <a:pt x="57554" y="0"/>
                </a:lnTo>
                <a:cubicBezTo>
                  <a:pt x="53249" y="6588"/>
                  <a:pt x="41989" y="11289"/>
                  <a:pt x="28777" y="11289"/>
                </a:cubicBezTo>
                <a:cubicBezTo>
                  <a:pt x="15566" y="11289"/>
                  <a:pt x="4307" y="6588"/>
                  <a:pt x="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0"/>
          <p:cNvSpPr/>
          <p:nvPr/>
        </p:nvSpPr>
        <p:spPr>
          <a:xfrm rot="689182" flipH="1">
            <a:off x="-231231" y="2702306"/>
            <a:ext cx="3910390" cy="1723950"/>
          </a:xfrm>
          <a:custGeom>
            <a:avLst/>
            <a:gdLst/>
            <a:ahLst/>
            <a:cxnLst/>
            <a:rect l="l" t="t" r="r" b="b"/>
            <a:pathLst>
              <a:path w="42639" h="18798" extrusionOk="0">
                <a:moveTo>
                  <a:pt x="40165" y="1"/>
                </a:moveTo>
                <a:cubicBezTo>
                  <a:pt x="36321" y="1"/>
                  <a:pt x="34815" y="4035"/>
                  <a:pt x="34815" y="4035"/>
                </a:cubicBezTo>
                <a:cubicBezTo>
                  <a:pt x="34261" y="3379"/>
                  <a:pt x="33728" y="3121"/>
                  <a:pt x="33268" y="3121"/>
                </a:cubicBezTo>
                <a:cubicBezTo>
                  <a:pt x="32300" y="3121"/>
                  <a:pt x="31652" y="4260"/>
                  <a:pt x="31804" y="5219"/>
                </a:cubicBezTo>
                <a:cubicBezTo>
                  <a:pt x="31308" y="4740"/>
                  <a:pt x="30828" y="4470"/>
                  <a:pt x="30366" y="4470"/>
                </a:cubicBezTo>
                <a:cubicBezTo>
                  <a:pt x="29847" y="4470"/>
                  <a:pt x="29353" y="4812"/>
                  <a:pt x="28886" y="5580"/>
                </a:cubicBezTo>
                <a:cubicBezTo>
                  <a:pt x="28259" y="4925"/>
                  <a:pt x="27632" y="4662"/>
                  <a:pt x="27084" y="4662"/>
                </a:cubicBezTo>
                <a:cubicBezTo>
                  <a:pt x="25838" y="4662"/>
                  <a:pt x="25001" y="6023"/>
                  <a:pt x="25513" y="7227"/>
                </a:cubicBezTo>
                <a:cubicBezTo>
                  <a:pt x="24430" y="5671"/>
                  <a:pt x="22956" y="4990"/>
                  <a:pt x="21642" y="4990"/>
                </a:cubicBezTo>
                <a:cubicBezTo>
                  <a:pt x="19689" y="4990"/>
                  <a:pt x="18091" y="6496"/>
                  <a:pt x="18665" y="8867"/>
                </a:cubicBezTo>
                <a:cubicBezTo>
                  <a:pt x="18380" y="8785"/>
                  <a:pt x="18106" y="8747"/>
                  <a:pt x="17850" y="8747"/>
                </a:cubicBezTo>
                <a:cubicBezTo>
                  <a:pt x="16374" y="8747"/>
                  <a:pt x="15465" y="10011"/>
                  <a:pt x="16289" y="11604"/>
                </a:cubicBezTo>
                <a:cubicBezTo>
                  <a:pt x="15720" y="11374"/>
                  <a:pt x="15213" y="11269"/>
                  <a:pt x="14772" y="11269"/>
                </a:cubicBezTo>
                <a:cubicBezTo>
                  <a:pt x="13124" y="11269"/>
                  <a:pt x="12408" y="12729"/>
                  <a:pt x="12915" y="14530"/>
                </a:cubicBezTo>
                <a:cubicBezTo>
                  <a:pt x="12289" y="13568"/>
                  <a:pt x="11475" y="12993"/>
                  <a:pt x="10652" y="12993"/>
                </a:cubicBezTo>
                <a:cubicBezTo>
                  <a:pt x="9911" y="12993"/>
                  <a:pt x="9161" y="13459"/>
                  <a:pt x="8531" y="14530"/>
                </a:cubicBezTo>
                <a:cubicBezTo>
                  <a:pt x="7541" y="13529"/>
                  <a:pt x="6617" y="13113"/>
                  <a:pt x="5860" y="13113"/>
                </a:cubicBezTo>
                <a:cubicBezTo>
                  <a:pt x="4520" y="13113"/>
                  <a:pt x="3703" y="14416"/>
                  <a:pt x="3967" y="16083"/>
                </a:cubicBezTo>
                <a:cubicBezTo>
                  <a:pt x="3477" y="15776"/>
                  <a:pt x="3007" y="15602"/>
                  <a:pt x="2562" y="15602"/>
                </a:cubicBezTo>
                <a:cubicBezTo>
                  <a:pt x="1548" y="15602"/>
                  <a:pt x="668" y="16505"/>
                  <a:pt x="1" y="18798"/>
                </a:cubicBezTo>
                <a:lnTo>
                  <a:pt x="42638" y="18084"/>
                </a:lnTo>
                <a:lnTo>
                  <a:pt x="42638" y="502"/>
                </a:lnTo>
                <a:cubicBezTo>
                  <a:pt x="41724" y="149"/>
                  <a:pt x="40901" y="1"/>
                  <a:pt x="4016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0"/>
          <p:cNvSpPr/>
          <p:nvPr/>
        </p:nvSpPr>
        <p:spPr>
          <a:xfrm>
            <a:off x="2691900" y="4474051"/>
            <a:ext cx="2537539" cy="713402"/>
          </a:xfrm>
          <a:custGeom>
            <a:avLst/>
            <a:gdLst/>
            <a:ahLst/>
            <a:cxnLst/>
            <a:rect l="l" t="t" r="r" b="b"/>
            <a:pathLst>
              <a:path w="20926" h="5883" extrusionOk="0">
                <a:moveTo>
                  <a:pt x="12500" y="1"/>
                </a:moveTo>
                <a:cubicBezTo>
                  <a:pt x="11426" y="1"/>
                  <a:pt x="10383" y="736"/>
                  <a:pt x="9933" y="1678"/>
                </a:cubicBezTo>
                <a:cubicBezTo>
                  <a:pt x="9145" y="774"/>
                  <a:pt x="8378" y="274"/>
                  <a:pt x="7633" y="274"/>
                </a:cubicBezTo>
                <a:cubicBezTo>
                  <a:pt x="6813" y="274"/>
                  <a:pt x="6020" y="881"/>
                  <a:pt x="5260" y="2221"/>
                </a:cubicBezTo>
                <a:cubicBezTo>
                  <a:pt x="2557" y="2438"/>
                  <a:pt x="702" y="3557"/>
                  <a:pt x="0" y="5882"/>
                </a:cubicBezTo>
                <a:lnTo>
                  <a:pt x="20926" y="5882"/>
                </a:lnTo>
                <a:cubicBezTo>
                  <a:pt x="20571" y="3007"/>
                  <a:pt x="19351" y="1728"/>
                  <a:pt x="17438" y="1728"/>
                </a:cubicBezTo>
                <a:cubicBezTo>
                  <a:pt x="16741" y="1728"/>
                  <a:pt x="15953" y="1897"/>
                  <a:pt x="15082" y="2221"/>
                </a:cubicBezTo>
                <a:cubicBezTo>
                  <a:pt x="14477" y="608"/>
                  <a:pt x="13475" y="1"/>
                  <a:pt x="1250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9" name="Google Shape;169;p30"/>
          <p:cNvGrpSpPr/>
          <p:nvPr/>
        </p:nvGrpSpPr>
        <p:grpSpPr>
          <a:xfrm rot="136939">
            <a:off x="-2013652" y="3696002"/>
            <a:ext cx="5883355" cy="1825109"/>
            <a:chOff x="123450" y="3064325"/>
            <a:chExt cx="1134050" cy="351800"/>
          </a:xfrm>
        </p:grpSpPr>
        <p:sp>
          <p:nvSpPr>
            <p:cNvPr id="170" name="Google Shape;170;p30"/>
            <p:cNvSpPr/>
            <p:nvPr/>
          </p:nvSpPr>
          <p:spPr>
            <a:xfrm>
              <a:off x="123450" y="3064325"/>
              <a:ext cx="1134050" cy="333675"/>
            </a:xfrm>
            <a:custGeom>
              <a:avLst/>
              <a:gdLst/>
              <a:ahLst/>
              <a:cxnLst/>
              <a:rect l="l" t="t" r="r" b="b"/>
              <a:pathLst>
                <a:path w="45362" h="13347" extrusionOk="0">
                  <a:moveTo>
                    <a:pt x="19780" y="0"/>
                  </a:moveTo>
                  <a:cubicBezTo>
                    <a:pt x="17815" y="0"/>
                    <a:pt x="15777" y="124"/>
                    <a:pt x="13667" y="367"/>
                  </a:cubicBezTo>
                  <a:cubicBezTo>
                    <a:pt x="0" y="1948"/>
                    <a:pt x="16952" y="13346"/>
                    <a:pt x="16952" y="13346"/>
                  </a:cubicBezTo>
                  <a:lnTo>
                    <a:pt x="45361" y="12003"/>
                  </a:lnTo>
                  <a:cubicBezTo>
                    <a:pt x="39106" y="3721"/>
                    <a:pt x="30539" y="0"/>
                    <a:pt x="197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30"/>
            <p:cNvSpPr/>
            <p:nvPr/>
          </p:nvSpPr>
          <p:spPr>
            <a:xfrm>
              <a:off x="454800" y="3096075"/>
              <a:ext cx="788950" cy="289950"/>
            </a:xfrm>
            <a:custGeom>
              <a:avLst/>
              <a:gdLst/>
              <a:ahLst/>
              <a:cxnLst/>
              <a:rect l="l" t="t" r="r" b="b"/>
              <a:pathLst>
                <a:path w="31558" h="11598" extrusionOk="0">
                  <a:moveTo>
                    <a:pt x="6819" y="0"/>
                  </a:moveTo>
                  <a:cubicBezTo>
                    <a:pt x="4017" y="0"/>
                    <a:pt x="1647" y="404"/>
                    <a:pt x="14" y="968"/>
                  </a:cubicBezTo>
                  <a:cubicBezTo>
                    <a:pt x="8" y="975"/>
                    <a:pt x="1" y="982"/>
                    <a:pt x="1" y="997"/>
                  </a:cubicBezTo>
                  <a:cubicBezTo>
                    <a:pt x="6" y="1002"/>
                    <a:pt x="10" y="1007"/>
                    <a:pt x="18" y="1007"/>
                  </a:cubicBezTo>
                  <a:cubicBezTo>
                    <a:pt x="22" y="1007"/>
                    <a:pt x="26" y="1006"/>
                    <a:pt x="30" y="1004"/>
                  </a:cubicBezTo>
                  <a:cubicBezTo>
                    <a:pt x="1661" y="441"/>
                    <a:pt x="4024" y="44"/>
                    <a:pt x="6819" y="44"/>
                  </a:cubicBezTo>
                  <a:cubicBezTo>
                    <a:pt x="13876" y="44"/>
                    <a:pt x="23693" y="2601"/>
                    <a:pt x="31521" y="11592"/>
                  </a:cubicBezTo>
                  <a:cubicBezTo>
                    <a:pt x="31526" y="11596"/>
                    <a:pt x="31531" y="11598"/>
                    <a:pt x="31537" y="11598"/>
                  </a:cubicBezTo>
                  <a:cubicBezTo>
                    <a:pt x="31542" y="11598"/>
                    <a:pt x="31547" y="11596"/>
                    <a:pt x="31551" y="11592"/>
                  </a:cubicBezTo>
                  <a:cubicBezTo>
                    <a:pt x="31558" y="11585"/>
                    <a:pt x="31558" y="11572"/>
                    <a:pt x="31551" y="11565"/>
                  </a:cubicBezTo>
                  <a:cubicBezTo>
                    <a:pt x="23713" y="2564"/>
                    <a:pt x="13883" y="0"/>
                    <a:pt x="6819" y="0"/>
                  </a:cubicBezTo>
                  <a:close/>
                </a:path>
              </a:pathLst>
            </a:custGeom>
            <a:solidFill>
              <a:srgbClr val="DEE8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30"/>
            <p:cNvSpPr/>
            <p:nvPr/>
          </p:nvSpPr>
          <p:spPr>
            <a:xfrm>
              <a:off x="445225" y="3126025"/>
              <a:ext cx="757750" cy="274800"/>
            </a:xfrm>
            <a:custGeom>
              <a:avLst/>
              <a:gdLst/>
              <a:ahLst/>
              <a:cxnLst/>
              <a:rect l="l" t="t" r="r" b="b"/>
              <a:pathLst>
                <a:path w="30310" h="10992" extrusionOk="0">
                  <a:moveTo>
                    <a:pt x="6184" y="0"/>
                  </a:moveTo>
                  <a:cubicBezTo>
                    <a:pt x="4747" y="0"/>
                    <a:pt x="3468" y="116"/>
                    <a:pt x="2414" y="347"/>
                  </a:cubicBezTo>
                  <a:cubicBezTo>
                    <a:pt x="1351" y="586"/>
                    <a:pt x="527" y="926"/>
                    <a:pt x="7" y="1380"/>
                  </a:cubicBezTo>
                  <a:cubicBezTo>
                    <a:pt x="0" y="1396"/>
                    <a:pt x="0" y="1403"/>
                    <a:pt x="7" y="1410"/>
                  </a:cubicBezTo>
                  <a:cubicBezTo>
                    <a:pt x="13" y="1418"/>
                    <a:pt x="19" y="1421"/>
                    <a:pt x="26" y="1421"/>
                  </a:cubicBezTo>
                  <a:cubicBezTo>
                    <a:pt x="30" y="1421"/>
                    <a:pt x="34" y="1419"/>
                    <a:pt x="37" y="1417"/>
                  </a:cubicBezTo>
                  <a:cubicBezTo>
                    <a:pt x="550" y="969"/>
                    <a:pt x="1367" y="623"/>
                    <a:pt x="2420" y="390"/>
                  </a:cubicBezTo>
                  <a:cubicBezTo>
                    <a:pt x="3468" y="160"/>
                    <a:pt x="4754" y="37"/>
                    <a:pt x="6184" y="37"/>
                  </a:cubicBezTo>
                  <a:cubicBezTo>
                    <a:pt x="10012" y="37"/>
                    <a:pt x="14916" y="883"/>
                    <a:pt x="19423" y="2673"/>
                  </a:cubicBezTo>
                  <a:cubicBezTo>
                    <a:pt x="23930" y="4464"/>
                    <a:pt x="28040" y="7203"/>
                    <a:pt x="30273" y="10980"/>
                  </a:cubicBezTo>
                  <a:cubicBezTo>
                    <a:pt x="30277" y="10988"/>
                    <a:pt x="30281" y="10992"/>
                    <a:pt x="30287" y="10992"/>
                  </a:cubicBezTo>
                  <a:cubicBezTo>
                    <a:pt x="30290" y="10992"/>
                    <a:pt x="30295" y="10990"/>
                    <a:pt x="30301" y="10987"/>
                  </a:cubicBezTo>
                  <a:cubicBezTo>
                    <a:pt x="30309" y="10980"/>
                    <a:pt x="30309" y="10973"/>
                    <a:pt x="30309" y="10958"/>
                  </a:cubicBezTo>
                  <a:cubicBezTo>
                    <a:pt x="28070" y="7167"/>
                    <a:pt x="23953" y="4429"/>
                    <a:pt x="19438" y="2637"/>
                  </a:cubicBezTo>
                  <a:cubicBezTo>
                    <a:pt x="14924" y="846"/>
                    <a:pt x="10012" y="0"/>
                    <a:pt x="6184" y="0"/>
                  </a:cubicBezTo>
                  <a:close/>
                </a:path>
              </a:pathLst>
            </a:custGeom>
            <a:solidFill>
              <a:srgbClr val="DEE8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30"/>
            <p:cNvSpPr/>
            <p:nvPr/>
          </p:nvSpPr>
          <p:spPr>
            <a:xfrm>
              <a:off x="458625" y="3162850"/>
              <a:ext cx="691425" cy="226250"/>
            </a:xfrm>
            <a:custGeom>
              <a:avLst/>
              <a:gdLst/>
              <a:ahLst/>
              <a:cxnLst/>
              <a:rect l="l" t="t" r="r" b="b"/>
              <a:pathLst>
                <a:path w="27657" h="9050" extrusionOk="0">
                  <a:moveTo>
                    <a:pt x="5691" y="1"/>
                  </a:moveTo>
                  <a:cubicBezTo>
                    <a:pt x="3771" y="1"/>
                    <a:pt x="1855" y="174"/>
                    <a:pt x="21" y="536"/>
                  </a:cubicBezTo>
                  <a:cubicBezTo>
                    <a:pt x="7" y="543"/>
                    <a:pt x="0" y="550"/>
                    <a:pt x="0" y="564"/>
                  </a:cubicBezTo>
                  <a:cubicBezTo>
                    <a:pt x="7" y="573"/>
                    <a:pt x="14" y="580"/>
                    <a:pt x="28" y="580"/>
                  </a:cubicBezTo>
                  <a:cubicBezTo>
                    <a:pt x="1864" y="217"/>
                    <a:pt x="3771" y="44"/>
                    <a:pt x="5691" y="44"/>
                  </a:cubicBezTo>
                  <a:cubicBezTo>
                    <a:pt x="10155" y="44"/>
                    <a:pt x="14692" y="970"/>
                    <a:pt x="18583" y="2551"/>
                  </a:cubicBezTo>
                  <a:cubicBezTo>
                    <a:pt x="22484" y="4140"/>
                    <a:pt x="25734" y="6387"/>
                    <a:pt x="27620" y="9038"/>
                  </a:cubicBezTo>
                  <a:cubicBezTo>
                    <a:pt x="27624" y="9046"/>
                    <a:pt x="27631" y="9049"/>
                    <a:pt x="27637" y="9049"/>
                  </a:cubicBezTo>
                  <a:cubicBezTo>
                    <a:pt x="27642" y="9049"/>
                    <a:pt x="27646" y="9047"/>
                    <a:pt x="27650" y="9044"/>
                  </a:cubicBezTo>
                  <a:cubicBezTo>
                    <a:pt x="27657" y="9038"/>
                    <a:pt x="27657" y="9031"/>
                    <a:pt x="27650" y="9015"/>
                  </a:cubicBezTo>
                  <a:cubicBezTo>
                    <a:pt x="25757" y="6358"/>
                    <a:pt x="22500" y="4104"/>
                    <a:pt x="18606" y="2514"/>
                  </a:cubicBezTo>
                  <a:cubicBezTo>
                    <a:pt x="14706" y="926"/>
                    <a:pt x="10162" y="1"/>
                    <a:pt x="5691" y="1"/>
                  </a:cubicBezTo>
                  <a:close/>
                </a:path>
              </a:pathLst>
            </a:custGeom>
            <a:solidFill>
              <a:srgbClr val="DEE8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30"/>
            <p:cNvSpPr/>
            <p:nvPr/>
          </p:nvSpPr>
          <p:spPr>
            <a:xfrm>
              <a:off x="454800" y="3203500"/>
              <a:ext cx="647575" cy="182525"/>
            </a:xfrm>
            <a:custGeom>
              <a:avLst/>
              <a:gdLst/>
              <a:ahLst/>
              <a:cxnLst/>
              <a:rect l="l" t="t" r="r" b="b"/>
              <a:pathLst>
                <a:path w="25903" h="7301" extrusionOk="0">
                  <a:moveTo>
                    <a:pt x="5021" y="1"/>
                  </a:moveTo>
                  <a:cubicBezTo>
                    <a:pt x="3107" y="1"/>
                    <a:pt x="1380" y="188"/>
                    <a:pt x="14" y="578"/>
                  </a:cubicBezTo>
                  <a:cubicBezTo>
                    <a:pt x="8" y="578"/>
                    <a:pt x="1" y="594"/>
                    <a:pt x="1" y="601"/>
                  </a:cubicBezTo>
                  <a:cubicBezTo>
                    <a:pt x="6" y="611"/>
                    <a:pt x="11" y="617"/>
                    <a:pt x="19" y="617"/>
                  </a:cubicBezTo>
                  <a:cubicBezTo>
                    <a:pt x="22" y="617"/>
                    <a:pt x="26" y="616"/>
                    <a:pt x="30" y="614"/>
                  </a:cubicBezTo>
                  <a:cubicBezTo>
                    <a:pt x="1387" y="231"/>
                    <a:pt x="3107" y="44"/>
                    <a:pt x="5021" y="44"/>
                  </a:cubicBezTo>
                  <a:cubicBezTo>
                    <a:pt x="8474" y="44"/>
                    <a:pt x="12555" y="658"/>
                    <a:pt x="16339" y="1871"/>
                  </a:cubicBezTo>
                  <a:cubicBezTo>
                    <a:pt x="20132" y="3085"/>
                    <a:pt x="23613" y="4905"/>
                    <a:pt x="25866" y="7295"/>
                  </a:cubicBezTo>
                  <a:cubicBezTo>
                    <a:pt x="25870" y="7299"/>
                    <a:pt x="25875" y="7301"/>
                    <a:pt x="25881" y="7301"/>
                  </a:cubicBezTo>
                  <a:cubicBezTo>
                    <a:pt x="25886" y="7301"/>
                    <a:pt x="25892" y="7299"/>
                    <a:pt x="25896" y="7295"/>
                  </a:cubicBezTo>
                  <a:cubicBezTo>
                    <a:pt x="25903" y="7288"/>
                    <a:pt x="25903" y="7275"/>
                    <a:pt x="25896" y="7268"/>
                  </a:cubicBezTo>
                  <a:cubicBezTo>
                    <a:pt x="23634" y="4868"/>
                    <a:pt x="20146" y="3048"/>
                    <a:pt x="16353" y="1835"/>
                  </a:cubicBezTo>
                  <a:cubicBezTo>
                    <a:pt x="12562" y="614"/>
                    <a:pt x="8474" y="1"/>
                    <a:pt x="5021" y="1"/>
                  </a:cubicBezTo>
                  <a:close/>
                </a:path>
              </a:pathLst>
            </a:custGeom>
            <a:solidFill>
              <a:srgbClr val="DEE8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30"/>
            <p:cNvSpPr/>
            <p:nvPr/>
          </p:nvSpPr>
          <p:spPr>
            <a:xfrm>
              <a:off x="535150" y="3243025"/>
              <a:ext cx="508000" cy="157300"/>
            </a:xfrm>
            <a:custGeom>
              <a:avLst/>
              <a:gdLst/>
              <a:ahLst/>
              <a:cxnLst/>
              <a:rect l="l" t="t" r="r" b="b"/>
              <a:pathLst>
                <a:path w="20320" h="6292" extrusionOk="0">
                  <a:moveTo>
                    <a:pt x="2211" y="1"/>
                  </a:moveTo>
                  <a:cubicBezTo>
                    <a:pt x="1460" y="1"/>
                    <a:pt x="730" y="30"/>
                    <a:pt x="23" y="103"/>
                  </a:cubicBezTo>
                  <a:cubicBezTo>
                    <a:pt x="7" y="103"/>
                    <a:pt x="1" y="117"/>
                    <a:pt x="1" y="124"/>
                  </a:cubicBezTo>
                  <a:cubicBezTo>
                    <a:pt x="1" y="139"/>
                    <a:pt x="16" y="146"/>
                    <a:pt x="23" y="146"/>
                  </a:cubicBezTo>
                  <a:cubicBezTo>
                    <a:pt x="730" y="74"/>
                    <a:pt x="1460" y="37"/>
                    <a:pt x="2211" y="37"/>
                  </a:cubicBezTo>
                  <a:cubicBezTo>
                    <a:pt x="5541" y="37"/>
                    <a:pt x="9218" y="703"/>
                    <a:pt x="12489" y="1814"/>
                  </a:cubicBezTo>
                  <a:cubicBezTo>
                    <a:pt x="15755" y="2927"/>
                    <a:pt x="18608" y="4494"/>
                    <a:pt x="20283" y="6285"/>
                  </a:cubicBezTo>
                  <a:cubicBezTo>
                    <a:pt x="20286" y="6289"/>
                    <a:pt x="20292" y="6291"/>
                    <a:pt x="20297" y="6291"/>
                  </a:cubicBezTo>
                  <a:cubicBezTo>
                    <a:pt x="20303" y="6291"/>
                    <a:pt x="20309" y="6289"/>
                    <a:pt x="20312" y="6285"/>
                  </a:cubicBezTo>
                  <a:cubicBezTo>
                    <a:pt x="20319" y="6278"/>
                    <a:pt x="20319" y="6264"/>
                    <a:pt x="20312" y="6257"/>
                  </a:cubicBezTo>
                  <a:cubicBezTo>
                    <a:pt x="18629" y="4458"/>
                    <a:pt x="15769" y="2890"/>
                    <a:pt x="12504" y="1778"/>
                  </a:cubicBezTo>
                  <a:cubicBezTo>
                    <a:pt x="9232" y="666"/>
                    <a:pt x="5548" y="1"/>
                    <a:pt x="2211" y="1"/>
                  </a:cubicBezTo>
                  <a:close/>
                </a:path>
              </a:pathLst>
            </a:custGeom>
            <a:solidFill>
              <a:srgbClr val="DEE8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30"/>
            <p:cNvSpPr/>
            <p:nvPr/>
          </p:nvSpPr>
          <p:spPr>
            <a:xfrm>
              <a:off x="642800" y="3294350"/>
              <a:ext cx="365325" cy="121775"/>
            </a:xfrm>
            <a:custGeom>
              <a:avLst/>
              <a:gdLst/>
              <a:ahLst/>
              <a:cxnLst/>
              <a:rect l="l" t="t" r="r" b="b"/>
              <a:pathLst>
                <a:path w="14613" h="4871" extrusionOk="0">
                  <a:moveTo>
                    <a:pt x="21" y="0"/>
                  </a:moveTo>
                  <a:cubicBezTo>
                    <a:pt x="8" y="0"/>
                    <a:pt x="1" y="7"/>
                    <a:pt x="1" y="14"/>
                  </a:cubicBezTo>
                  <a:cubicBezTo>
                    <a:pt x="1" y="28"/>
                    <a:pt x="8" y="37"/>
                    <a:pt x="21" y="37"/>
                  </a:cubicBezTo>
                  <a:cubicBezTo>
                    <a:pt x="9202" y="130"/>
                    <a:pt x="13283" y="3018"/>
                    <a:pt x="14576" y="4861"/>
                  </a:cubicBezTo>
                  <a:cubicBezTo>
                    <a:pt x="14581" y="4866"/>
                    <a:pt x="14586" y="4871"/>
                    <a:pt x="14594" y="4871"/>
                  </a:cubicBezTo>
                  <a:cubicBezTo>
                    <a:pt x="14597" y="4871"/>
                    <a:pt x="14601" y="4870"/>
                    <a:pt x="14606" y="4868"/>
                  </a:cubicBezTo>
                  <a:cubicBezTo>
                    <a:pt x="14612" y="4861"/>
                    <a:pt x="14612" y="4847"/>
                    <a:pt x="14606" y="4838"/>
                  </a:cubicBezTo>
                  <a:cubicBezTo>
                    <a:pt x="13305" y="2984"/>
                    <a:pt x="9209" y="94"/>
                    <a:pt x="21" y="0"/>
                  </a:cubicBezTo>
                  <a:close/>
                </a:path>
              </a:pathLst>
            </a:custGeom>
            <a:solidFill>
              <a:srgbClr val="DEE8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7" name="Google Shape;177;p30"/>
          <p:cNvSpPr/>
          <p:nvPr/>
        </p:nvSpPr>
        <p:spPr>
          <a:xfrm flipH="1">
            <a:off x="2534011" y="288200"/>
            <a:ext cx="2377913" cy="406556"/>
          </a:xfrm>
          <a:custGeom>
            <a:avLst/>
            <a:gdLst/>
            <a:ahLst/>
            <a:cxnLst/>
            <a:rect l="l" t="t" r="r" b="b"/>
            <a:pathLst>
              <a:path w="28455" h="4865" extrusionOk="0">
                <a:moveTo>
                  <a:pt x="18226" y="0"/>
                </a:moveTo>
                <a:cubicBezTo>
                  <a:pt x="16791" y="0"/>
                  <a:pt x="14567" y="945"/>
                  <a:pt x="11645" y="3580"/>
                </a:cubicBezTo>
                <a:cubicBezTo>
                  <a:pt x="11972" y="2555"/>
                  <a:pt x="11763" y="2033"/>
                  <a:pt x="10999" y="2033"/>
                </a:cubicBezTo>
                <a:cubicBezTo>
                  <a:pt x="10243" y="2033"/>
                  <a:pt x="8946" y="2542"/>
                  <a:pt x="7088" y="3580"/>
                </a:cubicBezTo>
                <a:cubicBezTo>
                  <a:pt x="7296" y="2950"/>
                  <a:pt x="7225" y="2536"/>
                  <a:pt x="6626" y="2536"/>
                </a:cubicBezTo>
                <a:cubicBezTo>
                  <a:pt x="5981" y="2536"/>
                  <a:pt x="4724" y="3016"/>
                  <a:pt x="2544" y="4221"/>
                </a:cubicBezTo>
                <a:cubicBezTo>
                  <a:pt x="2882" y="3683"/>
                  <a:pt x="2896" y="3441"/>
                  <a:pt x="2648" y="3441"/>
                </a:cubicBezTo>
                <a:cubicBezTo>
                  <a:pt x="2280" y="3441"/>
                  <a:pt x="1334" y="3972"/>
                  <a:pt x="1" y="4864"/>
                </a:cubicBezTo>
                <a:lnTo>
                  <a:pt x="27167" y="4864"/>
                </a:lnTo>
                <a:cubicBezTo>
                  <a:pt x="28455" y="3310"/>
                  <a:pt x="28409" y="2484"/>
                  <a:pt x="26845" y="2484"/>
                </a:cubicBezTo>
                <a:cubicBezTo>
                  <a:pt x="25741" y="2484"/>
                  <a:pt x="23881" y="2895"/>
                  <a:pt x="21200" y="3753"/>
                </a:cubicBezTo>
                <a:cubicBezTo>
                  <a:pt x="21915" y="3068"/>
                  <a:pt x="21868" y="2531"/>
                  <a:pt x="21296" y="2531"/>
                </a:cubicBezTo>
                <a:cubicBezTo>
                  <a:pt x="20897" y="2531"/>
                  <a:pt x="20241" y="2793"/>
                  <a:pt x="19409" y="3450"/>
                </a:cubicBezTo>
                <a:cubicBezTo>
                  <a:pt x="20684" y="1806"/>
                  <a:pt x="20209" y="0"/>
                  <a:pt x="18226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0"/>
          <p:cNvSpPr/>
          <p:nvPr/>
        </p:nvSpPr>
        <p:spPr>
          <a:xfrm>
            <a:off x="7841870" y="764137"/>
            <a:ext cx="1519291" cy="341724"/>
          </a:xfrm>
          <a:custGeom>
            <a:avLst/>
            <a:gdLst/>
            <a:ahLst/>
            <a:cxnLst/>
            <a:rect l="l" t="t" r="r" b="b"/>
            <a:pathLst>
              <a:path w="28258" h="5545" extrusionOk="0">
                <a:moveTo>
                  <a:pt x="10378" y="0"/>
                </a:moveTo>
                <a:cubicBezTo>
                  <a:pt x="8312" y="0"/>
                  <a:pt x="6398" y="1151"/>
                  <a:pt x="5310" y="3326"/>
                </a:cubicBezTo>
                <a:cubicBezTo>
                  <a:pt x="4474" y="2885"/>
                  <a:pt x="3683" y="2665"/>
                  <a:pt x="2977" y="2665"/>
                </a:cubicBezTo>
                <a:cubicBezTo>
                  <a:pt x="1507" y="2665"/>
                  <a:pt x="401" y="3622"/>
                  <a:pt x="1" y="5545"/>
                </a:cubicBezTo>
                <a:lnTo>
                  <a:pt x="28257" y="5545"/>
                </a:lnTo>
                <a:cubicBezTo>
                  <a:pt x="26931" y="3847"/>
                  <a:pt x="25535" y="3011"/>
                  <a:pt x="24074" y="3011"/>
                </a:cubicBezTo>
                <a:cubicBezTo>
                  <a:pt x="23363" y="3011"/>
                  <a:pt x="22637" y="3209"/>
                  <a:pt x="21895" y="3601"/>
                </a:cubicBezTo>
                <a:cubicBezTo>
                  <a:pt x="20794" y="1817"/>
                  <a:pt x="19594" y="928"/>
                  <a:pt x="18291" y="928"/>
                </a:cubicBezTo>
                <a:cubicBezTo>
                  <a:pt x="17352" y="928"/>
                  <a:pt x="16360" y="1389"/>
                  <a:pt x="15315" y="2308"/>
                </a:cubicBezTo>
                <a:cubicBezTo>
                  <a:pt x="13806" y="748"/>
                  <a:pt x="12042" y="0"/>
                  <a:pt x="10378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0"/>
          <p:cNvSpPr/>
          <p:nvPr/>
        </p:nvSpPr>
        <p:spPr>
          <a:xfrm flipH="1">
            <a:off x="4363108" y="3480626"/>
            <a:ext cx="4867317" cy="1725589"/>
          </a:xfrm>
          <a:custGeom>
            <a:avLst/>
            <a:gdLst/>
            <a:ahLst/>
            <a:cxnLst/>
            <a:rect l="l" t="t" r="r" b="b"/>
            <a:pathLst>
              <a:path w="42450" h="16678" extrusionOk="0">
                <a:moveTo>
                  <a:pt x="1188" y="0"/>
                </a:moveTo>
                <a:cubicBezTo>
                  <a:pt x="933" y="0"/>
                  <a:pt x="660" y="61"/>
                  <a:pt x="377" y="195"/>
                </a:cubicBezTo>
                <a:lnTo>
                  <a:pt x="1" y="16303"/>
                </a:lnTo>
                <a:lnTo>
                  <a:pt x="41511" y="16678"/>
                </a:lnTo>
                <a:lnTo>
                  <a:pt x="42449" y="16678"/>
                </a:lnTo>
                <a:cubicBezTo>
                  <a:pt x="41974" y="13607"/>
                  <a:pt x="40167" y="13043"/>
                  <a:pt x="38903" y="13043"/>
                </a:cubicBezTo>
                <a:cubicBezTo>
                  <a:pt x="38169" y="13043"/>
                  <a:pt x="37618" y="13233"/>
                  <a:pt x="37618" y="13233"/>
                </a:cubicBezTo>
                <a:cubicBezTo>
                  <a:pt x="37694" y="11532"/>
                  <a:pt x="36888" y="10540"/>
                  <a:pt x="35758" y="10540"/>
                </a:cubicBezTo>
                <a:cubicBezTo>
                  <a:pt x="35295" y="10540"/>
                  <a:pt x="34778" y="10707"/>
                  <a:pt x="34245" y="11059"/>
                </a:cubicBezTo>
                <a:cubicBezTo>
                  <a:pt x="33756" y="9550"/>
                  <a:pt x="32737" y="8804"/>
                  <a:pt x="31677" y="8804"/>
                </a:cubicBezTo>
                <a:cubicBezTo>
                  <a:pt x="30952" y="8804"/>
                  <a:pt x="30208" y="9153"/>
                  <a:pt x="29600" y="9846"/>
                </a:cubicBezTo>
                <a:cubicBezTo>
                  <a:pt x="29396" y="7940"/>
                  <a:pt x="28227" y="7037"/>
                  <a:pt x="26993" y="7037"/>
                </a:cubicBezTo>
                <a:cubicBezTo>
                  <a:pt x="25958" y="7037"/>
                  <a:pt x="24876" y="7672"/>
                  <a:pt x="24277" y="8884"/>
                </a:cubicBezTo>
                <a:cubicBezTo>
                  <a:pt x="23517" y="8288"/>
                  <a:pt x="22813" y="7997"/>
                  <a:pt x="22163" y="7997"/>
                </a:cubicBezTo>
                <a:cubicBezTo>
                  <a:pt x="21205" y="7997"/>
                  <a:pt x="20364" y="8628"/>
                  <a:pt x="19633" y="9846"/>
                </a:cubicBezTo>
                <a:cubicBezTo>
                  <a:pt x="19296" y="9674"/>
                  <a:pt x="19003" y="9595"/>
                  <a:pt x="18748" y="9595"/>
                </a:cubicBezTo>
                <a:cubicBezTo>
                  <a:pt x="18027" y="9595"/>
                  <a:pt x="17599" y="10221"/>
                  <a:pt x="17306" y="11137"/>
                </a:cubicBezTo>
                <a:cubicBezTo>
                  <a:pt x="17306" y="11137"/>
                  <a:pt x="14024" y="9833"/>
                  <a:pt x="13478" y="9833"/>
                </a:cubicBezTo>
                <a:cubicBezTo>
                  <a:pt x="13447" y="9833"/>
                  <a:pt x="13425" y="9837"/>
                  <a:pt x="13413" y="9846"/>
                </a:cubicBezTo>
                <a:cubicBezTo>
                  <a:pt x="13401" y="9855"/>
                  <a:pt x="13385" y="9859"/>
                  <a:pt x="13365" y="9859"/>
                </a:cubicBezTo>
                <a:cubicBezTo>
                  <a:pt x="13006" y="9859"/>
                  <a:pt x="11392" y="8516"/>
                  <a:pt x="11392" y="8516"/>
                </a:cubicBezTo>
                <a:cubicBezTo>
                  <a:pt x="11854" y="7154"/>
                  <a:pt x="11289" y="5705"/>
                  <a:pt x="10061" y="5705"/>
                </a:cubicBezTo>
                <a:cubicBezTo>
                  <a:pt x="9870" y="5705"/>
                  <a:pt x="9663" y="5740"/>
                  <a:pt x="9441" y="5816"/>
                </a:cubicBezTo>
                <a:cubicBezTo>
                  <a:pt x="9679" y="4060"/>
                  <a:pt x="9002" y="2863"/>
                  <a:pt x="7746" y="2863"/>
                </a:cubicBezTo>
                <a:cubicBezTo>
                  <a:pt x="7209" y="2863"/>
                  <a:pt x="6566" y="3082"/>
                  <a:pt x="5844" y="3569"/>
                </a:cubicBezTo>
                <a:cubicBezTo>
                  <a:pt x="5772" y="2468"/>
                  <a:pt x="5156" y="1655"/>
                  <a:pt x="4315" y="1655"/>
                </a:cubicBezTo>
                <a:cubicBezTo>
                  <a:pt x="3959" y="1655"/>
                  <a:pt x="3563" y="1801"/>
                  <a:pt x="3150" y="2132"/>
                </a:cubicBezTo>
                <a:cubicBezTo>
                  <a:pt x="2977" y="980"/>
                  <a:pt x="2215" y="0"/>
                  <a:pt x="118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0" name="Google Shape;180;p30"/>
          <p:cNvGrpSpPr/>
          <p:nvPr/>
        </p:nvGrpSpPr>
        <p:grpSpPr>
          <a:xfrm>
            <a:off x="8102304" y="4608500"/>
            <a:ext cx="374497" cy="239876"/>
            <a:chOff x="999775" y="4108325"/>
            <a:chExt cx="105850" cy="67800"/>
          </a:xfrm>
        </p:grpSpPr>
        <p:sp>
          <p:nvSpPr>
            <p:cNvPr id="181" name="Google Shape;181;p30"/>
            <p:cNvSpPr/>
            <p:nvPr/>
          </p:nvSpPr>
          <p:spPr>
            <a:xfrm>
              <a:off x="999775" y="4108325"/>
              <a:ext cx="105850" cy="67800"/>
            </a:xfrm>
            <a:custGeom>
              <a:avLst/>
              <a:gdLst/>
              <a:ahLst/>
              <a:cxnLst/>
              <a:rect l="l" t="t" r="r" b="b"/>
              <a:pathLst>
                <a:path w="4234" h="2712" extrusionOk="0">
                  <a:moveTo>
                    <a:pt x="1608" y="1"/>
                  </a:moveTo>
                  <a:cubicBezTo>
                    <a:pt x="921" y="1"/>
                    <a:pt x="359" y="275"/>
                    <a:pt x="210" y="745"/>
                  </a:cubicBezTo>
                  <a:cubicBezTo>
                    <a:pt x="1" y="1418"/>
                    <a:pt x="680" y="2235"/>
                    <a:pt x="1734" y="2566"/>
                  </a:cubicBezTo>
                  <a:cubicBezTo>
                    <a:pt x="2040" y="2665"/>
                    <a:pt x="2344" y="2712"/>
                    <a:pt x="2627" y="2712"/>
                  </a:cubicBezTo>
                  <a:cubicBezTo>
                    <a:pt x="3312" y="2712"/>
                    <a:pt x="3871" y="2437"/>
                    <a:pt x="4024" y="1966"/>
                  </a:cubicBezTo>
                  <a:cubicBezTo>
                    <a:pt x="4234" y="1295"/>
                    <a:pt x="3554" y="479"/>
                    <a:pt x="2500" y="146"/>
                  </a:cubicBezTo>
                  <a:cubicBezTo>
                    <a:pt x="2195" y="47"/>
                    <a:pt x="1891" y="1"/>
                    <a:pt x="1608" y="1"/>
                  </a:cubicBezTo>
                  <a:close/>
                </a:path>
              </a:pathLst>
            </a:custGeom>
            <a:solidFill>
              <a:srgbClr val="B8DE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30"/>
            <p:cNvSpPr/>
            <p:nvPr/>
          </p:nvSpPr>
          <p:spPr>
            <a:xfrm>
              <a:off x="1031375" y="4118575"/>
              <a:ext cx="47350" cy="25450"/>
            </a:xfrm>
            <a:custGeom>
              <a:avLst/>
              <a:gdLst/>
              <a:ahLst/>
              <a:cxnLst/>
              <a:rect l="l" t="t" r="r" b="b"/>
              <a:pathLst>
                <a:path w="1894" h="1018" extrusionOk="0">
                  <a:moveTo>
                    <a:pt x="584" y="1"/>
                  </a:moveTo>
                  <a:cubicBezTo>
                    <a:pt x="322" y="1"/>
                    <a:pt x="124" y="81"/>
                    <a:pt x="73" y="228"/>
                  </a:cubicBezTo>
                  <a:cubicBezTo>
                    <a:pt x="0" y="465"/>
                    <a:pt x="333" y="776"/>
                    <a:pt x="810" y="935"/>
                  </a:cubicBezTo>
                  <a:cubicBezTo>
                    <a:pt x="986" y="991"/>
                    <a:pt x="1158" y="1017"/>
                    <a:pt x="1309" y="1017"/>
                  </a:cubicBezTo>
                  <a:cubicBezTo>
                    <a:pt x="1574" y="1017"/>
                    <a:pt x="1775" y="936"/>
                    <a:pt x="1821" y="784"/>
                  </a:cubicBezTo>
                  <a:cubicBezTo>
                    <a:pt x="1893" y="552"/>
                    <a:pt x="1567" y="235"/>
                    <a:pt x="1084" y="82"/>
                  </a:cubicBezTo>
                  <a:cubicBezTo>
                    <a:pt x="907" y="27"/>
                    <a:pt x="735" y="1"/>
                    <a:pt x="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" name="Google Shape;183;p30"/>
          <p:cNvGrpSpPr/>
          <p:nvPr/>
        </p:nvGrpSpPr>
        <p:grpSpPr>
          <a:xfrm>
            <a:off x="8623423" y="4122223"/>
            <a:ext cx="268615" cy="168735"/>
            <a:chOff x="1295225" y="4125525"/>
            <a:chExt cx="105625" cy="66350"/>
          </a:xfrm>
        </p:grpSpPr>
        <p:sp>
          <p:nvSpPr>
            <p:cNvPr id="184" name="Google Shape;184;p30"/>
            <p:cNvSpPr/>
            <p:nvPr/>
          </p:nvSpPr>
          <p:spPr>
            <a:xfrm>
              <a:off x="1295225" y="4125525"/>
              <a:ext cx="105625" cy="66350"/>
            </a:xfrm>
            <a:custGeom>
              <a:avLst/>
              <a:gdLst/>
              <a:ahLst/>
              <a:cxnLst/>
              <a:rect l="l" t="t" r="r" b="b"/>
              <a:pathLst>
                <a:path w="4225" h="2654" extrusionOk="0">
                  <a:moveTo>
                    <a:pt x="2540" y="1"/>
                  </a:moveTo>
                  <a:cubicBezTo>
                    <a:pt x="2303" y="1"/>
                    <a:pt x="2052" y="31"/>
                    <a:pt x="1798" y="94"/>
                  </a:cubicBezTo>
                  <a:cubicBezTo>
                    <a:pt x="730" y="368"/>
                    <a:pt x="0" y="1141"/>
                    <a:pt x="173" y="1820"/>
                  </a:cubicBezTo>
                  <a:cubicBezTo>
                    <a:pt x="305" y="2338"/>
                    <a:pt x="923" y="2653"/>
                    <a:pt x="1683" y="2653"/>
                  </a:cubicBezTo>
                  <a:cubicBezTo>
                    <a:pt x="1920" y="2653"/>
                    <a:pt x="2172" y="2623"/>
                    <a:pt x="2427" y="2557"/>
                  </a:cubicBezTo>
                  <a:cubicBezTo>
                    <a:pt x="3495" y="2290"/>
                    <a:pt x="4225" y="1517"/>
                    <a:pt x="4051" y="838"/>
                  </a:cubicBezTo>
                  <a:cubicBezTo>
                    <a:pt x="3919" y="314"/>
                    <a:pt x="3303" y="1"/>
                    <a:pt x="2540" y="1"/>
                  </a:cubicBez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30"/>
            <p:cNvSpPr/>
            <p:nvPr/>
          </p:nvSpPr>
          <p:spPr>
            <a:xfrm>
              <a:off x="1320650" y="4135975"/>
              <a:ext cx="47350" cy="24450"/>
            </a:xfrm>
            <a:custGeom>
              <a:avLst/>
              <a:gdLst/>
              <a:ahLst/>
              <a:cxnLst/>
              <a:rect l="l" t="t" r="r" b="b"/>
              <a:pathLst>
                <a:path w="1894" h="978" extrusionOk="0">
                  <a:moveTo>
                    <a:pt x="1269" y="0"/>
                  </a:moveTo>
                  <a:cubicBezTo>
                    <a:pt x="1137" y="0"/>
                    <a:pt x="990" y="19"/>
                    <a:pt x="840" y="59"/>
                  </a:cubicBezTo>
                  <a:cubicBezTo>
                    <a:pt x="347" y="182"/>
                    <a:pt x="1" y="478"/>
                    <a:pt x="60" y="716"/>
                  </a:cubicBezTo>
                  <a:cubicBezTo>
                    <a:pt x="99" y="882"/>
                    <a:pt x="326" y="978"/>
                    <a:pt x="625" y="978"/>
                  </a:cubicBezTo>
                  <a:cubicBezTo>
                    <a:pt x="758" y="978"/>
                    <a:pt x="905" y="959"/>
                    <a:pt x="1056" y="919"/>
                  </a:cubicBezTo>
                  <a:cubicBezTo>
                    <a:pt x="1547" y="796"/>
                    <a:pt x="1894" y="499"/>
                    <a:pt x="1836" y="262"/>
                  </a:cubicBezTo>
                  <a:cubicBezTo>
                    <a:pt x="1796" y="96"/>
                    <a:pt x="1568" y="0"/>
                    <a:pt x="12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6" name="Google Shape;186;p30"/>
          <p:cNvGrpSpPr/>
          <p:nvPr/>
        </p:nvGrpSpPr>
        <p:grpSpPr>
          <a:xfrm>
            <a:off x="997362" y="3389120"/>
            <a:ext cx="268626" cy="172063"/>
            <a:chOff x="999775" y="4108325"/>
            <a:chExt cx="105850" cy="67800"/>
          </a:xfrm>
        </p:grpSpPr>
        <p:sp>
          <p:nvSpPr>
            <p:cNvPr id="187" name="Google Shape;187;p30"/>
            <p:cNvSpPr/>
            <p:nvPr/>
          </p:nvSpPr>
          <p:spPr>
            <a:xfrm>
              <a:off x="999775" y="4108325"/>
              <a:ext cx="105850" cy="67800"/>
            </a:xfrm>
            <a:custGeom>
              <a:avLst/>
              <a:gdLst/>
              <a:ahLst/>
              <a:cxnLst/>
              <a:rect l="l" t="t" r="r" b="b"/>
              <a:pathLst>
                <a:path w="4234" h="2712" extrusionOk="0">
                  <a:moveTo>
                    <a:pt x="1608" y="1"/>
                  </a:moveTo>
                  <a:cubicBezTo>
                    <a:pt x="921" y="1"/>
                    <a:pt x="359" y="275"/>
                    <a:pt x="210" y="745"/>
                  </a:cubicBezTo>
                  <a:cubicBezTo>
                    <a:pt x="1" y="1418"/>
                    <a:pt x="680" y="2235"/>
                    <a:pt x="1734" y="2566"/>
                  </a:cubicBezTo>
                  <a:cubicBezTo>
                    <a:pt x="2040" y="2665"/>
                    <a:pt x="2344" y="2712"/>
                    <a:pt x="2627" y="2712"/>
                  </a:cubicBezTo>
                  <a:cubicBezTo>
                    <a:pt x="3312" y="2712"/>
                    <a:pt x="3871" y="2437"/>
                    <a:pt x="4024" y="1966"/>
                  </a:cubicBezTo>
                  <a:cubicBezTo>
                    <a:pt x="4234" y="1295"/>
                    <a:pt x="3554" y="479"/>
                    <a:pt x="2500" y="146"/>
                  </a:cubicBezTo>
                  <a:cubicBezTo>
                    <a:pt x="2195" y="47"/>
                    <a:pt x="1891" y="1"/>
                    <a:pt x="1608" y="1"/>
                  </a:cubicBezTo>
                  <a:close/>
                </a:path>
              </a:pathLst>
            </a:custGeom>
            <a:solidFill>
              <a:srgbClr val="B8DE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30"/>
            <p:cNvSpPr/>
            <p:nvPr/>
          </p:nvSpPr>
          <p:spPr>
            <a:xfrm>
              <a:off x="1031375" y="4118575"/>
              <a:ext cx="47350" cy="25450"/>
            </a:xfrm>
            <a:custGeom>
              <a:avLst/>
              <a:gdLst/>
              <a:ahLst/>
              <a:cxnLst/>
              <a:rect l="l" t="t" r="r" b="b"/>
              <a:pathLst>
                <a:path w="1894" h="1018" extrusionOk="0">
                  <a:moveTo>
                    <a:pt x="584" y="1"/>
                  </a:moveTo>
                  <a:cubicBezTo>
                    <a:pt x="322" y="1"/>
                    <a:pt x="124" y="81"/>
                    <a:pt x="73" y="228"/>
                  </a:cubicBezTo>
                  <a:cubicBezTo>
                    <a:pt x="0" y="465"/>
                    <a:pt x="333" y="776"/>
                    <a:pt x="810" y="935"/>
                  </a:cubicBezTo>
                  <a:cubicBezTo>
                    <a:pt x="986" y="991"/>
                    <a:pt x="1158" y="1017"/>
                    <a:pt x="1309" y="1017"/>
                  </a:cubicBezTo>
                  <a:cubicBezTo>
                    <a:pt x="1574" y="1017"/>
                    <a:pt x="1775" y="936"/>
                    <a:pt x="1821" y="784"/>
                  </a:cubicBezTo>
                  <a:cubicBezTo>
                    <a:pt x="1893" y="552"/>
                    <a:pt x="1567" y="235"/>
                    <a:pt x="1084" y="82"/>
                  </a:cubicBezTo>
                  <a:cubicBezTo>
                    <a:pt x="907" y="27"/>
                    <a:pt x="735" y="1"/>
                    <a:pt x="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9" name="Google Shape;189;p30"/>
          <p:cNvGrpSpPr/>
          <p:nvPr/>
        </p:nvGrpSpPr>
        <p:grpSpPr>
          <a:xfrm>
            <a:off x="6145798" y="4632323"/>
            <a:ext cx="268615" cy="168735"/>
            <a:chOff x="1295225" y="4125525"/>
            <a:chExt cx="105625" cy="66350"/>
          </a:xfrm>
        </p:grpSpPr>
        <p:sp>
          <p:nvSpPr>
            <p:cNvPr id="190" name="Google Shape;190;p30"/>
            <p:cNvSpPr/>
            <p:nvPr/>
          </p:nvSpPr>
          <p:spPr>
            <a:xfrm>
              <a:off x="1295225" y="4125525"/>
              <a:ext cx="105625" cy="66350"/>
            </a:xfrm>
            <a:custGeom>
              <a:avLst/>
              <a:gdLst/>
              <a:ahLst/>
              <a:cxnLst/>
              <a:rect l="l" t="t" r="r" b="b"/>
              <a:pathLst>
                <a:path w="4225" h="2654" extrusionOk="0">
                  <a:moveTo>
                    <a:pt x="2540" y="1"/>
                  </a:moveTo>
                  <a:cubicBezTo>
                    <a:pt x="2303" y="1"/>
                    <a:pt x="2052" y="31"/>
                    <a:pt x="1798" y="94"/>
                  </a:cubicBezTo>
                  <a:cubicBezTo>
                    <a:pt x="730" y="368"/>
                    <a:pt x="0" y="1141"/>
                    <a:pt x="173" y="1820"/>
                  </a:cubicBezTo>
                  <a:cubicBezTo>
                    <a:pt x="305" y="2338"/>
                    <a:pt x="923" y="2653"/>
                    <a:pt x="1683" y="2653"/>
                  </a:cubicBezTo>
                  <a:cubicBezTo>
                    <a:pt x="1920" y="2653"/>
                    <a:pt x="2172" y="2623"/>
                    <a:pt x="2427" y="2557"/>
                  </a:cubicBezTo>
                  <a:cubicBezTo>
                    <a:pt x="3495" y="2290"/>
                    <a:pt x="4225" y="1517"/>
                    <a:pt x="4051" y="838"/>
                  </a:cubicBezTo>
                  <a:cubicBezTo>
                    <a:pt x="3919" y="314"/>
                    <a:pt x="3303" y="1"/>
                    <a:pt x="2540" y="1"/>
                  </a:cubicBez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30"/>
            <p:cNvSpPr/>
            <p:nvPr/>
          </p:nvSpPr>
          <p:spPr>
            <a:xfrm>
              <a:off x="1320650" y="4135975"/>
              <a:ext cx="47350" cy="24450"/>
            </a:xfrm>
            <a:custGeom>
              <a:avLst/>
              <a:gdLst/>
              <a:ahLst/>
              <a:cxnLst/>
              <a:rect l="l" t="t" r="r" b="b"/>
              <a:pathLst>
                <a:path w="1894" h="978" extrusionOk="0">
                  <a:moveTo>
                    <a:pt x="1269" y="0"/>
                  </a:moveTo>
                  <a:cubicBezTo>
                    <a:pt x="1137" y="0"/>
                    <a:pt x="990" y="19"/>
                    <a:pt x="840" y="59"/>
                  </a:cubicBezTo>
                  <a:cubicBezTo>
                    <a:pt x="347" y="182"/>
                    <a:pt x="1" y="478"/>
                    <a:pt x="60" y="716"/>
                  </a:cubicBezTo>
                  <a:cubicBezTo>
                    <a:pt x="99" y="882"/>
                    <a:pt x="326" y="978"/>
                    <a:pt x="625" y="978"/>
                  </a:cubicBezTo>
                  <a:cubicBezTo>
                    <a:pt x="758" y="978"/>
                    <a:pt x="905" y="959"/>
                    <a:pt x="1056" y="919"/>
                  </a:cubicBezTo>
                  <a:cubicBezTo>
                    <a:pt x="1547" y="796"/>
                    <a:pt x="1894" y="499"/>
                    <a:pt x="1836" y="262"/>
                  </a:cubicBezTo>
                  <a:cubicBezTo>
                    <a:pt x="1796" y="96"/>
                    <a:pt x="1568" y="0"/>
                    <a:pt x="12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2" name="Google Shape;192;p30"/>
          <p:cNvGrpSpPr/>
          <p:nvPr/>
        </p:nvGrpSpPr>
        <p:grpSpPr>
          <a:xfrm flipH="1">
            <a:off x="194750" y="3053262"/>
            <a:ext cx="433696" cy="239875"/>
            <a:chOff x="1295225" y="4125525"/>
            <a:chExt cx="105625" cy="66350"/>
          </a:xfrm>
        </p:grpSpPr>
        <p:sp>
          <p:nvSpPr>
            <p:cNvPr id="193" name="Google Shape;193;p30"/>
            <p:cNvSpPr/>
            <p:nvPr/>
          </p:nvSpPr>
          <p:spPr>
            <a:xfrm>
              <a:off x="1295225" y="4125525"/>
              <a:ext cx="105625" cy="66350"/>
            </a:xfrm>
            <a:custGeom>
              <a:avLst/>
              <a:gdLst/>
              <a:ahLst/>
              <a:cxnLst/>
              <a:rect l="l" t="t" r="r" b="b"/>
              <a:pathLst>
                <a:path w="4225" h="2654" extrusionOk="0">
                  <a:moveTo>
                    <a:pt x="2540" y="1"/>
                  </a:moveTo>
                  <a:cubicBezTo>
                    <a:pt x="2303" y="1"/>
                    <a:pt x="2052" y="31"/>
                    <a:pt x="1798" y="94"/>
                  </a:cubicBezTo>
                  <a:cubicBezTo>
                    <a:pt x="730" y="368"/>
                    <a:pt x="0" y="1141"/>
                    <a:pt x="173" y="1820"/>
                  </a:cubicBezTo>
                  <a:cubicBezTo>
                    <a:pt x="305" y="2338"/>
                    <a:pt x="923" y="2653"/>
                    <a:pt x="1683" y="2653"/>
                  </a:cubicBezTo>
                  <a:cubicBezTo>
                    <a:pt x="1920" y="2653"/>
                    <a:pt x="2172" y="2623"/>
                    <a:pt x="2427" y="2557"/>
                  </a:cubicBezTo>
                  <a:cubicBezTo>
                    <a:pt x="3495" y="2290"/>
                    <a:pt x="4225" y="1517"/>
                    <a:pt x="4051" y="838"/>
                  </a:cubicBezTo>
                  <a:cubicBezTo>
                    <a:pt x="3919" y="314"/>
                    <a:pt x="3303" y="1"/>
                    <a:pt x="2540" y="1"/>
                  </a:cubicBez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30"/>
            <p:cNvSpPr/>
            <p:nvPr/>
          </p:nvSpPr>
          <p:spPr>
            <a:xfrm>
              <a:off x="1320650" y="4135975"/>
              <a:ext cx="47350" cy="24450"/>
            </a:xfrm>
            <a:custGeom>
              <a:avLst/>
              <a:gdLst/>
              <a:ahLst/>
              <a:cxnLst/>
              <a:rect l="l" t="t" r="r" b="b"/>
              <a:pathLst>
                <a:path w="1894" h="978" extrusionOk="0">
                  <a:moveTo>
                    <a:pt x="1269" y="0"/>
                  </a:moveTo>
                  <a:cubicBezTo>
                    <a:pt x="1137" y="0"/>
                    <a:pt x="990" y="19"/>
                    <a:pt x="840" y="59"/>
                  </a:cubicBezTo>
                  <a:cubicBezTo>
                    <a:pt x="347" y="182"/>
                    <a:pt x="1" y="478"/>
                    <a:pt x="60" y="716"/>
                  </a:cubicBezTo>
                  <a:cubicBezTo>
                    <a:pt x="99" y="882"/>
                    <a:pt x="326" y="978"/>
                    <a:pt x="625" y="978"/>
                  </a:cubicBezTo>
                  <a:cubicBezTo>
                    <a:pt x="758" y="978"/>
                    <a:pt x="905" y="959"/>
                    <a:pt x="1056" y="919"/>
                  </a:cubicBezTo>
                  <a:cubicBezTo>
                    <a:pt x="1547" y="796"/>
                    <a:pt x="1894" y="499"/>
                    <a:pt x="1836" y="262"/>
                  </a:cubicBezTo>
                  <a:cubicBezTo>
                    <a:pt x="1796" y="96"/>
                    <a:pt x="1568" y="0"/>
                    <a:pt x="12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5" name="Google Shape;195;p30"/>
          <p:cNvSpPr txBox="1">
            <a:spLocks noGrp="1"/>
          </p:cNvSpPr>
          <p:nvPr>
            <p:ph type="title"/>
          </p:nvPr>
        </p:nvSpPr>
        <p:spPr>
          <a:xfrm>
            <a:off x="3188100" y="1075900"/>
            <a:ext cx="4785300" cy="17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6" name="Google Shape;196;p30"/>
          <p:cNvSpPr txBox="1">
            <a:spLocks noGrp="1"/>
          </p:cNvSpPr>
          <p:nvPr>
            <p:ph type="title" idx="2"/>
          </p:nvPr>
        </p:nvSpPr>
        <p:spPr>
          <a:xfrm>
            <a:off x="799100" y="752100"/>
            <a:ext cx="9975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97" name="Google Shape;197;p30"/>
          <p:cNvSpPr txBox="1">
            <a:spLocks noGrp="1"/>
          </p:cNvSpPr>
          <p:nvPr>
            <p:ph type="subTitle" idx="1"/>
          </p:nvPr>
        </p:nvSpPr>
        <p:spPr>
          <a:xfrm>
            <a:off x="4210050" y="2866188"/>
            <a:ext cx="2741400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>
                <a:solidFill>
                  <a:srgbClr val="064947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/>
          <p:nvPr/>
        </p:nvSpPr>
        <p:spPr>
          <a:xfrm>
            <a:off x="-57500" y="3607124"/>
            <a:ext cx="9259000" cy="1603224"/>
          </a:xfrm>
          <a:custGeom>
            <a:avLst/>
            <a:gdLst/>
            <a:ahLst/>
            <a:cxnLst/>
            <a:rect l="l" t="t" r="r" b="b"/>
            <a:pathLst>
              <a:path w="57554" h="20117" extrusionOk="0">
                <a:moveTo>
                  <a:pt x="1" y="0"/>
                </a:moveTo>
                <a:lnTo>
                  <a:pt x="1" y="20116"/>
                </a:lnTo>
                <a:lnTo>
                  <a:pt x="57554" y="20116"/>
                </a:lnTo>
                <a:lnTo>
                  <a:pt x="57554" y="0"/>
                </a:lnTo>
                <a:cubicBezTo>
                  <a:pt x="53249" y="6588"/>
                  <a:pt x="41989" y="11289"/>
                  <a:pt x="28777" y="11289"/>
                </a:cubicBezTo>
                <a:cubicBezTo>
                  <a:pt x="15566" y="11289"/>
                  <a:pt x="4307" y="6588"/>
                  <a:pt x="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1"/>
          <p:cNvSpPr/>
          <p:nvPr/>
        </p:nvSpPr>
        <p:spPr>
          <a:xfrm>
            <a:off x="2615075" y="4500425"/>
            <a:ext cx="2619504" cy="740243"/>
          </a:xfrm>
          <a:custGeom>
            <a:avLst/>
            <a:gdLst/>
            <a:ahLst/>
            <a:cxnLst/>
            <a:rect l="l" t="t" r="r" b="b"/>
            <a:pathLst>
              <a:path w="24134" h="6820" extrusionOk="0">
                <a:moveTo>
                  <a:pt x="21188" y="0"/>
                </a:moveTo>
                <a:cubicBezTo>
                  <a:pt x="17796" y="0"/>
                  <a:pt x="16982" y="2940"/>
                  <a:pt x="16982" y="2940"/>
                </a:cubicBezTo>
                <a:cubicBezTo>
                  <a:pt x="16384" y="2252"/>
                  <a:pt x="15632" y="1828"/>
                  <a:pt x="14862" y="1828"/>
                </a:cubicBezTo>
                <a:cubicBezTo>
                  <a:pt x="14136" y="1828"/>
                  <a:pt x="13394" y="2205"/>
                  <a:pt x="12749" y="3092"/>
                </a:cubicBezTo>
                <a:cubicBezTo>
                  <a:pt x="12103" y="2449"/>
                  <a:pt x="11299" y="2084"/>
                  <a:pt x="10511" y="2084"/>
                </a:cubicBezTo>
                <a:cubicBezTo>
                  <a:pt x="9653" y="2084"/>
                  <a:pt x="8813" y="2517"/>
                  <a:pt x="8214" y="3496"/>
                </a:cubicBezTo>
                <a:cubicBezTo>
                  <a:pt x="7654" y="2860"/>
                  <a:pt x="6945" y="2544"/>
                  <a:pt x="6280" y="2544"/>
                </a:cubicBezTo>
                <a:cubicBezTo>
                  <a:pt x="5419" y="2544"/>
                  <a:pt x="4634" y="3075"/>
                  <a:pt x="4348" y="4132"/>
                </a:cubicBezTo>
                <a:cubicBezTo>
                  <a:pt x="3984" y="3977"/>
                  <a:pt x="3619" y="3908"/>
                  <a:pt x="3265" y="3908"/>
                </a:cubicBezTo>
                <a:cubicBezTo>
                  <a:pt x="1536" y="3908"/>
                  <a:pt x="43" y="5542"/>
                  <a:pt x="1" y="6819"/>
                </a:cubicBezTo>
                <a:lnTo>
                  <a:pt x="24133" y="6320"/>
                </a:lnTo>
                <a:lnTo>
                  <a:pt x="24090" y="585"/>
                </a:lnTo>
                <a:cubicBezTo>
                  <a:pt x="22959" y="168"/>
                  <a:pt x="22000" y="0"/>
                  <a:pt x="2118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1"/>
          <p:cNvSpPr/>
          <p:nvPr/>
        </p:nvSpPr>
        <p:spPr>
          <a:xfrm>
            <a:off x="6218863" y="3483450"/>
            <a:ext cx="3745516" cy="1757237"/>
          </a:xfrm>
          <a:custGeom>
            <a:avLst/>
            <a:gdLst/>
            <a:ahLst/>
            <a:cxnLst/>
            <a:rect l="l" t="t" r="r" b="b"/>
            <a:pathLst>
              <a:path w="42639" h="18798" extrusionOk="0">
                <a:moveTo>
                  <a:pt x="40165" y="1"/>
                </a:moveTo>
                <a:cubicBezTo>
                  <a:pt x="36321" y="1"/>
                  <a:pt x="34815" y="4035"/>
                  <a:pt x="34815" y="4035"/>
                </a:cubicBezTo>
                <a:cubicBezTo>
                  <a:pt x="34261" y="3379"/>
                  <a:pt x="33728" y="3121"/>
                  <a:pt x="33268" y="3121"/>
                </a:cubicBezTo>
                <a:cubicBezTo>
                  <a:pt x="32300" y="3121"/>
                  <a:pt x="31652" y="4260"/>
                  <a:pt x="31804" y="5219"/>
                </a:cubicBezTo>
                <a:cubicBezTo>
                  <a:pt x="31308" y="4740"/>
                  <a:pt x="30828" y="4470"/>
                  <a:pt x="30366" y="4470"/>
                </a:cubicBezTo>
                <a:cubicBezTo>
                  <a:pt x="29847" y="4470"/>
                  <a:pt x="29353" y="4812"/>
                  <a:pt x="28886" y="5580"/>
                </a:cubicBezTo>
                <a:cubicBezTo>
                  <a:pt x="28259" y="4925"/>
                  <a:pt x="27632" y="4662"/>
                  <a:pt x="27084" y="4662"/>
                </a:cubicBezTo>
                <a:cubicBezTo>
                  <a:pt x="25838" y="4662"/>
                  <a:pt x="25001" y="6023"/>
                  <a:pt x="25513" y="7227"/>
                </a:cubicBezTo>
                <a:cubicBezTo>
                  <a:pt x="24430" y="5671"/>
                  <a:pt x="22956" y="4990"/>
                  <a:pt x="21642" y="4990"/>
                </a:cubicBezTo>
                <a:cubicBezTo>
                  <a:pt x="19689" y="4990"/>
                  <a:pt x="18091" y="6496"/>
                  <a:pt x="18665" y="8867"/>
                </a:cubicBezTo>
                <a:cubicBezTo>
                  <a:pt x="18380" y="8785"/>
                  <a:pt x="18106" y="8747"/>
                  <a:pt x="17850" y="8747"/>
                </a:cubicBezTo>
                <a:cubicBezTo>
                  <a:pt x="16374" y="8747"/>
                  <a:pt x="15465" y="10011"/>
                  <a:pt x="16289" y="11604"/>
                </a:cubicBezTo>
                <a:cubicBezTo>
                  <a:pt x="15720" y="11374"/>
                  <a:pt x="15213" y="11269"/>
                  <a:pt x="14772" y="11269"/>
                </a:cubicBezTo>
                <a:cubicBezTo>
                  <a:pt x="13124" y="11269"/>
                  <a:pt x="12408" y="12729"/>
                  <a:pt x="12915" y="14530"/>
                </a:cubicBezTo>
                <a:cubicBezTo>
                  <a:pt x="12289" y="13568"/>
                  <a:pt x="11475" y="12993"/>
                  <a:pt x="10652" y="12993"/>
                </a:cubicBezTo>
                <a:cubicBezTo>
                  <a:pt x="9911" y="12993"/>
                  <a:pt x="9161" y="13459"/>
                  <a:pt x="8531" y="14530"/>
                </a:cubicBezTo>
                <a:cubicBezTo>
                  <a:pt x="7541" y="13529"/>
                  <a:pt x="6617" y="13113"/>
                  <a:pt x="5860" y="13113"/>
                </a:cubicBezTo>
                <a:cubicBezTo>
                  <a:pt x="4520" y="13113"/>
                  <a:pt x="3703" y="14416"/>
                  <a:pt x="3967" y="16083"/>
                </a:cubicBezTo>
                <a:cubicBezTo>
                  <a:pt x="3477" y="15776"/>
                  <a:pt x="3007" y="15602"/>
                  <a:pt x="2562" y="15602"/>
                </a:cubicBezTo>
                <a:cubicBezTo>
                  <a:pt x="1548" y="15602"/>
                  <a:pt x="668" y="16505"/>
                  <a:pt x="1" y="18798"/>
                </a:cubicBezTo>
                <a:lnTo>
                  <a:pt x="42638" y="18084"/>
                </a:lnTo>
                <a:lnTo>
                  <a:pt x="42638" y="502"/>
                </a:lnTo>
                <a:cubicBezTo>
                  <a:pt x="41724" y="149"/>
                  <a:pt x="40901" y="1"/>
                  <a:pt x="40165" y="1"/>
                </a:cubicBezTo>
                <a:close/>
              </a:path>
            </a:pathLst>
          </a:custGeom>
          <a:solidFill>
            <a:srgbClr val="1866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1"/>
          <p:cNvSpPr/>
          <p:nvPr/>
        </p:nvSpPr>
        <p:spPr>
          <a:xfrm rot="187415">
            <a:off x="-78442" y="4215752"/>
            <a:ext cx="3688888" cy="1061352"/>
          </a:xfrm>
          <a:custGeom>
            <a:avLst/>
            <a:gdLst/>
            <a:ahLst/>
            <a:cxnLst/>
            <a:rect l="l" t="t" r="r" b="b"/>
            <a:pathLst>
              <a:path w="47745" h="13737" extrusionOk="0">
                <a:moveTo>
                  <a:pt x="3987" y="0"/>
                </a:moveTo>
                <a:cubicBezTo>
                  <a:pt x="2591" y="0"/>
                  <a:pt x="1175" y="489"/>
                  <a:pt x="0" y="1392"/>
                </a:cubicBezTo>
                <a:lnTo>
                  <a:pt x="0" y="13737"/>
                </a:lnTo>
                <a:lnTo>
                  <a:pt x="47745" y="12986"/>
                </a:lnTo>
                <a:cubicBezTo>
                  <a:pt x="47138" y="9432"/>
                  <a:pt x="42262" y="9114"/>
                  <a:pt x="42262" y="9114"/>
                </a:cubicBezTo>
                <a:cubicBezTo>
                  <a:pt x="42235" y="7520"/>
                  <a:pt x="41388" y="6795"/>
                  <a:pt x="40476" y="6795"/>
                </a:cubicBezTo>
                <a:cubicBezTo>
                  <a:pt x="40122" y="6795"/>
                  <a:pt x="39759" y="6903"/>
                  <a:pt x="39431" y="7113"/>
                </a:cubicBezTo>
                <a:cubicBezTo>
                  <a:pt x="39086" y="5805"/>
                  <a:pt x="38293" y="5098"/>
                  <a:pt x="37487" y="5098"/>
                </a:cubicBezTo>
                <a:cubicBezTo>
                  <a:pt x="36874" y="5098"/>
                  <a:pt x="36254" y="5508"/>
                  <a:pt x="35820" y="6376"/>
                </a:cubicBezTo>
                <a:cubicBezTo>
                  <a:pt x="35550" y="6023"/>
                  <a:pt x="35159" y="5841"/>
                  <a:pt x="34758" y="5841"/>
                </a:cubicBezTo>
                <a:cubicBezTo>
                  <a:pt x="34075" y="5841"/>
                  <a:pt x="33361" y="6370"/>
                  <a:pt x="33161" y="7489"/>
                </a:cubicBezTo>
                <a:cubicBezTo>
                  <a:pt x="32387" y="6565"/>
                  <a:pt x="31634" y="6119"/>
                  <a:pt x="30902" y="6119"/>
                </a:cubicBezTo>
                <a:cubicBezTo>
                  <a:pt x="30146" y="6119"/>
                  <a:pt x="29413" y="6596"/>
                  <a:pt x="28704" y="7517"/>
                </a:cubicBezTo>
                <a:cubicBezTo>
                  <a:pt x="27974" y="6365"/>
                  <a:pt x="26783" y="5425"/>
                  <a:pt x="25517" y="5425"/>
                </a:cubicBezTo>
                <a:cubicBezTo>
                  <a:pt x="24616" y="5425"/>
                  <a:pt x="23677" y="5901"/>
                  <a:pt x="22839" y="7113"/>
                </a:cubicBezTo>
                <a:cubicBezTo>
                  <a:pt x="22375" y="6239"/>
                  <a:pt x="21812" y="5905"/>
                  <a:pt x="21188" y="5905"/>
                </a:cubicBezTo>
                <a:cubicBezTo>
                  <a:pt x="20724" y="5905"/>
                  <a:pt x="20227" y="6090"/>
                  <a:pt x="19712" y="6376"/>
                </a:cubicBezTo>
                <a:cubicBezTo>
                  <a:pt x="18956" y="4354"/>
                  <a:pt x="17298" y="3044"/>
                  <a:pt x="15579" y="3044"/>
                </a:cubicBezTo>
                <a:cubicBezTo>
                  <a:pt x="14473" y="3044"/>
                  <a:pt x="13342" y="3586"/>
                  <a:pt x="12409" y="4830"/>
                </a:cubicBezTo>
                <a:cubicBezTo>
                  <a:pt x="12032" y="4253"/>
                  <a:pt x="11570" y="3995"/>
                  <a:pt x="11108" y="3995"/>
                </a:cubicBezTo>
                <a:cubicBezTo>
                  <a:pt x="10604" y="3995"/>
                  <a:pt x="10100" y="4300"/>
                  <a:pt x="9701" y="4830"/>
                </a:cubicBezTo>
                <a:cubicBezTo>
                  <a:pt x="8784" y="1481"/>
                  <a:pt x="6417" y="0"/>
                  <a:pt x="3987" y="0"/>
                </a:cubicBezTo>
                <a:close/>
              </a:path>
            </a:pathLst>
          </a:custGeom>
          <a:solidFill>
            <a:srgbClr val="1866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1"/>
          <p:cNvSpPr/>
          <p:nvPr/>
        </p:nvSpPr>
        <p:spPr>
          <a:xfrm flipH="1">
            <a:off x="-473852" y="128450"/>
            <a:ext cx="2377913" cy="406556"/>
          </a:xfrm>
          <a:custGeom>
            <a:avLst/>
            <a:gdLst/>
            <a:ahLst/>
            <a:cxnLst/>
            <a:rect l="l" t="t" r="r" b="b"/>
            <a:pathLst>
              <a:path w="28455" h="4865" extrusionOk="0">
                <a:moveTo>
                  <a:pt x="18226" y="0"/>
                </a:moveTo>
                <a:cubicBezTo>
                  <a:pt x="16791" y="0"/>
                  <a:pt x="14567" y="945"/>
                  <a:pt x="11645" y="3580"/>
                </a:cubicBezTo>
                <a:cubicBezTo>
                  <a:pt x="11972" y="2555"/>
                  <a:pt x="11763" y="2033"/>
                  <a:pt x="10999" y="2033"/>
                </a:cubicBezTo>
                <a:cubicBezTo>
                  <a:pt x="10243" y="2033"/>
                  <a:pt x="8946" y="2542"/>
                  <a:pt x="7088" y="3580"/>
                </a:cubicBezTo>
                <a:cubicBezTo>
                  <a:pt x="7296" y="2950"/>
                  <a:pt x="7225" y="2536"/>
                  <a:pt x="6626" y="2536"/>
                </a:cubicBezTo>
                <a:cubicBezTo>
                  <a:pt x="5981" y="2536"/>
                  <a:pt x="4724" y="3016"/>
                  <a:pt x="2544" y="4221"/>
                </a:cubicBezTo>
                <a:cubicBezTo>
                  <a:pt x="2882" y="3683"/>
                  <a:pt x="2896" y="3441"/>
                  <a:pt x="2648" y="3441"/>
                </a:cubicBezTo>
                <a:cubicBezTo>
                  <a:pt x="2280" y="3441"/>
                  <a:pt x="1334" y="3972"/>
                  <a:pt x="1" y="4864"/>
                </a:cubicBezTo>
                <a:lnTo>
                  <a:pt x="27167" y="4864"/>
                </a:lnTo>
                <a:cubicBezTo>
                  <a:pt x="28455" y="3310"/>
                  <a:pt x="28409" y="2484"/>
                  <a:pt x="26845" y="2484"/>
                </a:cubicBezTo>
                <a:cubicBezTo>
                  <a:pt x="25741" y="2484"/>
                  <a:pt x="23881" y="2895"/>
                  <a:pt x="21200" y="3753"/>
                </a:cubicBezTo>
                <a:cubicBezTo>
                  <a:pt x="21915" y="3068"/>
                  <a:pt x="21868" y="2531"/>
                  <a:pt x="21296" y="2531"/>
                </a:cubicBezTo>
                <a:cubicBezTo>
                  <a:pt x="20897" y="2531"/>
                  <a:pt x="20241" y="2793"/>
                  <a:pt x="19409" y="3450"/>
                </a:cubicBezTo>
                <a:cubicBezTo>
                  <a:pt x="20684" y="1806"/>
                  <a:pt x="20209" y="0"/>
                  <a:pt x="18226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1"/>
          <p:cNvSpPr/>
          <p:nvPr/>
        </p:nvSpPr>
        <p:spPr>
          <a:xfrm flipH="1">
            <a:off x="-720499" y="2610575"/>
            <a:ext cx="1364226" cy="352856"/>
          </a:xfrm>
          <a:custGeom>
            <a:avLst/>
            <a:gdLst/>
            <a:ahLst/>
            <a:cxnLst/>
            <a:rect l="l" t="t" r="r" b="b"/>
            <a:pathLst>
              <a:path w="28258" h="5545" extrusionOk="0">
                <a:moveTo>
                  <a:pt x="10378" y="0"/>
                </a:moveTo>
                <a:cubicBezTo>
                  <a:pt x="8312" y="0"/>
                  <a:pt x="6398" y="1151"/>
                  <a:pt x="5310" y="3326"/>
                </a:cubicBezTo>
                <a:cubicBezTo>
                  <a:pt x="4474" y="2885"/>
                  <a:pt x="3683" y="2665"/>
                  <a:pt x="2977" y="2665"/>
                </a:cubicBezTo>
                <a:cubicBezTo>
                  <a:pt x="1507" y="2665"/>
                  <a:pt x="401" y="3622"/>
                  <a:pt x="1" y="5545"/>
                </a:cubicBezTo>
                <a:lnTo>
                  <a:pt x="28257" y="5545"/>
                </a:lnTo>
                <a:cubicBezTo>
                  <a:pt x="26931" y="3847"/>
                  <a:pt x="25535" y="3011"/>
                  <a:pt x="24074" y="3011"/>
                </a:cubicBezTo>
                <a:cubicBezTo>
                  <a:pt x="23363" y="3011"/>
                  <a:pt x="22637" y="3209"/>
                  <a:pt x="21895" y="3601"/>
                </a:cubicBezTo>
                <a:cubicBezTo>
                  <a:pt x="20794" y="1817"/>
                  <a:pt x="19594" y="928"/>
                  <a:pt x="18291" y="928"/>
                </a:cubicBezTo>
                <a:cubicBezTo>
                  <a:pt x="17352" y="928"/>
                  <a:pt x="16360" y="1389"/>
                  <a:pt x="15315" y="2308"/>
                </a:cubicBezTo>
                <a:cubicBezTo>
                  <a:pt x="13806" y="748"/>
                  <a:pt x="12042" y="0"/>
                  <a:pt x="10378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1"/>
          <p:cNvSpPr/>
          <p:nvPr/>
        </p:nvSpPr>
        <p:spPr>
          <a:xfrm flipH="1">
            <a:off x="8424010" y="2899425"/>
            <a:ext cx="1686243" cy="406556"/>
          </a:xfrm>
          <a:custGeom>
            <a:avLst/>
            <a:gdLst/>
            <a:ahLst/>
            <a:cxnLst/>
            <a:rect l="l" t="t" r="r" b="b"/>
            <a:pathLst>
              <a:path w="28455" h="4865" extrusionOk="0">
                <a:moveTo>
                  <a:pt x="18226" y="0"/>
                </a:moveTo>
                <a:cubicBezTo>
                  <a:pt x="16791" y="0"/>
                  <a:pt x="14567" y="945"/>
                  <a:pt x="11645" y="3580"/>
                </a:cubicBezTo>
                <a:cubicBezTo>
                  <a:pt x="11972" y="2555"/>
                  <a:pt x="11763" y="2033"/>
                  <a:pt x="10999" y="2033"/>
                </a:cubicBezTo>
                <a:cubicBezTo>
                  <a:pt x="10243" y="2033"/>
                  <a:pt x="8946" y="2542"/>
                  <a:pt x="7088" y="3580"/>
                </a:cubicBezTo>
                <a:cubicBezTo>
                  <a:pt x="7296" y="2950"/>
                  <a:pt x="7225" y="2536"/>
                  <a:pt x="6626" y="2536"/>
                </a:cubicBezTo>
                <a:cubicBezTo>
                  <a:pt x="5981" y="2536"/>
                  <a:pt x="4724" y="3016"/>
                  <a:pt x="2544" y="4221"/>
                </a:cubicBezTo>
                <a:cubicBezTo>
                  <a:pt x="2882" y="3683"/>
                  <a:pt x="2896" y="3441"/>
                  <a:pt x="2648" y="3441"/>
                </a:cubicBezTo>
                <a:cubicBezTo>
                  <a:pt x="2280" y="3441"/>
                  <a:pt x="1334" y="3972"/>
                  <a:pt x="1" y="4864"/>
                </a:cubicBezTo>
                <a:lnTo>
                  <a:pt x="27167" y="4864"/>
                </a:lnTo>
                <a:cubicBezTo>
                  <a:pt x="28455" y="3310"/>
                  <a:pt x="28409" y="2484"/>
                  <a:pt x="26845" y="2484"/>
                </a:cubicBezTo>
                <a:cubicBezTo>
                  <a:pt x="25741" y="2484"/>
                  <a:pt x="23881" y="2895"/>
                  <a:pt x="21200" y="3753"/>
                </a:cubicBezTo>
                <a:cubicBezTo>
                  <a:pt x="21915" y="3068"/>
                  <a:pt x="21868" y="2531"/>
                  <a:pt x="21296" y="2531"/>
                </a:cubicBezTo>
                <a:cubicBezTo>
                  <a:pt x="20897" y="2531"/>
                  <a:pt x="20241" y="2793"/>
                  <a:pt x="19409" y="3450"/>
                </a:cubicBezTo>
                <a:cubicBezTo>
                  <a:pt x="20684" y="1806"/>
                  <a:pt x="20209" y="0"/>
                  <a:pt x="18226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6" name="Google Shape;206;p31"/>
          <p:cNvGrpSpPr/>
          <p:nvPr/>
        </p:nvGrpSpPr>
        <p:grpSpPr>
          <a:xfrm flipH="1">
            <a:off x="114122" y="4544606"/>
            <a:ext cx="294495" cy="183706"/>
            <a:chOff x="745525" y="4025025"/>
            <a:chExt cx="79675" cy="49700"/>
          </a:xfrm>
        </p:grpSpPr>
        <p:sp>
          <p:nvSpPr>
            <p:cNvPr id="207" name="Google Shape;207;p31"/>
            <p:cNvSpPr/>
            <p:nvPr/>
          </p:nvSpPr>
          <p:spPr>
            <a:xfrm>
              <a:off x="745525" y="4025025"/>
              <a:ext cx="79675" cy="49700"/>
            </a:xfrm>
            <a:custGeom>
              <a:avLst/>
              <a:gdLst/>
              <a:ahLst/>
              <a:cxnLst/>
              <a:rect l="l" t="t" r="r" b="b"/>
              <a:pathLst>
                <a:path w="3187" h="1988" extrusionOk="0">
                  <a:moveTo>
                    <a:pt x="1858" y="1"/>
                  </a:moveTo>
                  <a:cubicBezTo>
                    <a:pt x="1711" y="1"/>
                    <a:pt x="1558" y="16"/>
                    <a:pt x="1402" y="47"/>
                  </a:cubicBezTo>
                  <a:cubicBezTo>
                    <a:pt x="579" y="213"/>
                    <a:pt x="0" y="770"/>
                    <a:pt x="102" y="1290"/>
                  </a:cubicBezTo>
                  <a:cubicBezTo>
                    <a:pt x="184" y="1716"/>
                    <a:pt x="690" y="1987"/>
                    <a:pt x="1316" y="1987"/>
                  </a:cubicBezTo>
                  <a:cubicBezTo>
                    <a:pt x="1465" y="1987"/>
                    <a:pt x="1619" y="1972"/>
                    <a:pt x="1777" y="1940"/>
                  </a:cubicBezTo>
                  <a:cubicBezTo>
                    <a:pt x="2600" y="1781"/>
                    <a:pt x="3186" y="1224"/>
                    <a:pt x="3086" y="697"/>
                  </a:cubicBezTo>
                  <a:cubicBezTo>
                    <a:pt x="2997" y="275"/>
                    <a:pt x="2487" y="1"/>
                    <a:pt x="1858" y="1"/>
                  </a:cubicBez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31"/>
            <p:cNvSpPr/>
            <p:nvPr/>
          </p:nvSpPr>
          <p:spPr>
            <a:xfrm>
              <a:off x="765750" y="4037125"/>
              <a:ext cx="35950" cy="17975"/>
            </a:xfrm>
            <a:custGeom>
              <a:avLst/>
              <a:gdLst/>
              <a:ahLst/>
              <a:cxnLst/>
              <a:rect l="l" t="t" r="r" b="b"/>
              <a:pathLst>
                <a:path w="1438" h="719" extrusionOk="0">
                  <a:moveTo>
                    <a:pt x="915" y="0"/>
                  </a:moveTo>
                  <a:cubicBezTo>
                    <a:pt x="832" y="0"/>
                    <a:pt x="743" y="8"/>
                    <a:pt x="651" y="26"/>
                  </a:cubicBezTo>
                  <a:cubicBezTo>
                    <a:pt x="275" y="99"/>
                    <a:pt x="1" y="307"/>
                    <a:pt x="37" y="496"/>
                  </a:cubicBezTo>
                  <a:cubicBezTo>
                    <a:pt x="64" y="632"/>
                    <a:pt x="265" y="719"/>
                    <a:pt x="523" y="719"/>
                  </a:cubicBezTo>
                  <a:cubicBezTo>
                    <a:pt x="606" y="719"/>
                    <a:pt x="696" y="709"/>
                    <a:pt x="788" y="690"/>
                  </a:cubicBezTo>
                  <a:cubicBezTo>
                    <a:pt x="1164" y="619"/>
                    <a:pt x="1438" y="409"/>
                    <a:pt x="1401" y="220"/>
                  </a:cubicBezTo>
                  <a:cubicBezTo>
                    <a:pt x="1375" y="83"/>
                    <a:pt x="1176" y="0"/>
                    <a:pt x="9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" name="Google Shape;209;p31"/>
          <p:cNvGrpSpPr/>
          <p:nvPr/>
        </p:nvGrpSpPr>
        <p:grpSpPr>
          <a:xfrm flipH="1">
            <a:off x="994149" y="4732816"/>
            <a:ext cx="294500" cy="204243"/>
            <a:chOff x="465800" y="3989200"/>
            <a:chExt cx="104950" cy="72775"/>
          </a:xfrm>
        </p:grpSpPr>
        <p:sp>
          <p:nvSpPr>
            <p:cNvPr id="210" name="Google Shape;210;p31"/>
            <p:cNvSpPr/>
            <p:nvPr/>
          </p:nvSpPr>
          <p:spPr>
            <a:xfrm>
              <a:off x="465800" y="3989200"/>
              <a:ext cx="104950" cy="72775"/>
            </a:xfrm>
            <a:custGeom>
              <a:avLst/>
              <a:gdLst/>
              <a:ahLst/>
              <a:cxnLst/>
              <a:rect l="l" t="t" r="r" b="b"/>
              <a:pathLst>
                <a:path w="4198" h="2911" extrusionOk="0">
                  <a:moveTo>
                    <a:pt x="1432" y="0"/>
                  </a:moveTo>
                  <a:cubicBezTo>
                    <a:pt x="924" y="0"/>
                    <a:pt x="504" y="185"/>
                    <a:pt x="320" y="542"/>
                  </a:cubicBezTo>
                  <a:cubicBezTo>
                    <a:pt x="1" y="1163"/>
                    <a:pt x="537" y="2080"/>
                    <a:pt x="1518" y="2586"/>
                  </a:cubicBezTo>
                  <a:cubicBezTo>
                    <a:pt x="1942" y="2804"/>
                    <a:pt x="2380" y="2910"/>
                    <a:pt x="2766" y="2910"/>
                  </a:cubicBezTo>
                  <a:cubicBezTo>
                    <a:pt x="3275" y="2910"/>
                    <a:pt x="3695" y="2726"/>
                    <a:pt x="3881" y="2369"/>
                  </a:cubicBezTo>
                  <a:cubicBezTo>
                    <a:pt x="4198" y="1747"/>
                    <a:pt x="3664" y="830"/>
                    <a:pt x="2681" y="326"/>
                  </a:cubicBezTo>
                  <a:cubicBezTo>
                    <a:pt x="2256" y="107"/>
                    <a:pt x="1819" y="0"/>
                    <a:pt x="1432" y="0"/>
                  </a:cubicBezTo>
                  <a:close/>
                </a:path>
              </a:pathLst>
            </a:custGeom>
            <a:solidFill>
              <a:srgbClr val="B8DE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31"/>
            <p:cNvSpPr/>
            <p:nvPr/>
          </p:nvSpPr>
          <p:spPr>
            <a:xfrm>
              <a:off x="499225" y="4000700"/>
              <a:ext cx="46450" cy="28925"/>
            </a:xfrm>
            <a:custGeom>
              <a:avLst/>
              <a:gdLst/>
              <a:ahLst/>
              <a:cxnLst/>
              <a:rect l="l" t="t" r="r" b="b"/>
              <a:pathLst>
                <a:path w="1858" h="1157" extrusionOk="0">
                  <a:moveTo>
                    <a:pt x="478" y="1"/>
                  </a:moveTo>
                  <a:cubicBezTo>
                    <a:pt x="305" y="1"/>
                    <a:pt x="171" y="53"/>
                    <a:pt x="117" y="160"/>
                  </a:cubicBezTo>
                  <a:cubicBezTo>
                    <a:pt x="0" y="377"/>
                    <a:pt x="274" y="746"/>
                    <a:pt x="730" y="977"/>
                  </a:cubicBezTo>
                  <a:cubicBezTo>
                    <a:pt x="961" y="1097"/>
                    <a:pt x="1195" y="1157"/>
                    <a:pt x="1382" y="1157"/>
                  </a:cubicBezTo>
                  <a:cubicBezTo>
                    <a:pt x="1557" y="1157"/>
                    <a:pt x="1693" y="1104"/>
                    <a:pt x="1748" y="999"/>
                  </a:cubicBezTo>
                  <a:cubicBezTo>
                    <a:pt x="1857" y="783"/>
                    <a:pt x="1583" y="413"/>
                    <a:pt x="1134" y="183"/>
                  </a:cubicBezTo>
                  <a:cubicBezTo>
                    <a:pt x="901" y="63"/>
                    <a:pt x="666" y="1"/>
                    <a:pt x="4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2" name="Google Shape;212;p31"/>
          <p:cNvGrpSpPr/>
          <p:nvPr/>
        </p:nvGrpSpPr>
        <p:grpSpPr>
          <a:xfrm flipH="1">
            <a:off x="2628124" y="4872734"/>
            <a:ext cx="190877" cy="119051"/>
            <a:chOff x="745525" y="4025025"/>
            <a:chExt cx="79675" cy="49700"/>
          </a:xfrm>
        </p:grpSpPr>
        <p:sp>
          <p:nvSpPr>
            <p:cNvPr id="213" name="Google Shape;213;p31"/>
            <p:cNvSpPr/>
            <p:nvPr/>
          </p:nvSpPr>
          <p:spPr>
            <a:xfrm>
              <a:off x="745525" y="4025025"/>
              <a:ext cx="79675" cy="49700"/>
            </a:xfrm>
            <a:custGeom>
              <a:avLst/>
              <a:gdLst/>
              <a:ahLst/>
              <a:cxnLst/>
              <a:rect l="l" t="t" r="r" b="b"/>
              <a:pathLst>
                <a:path w="3187" h="1988" extrusionOk="0">
                  <a:moveTo>
                    <a:pt x="1858" y="1"/>
                  </a:moveTo>
                  <a:cubicBezTo>
                    <a:pt x="1711" y="1"/>
                    <a:pt x="1558" y="16"/>
                    <a:pt x="1402" y="47"/>
                  </a:cubicBezTo>
                  <a:cubicBezTo>
                    <a:pt x="579" y="213"/>
                    <a:pt x="0" y="770"/>
                    <a:pt x="102" y="1290"/>
                  </a:cubicBezTo>
                  <a:cubicBezTo>
                    <a:pt x="184" y="1716"/>
                    <a:pt x="690" y="1987"/>
                    <a:pt x="1316" y="1987"/>
                  </a:cubicBezTo>
                  <a:cubicBezTo>
                    <a:pt x="1465" y="1987"/>
                    <a:pt x="1619" y="1972"/>
                    <a:pt x="1777" y="1940"/>
                  </a:cubicBezTo>
                  <a:cubicBezTo>
                    <a:pt x="2600" y="1781"/>
                    <a:pt x="3186" y="1224"/>
                    <a:pt x="3086" y="697"/>
                  </a:cubicBezTo>
                  <a:cubicBezTo>
                    <a:pt x="2997" y="275"/>
                    <a:pt x="2487" y="1"/>
                    <a:pt x="1858" y="1"/>
                  </a:cubicBez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31"/>
            <p:cNvSpPr/>
            <p:nvPr/>
          </p:nvSpPr>
          <p:spPr>
            <a:xfrm>
              <a:off x="765750" y="4037125"/>
              <a:ext cx="35950" cy="17975"/>
            </a:xfrm>
            <a:custGeom>
              <a:avLst/>
              <a:gdLst/>
              <a:ahLst/>
              <a:cxnLst/>
              <a:rect l="l" t="t" r="r" b="b"/>
              <a:pathLst>
                <a:path w="1438" h="719" extrusionOk="0">
                  <a:moveTo>
                    <a:pt x="915" y="0"/>
                  </a:moveTo>
                  <a:cubicBezTo>
                    <a:pt x="832" y="0"/>
                    <a:pt x="743" y="8"/>
                    <a:pt x="651" y="26"/>
                  </a:cubicBezTo>
                  <a:cubicBezTo>
                    <a:pt x="275" y="99"/>
                    <a:pt x="1" y="307"/>
                    <a:pt x="37" y="496"/>
                  </a:cubicBezTo>
                  <a:cubicBezTo>
                    <a:pt x="64" y="632"/>
                    <a:pt x="265" y="719"/>
                    <a:pt x="523" y="719"/>
                  </a:cubicBezTo>
                  <a:cubicBezTo>
                    <a:pt x="606" y="719"/>
                    <a:pt x="696" y="709"/>
                    <a:pt x="788" y="690"/>
                  </a:cubicBezTo>
                  <a:cubicBezTo>
                    <a:pt x="1164" y="619"/>
                    <a:pt x="1438" y="409"/>
                    <a:pt x="1401" y="220"/>
                  </a:cubicBezTo>
                  <a:cubicBezTo>
                    <a:pt x="1375" y="83"/>
                    <a:pt x="1176" y="0"/>
                    <a:pt x="9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5" name="Google Shape;215;p31"/>
          <p:cNvGrpSpPr/>
          <p:nvPr/>
        </p:nvGrpSpPr>
        <p:grpSpPr>
          <a:xfrm flipH="1">
            <a:off x="8597060" y="4330274"/>
            <a:ext cx="401203" cy="278219"/>
            <a:chOff x="465800" y="3989200"/>
            <a:chExt cx="104950" cy="72775"/>
          </a:xfrm>
        </p:grpSpPr>
        <p:sp>
          <p:nvSpPr>
            <p:cNvPr id="216" name="Google Shape;216;p31"/>
            <p:cNvSpPr/>
            <p:nvPr/>
          </p:nvSpPr>
          <p:spPr>
            <a:xfrm>
              <a:off x="465800" y="3989200"/>
              <a:ext cx="104950" cy="72775"/>
            </a:xfrm>
            <a:custGeom>
              <a:avLst/>
              <a:gdLst/>
              <a:ahLst/>
              <a:cxnLst/>
              <a:rect l="l" t="t" r="r" b="b"/>
              <a:pathLst>
                <a:path w="4198" h="2911" extrusionOk="0">
                  <a:moveTo>
                    <a:pt x="1432" y="0"/>
                  </a:moveTo>
                  <a:cubicBezTo>
                    <a:pt x="924" y="0"/>
                    <a:pt x="504" y="185"/>
                    <a:pt x="320" y="542"/>
                  </a:cubicBezTo>
                  <a:cubicBezTo>
                    <a:pt x="1" y="1163"/>
                    <a:pt x="537" y="2080"/>
                    <a:pt x="1518" y="2586"/>
                  </a:cubicBezTo>
                  <a:cubicBezTo>
                    <a:pt x="1942" y="2804"/>
                    <a:pt x="2380" y="2910"/>
                    <a:pt x="2766" y="2910"/>
                  </a:cubicBezTo>
                  <a:cubicBezTo>
                    <a:pt x="3275" y="2910"/>
                    <a:pt x="3695" y="2726"/>
                    <a:pt x="3881" y="2369"/>
                  </a:cubicBezTo>
                  <a:cubicBezTo>
                    <a:pt x="4198" y="1747"/>
                    <a:pt x="3664" y="830"/>
                    <a:pt x="2681" y="326"/>
                  </a:cubicBezTo>
                  <a:cubicBezTo>
                    <a:pt x="2256" y="107"/>
                    <a:pt x="1819" y="0"/>
                    <a:pt x="1432" y="0"/>
                  </a:cubicBezTo>
                  <a:close/>
                </a:path>
              </a:pathLst>
            </a:custGeom>
            <a:solidFill>
              <a:srgbClr val="B8DE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31"/>
            <p:cNvSpPr/>
            <p:nvPr/>
          </p:nvSpPr>
          <p:spPr>
            <a:xfrm>
              <a:off x="499225" y="4000700"/>
              <a:ext cx="46450" cy="28925"/>
            </a:xfrm>
            <a:custGeom>
              <a:avLst/>
              <a:gdLst/>
              <a:ahLst/>
              <a:cxnLst/>
              <a:rect l="l" t="t" r="r" b="b"/>
              <a:pathLst>
                <a:path w="1858" h="1157" extrusionOk="0">
                  <a:moveTo>
                    <a:pt x="478" y="1"/>
                  </a:moveTo>
                  <a:cubicBezTo>
                    <a:pt x="305" y="1"/>
                    <a:pt x="171" y="53"/>
                    <a:pt x="117" y="160"/>
                  </a:cubicBezTo>
                  <a:cubicBezTo>
                    <a:pt x="0" y="377"/>
                    <a:pt x="274" y="746"/>
                    <a:pt x="730" y="977"/>
                  </a:cubicBezTo>
                  <a:cubicBezTo>
                    <a:pt x="961" y="1097"/>
                    <a:pt x="1195" y="1157"/>
                    <a:pt x="1382" y="1157"/>
                  </a:cubicBezTo>
                  <a:cubicBezTo>
                    <a:pt x="1557" y="1157"/>
                    <a:pt x="1693" y="1104"/>
                    <a:pt x="1748" y="999"/>
                  </a:cubicBezTo>
                  <a:cubicBezTo>
                    <a:pt x="1857" y="783"/>
                    <a:pt x="1583" y="413"/>
                    <a:pt x="1134" y="183"/>
                  </a:cubicBezTo>
                  <a:cubicBezTo>
                    <a:pt x="901" y="63"/>
                    <a:pt x="666" y="1"/>
                    <a:pt x="4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8" name="Google Shape;218;p31"/>
          <p:cNvSpPr txBox="1">
            <a:spLocks noGrp="1"/>
          </p:cNvSpPr>
          <p:nvPr>
            <p:ph type="title"/>
          </p:nvPr>
        </p:nvSpPr>
        <p:spPr>
          <a:xfrm>
            <a:off x="720000" y="4036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31"/>
          <p:cNvSpPr txBox="1">
            <a:spLocks noGrp="1"/>
          </p:cNvSpPr>
          <p:nvPr>
            <p:ph type="body" idx="1"/>
          </p:nvPr>
        </p:nvSpPr>
        <p:spPr>
          <a:xfrm>
            <a:off x="720000" y="1456125"/>
            <a:ext cx="4296000" cy="23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0" name="Google Shape;220;p31"/>
          <p:cNvSpPr/>
          <p:nvPr/>
        </p:nvSpPr>
        <p:spPr>
          <a:xfrm flipH="1">
            <a:off x="4691900" y="4500425"/>
            <a:ext cx="2619504" cy="740243"/>
          </a:xfrm>
          <a:custGeom>
            <a:avLst/>
            <a:gdLst/>
            <a:ahLst/>
            <a:cxnLst/>
            <a:rect l="l" t="t" r="r" b="b"/>
            <a:pathLst>
              <a:path w="24134" h="6820" extrusionOk="0">
                <a:moveTo>
                  <a:pt x="21188" y="0"/>
                </a:moveTo>
                <a:cubicBezTo>
                  <a:pt x="17796" y="0"/>
                  <a:pt x="16982" y="2940"/>
                  <a:pt x="16982" y="2940"/>
                </a:cubicBezTo>
                <a:cubicBezTo>
                  <a:pt x="16384" y="2252"/>
                  <a:pt x="15632" y="1828"/>
                  <a:pt x="14862" y="1828"/>
                </a:cubicBezTo>
                <a:cubicBezTo>
                  <a:pt x="14136" y="1828"/>
                  <a:pt x="13394" y="2205"/>
                  <a:pt x="12749" y="3092"/>
                </a:cubicBezTo>
                <a:cubicBezTo>
                  <a:pt x="12103" y="2449"/>
                  <a:pt x="11299" y="2084"/>
                  <a:pt x="10511" y="2084"/>
                </a:cubicBezTo>
                <a:cubicBezTo>
                  <a:pt x="9653" y="2084"/>
                  <a:pt x="8813" y="2517"/>
                  <a:pt x="8214" y="3496"/>
                </a:cubicBezTo>
                <a:cubicBezTo>
                  <a:pt x="7654" y="2860"/>
                  <a:pt x="6945" y="2544"/>
                  <a:pt x="6280" y="2544"/>
                </a:cubicBezTo>
                <a:cubicBezTo>
                  <a:pt x="5419" y="2544"/>
                  <a:pt x="4634" y="3075"/>
                  <a:pt x="4348" y="4132"/>
                </a:cubicBezTo>
                <a:cubicBezTo>
                  <a:pt x="3984" y="3977"/>
                  <a:pt x="3619" y="3908"/>
                  <a:pt x="3265" y="3908"/>
                </a:cubicBezTo>
                <a:cubicBezTo>
                  <a:pt x="1536" y="3908"/>
                  <a:pt x="43" y="5542"/>
                  <a:pt x="1" y="6819"/>
                </a:cubicBezTo>
                <a:lnTo>
                  <a:pt x="24133" y="6320"/>
                </a:lnTo>
                <a:lnTo>
                  <a:pt x="24090" y="585"/>
                </a:lnTo>
                <a:cubicBezTo>
                  <a:pt x="22959" y="168"/>
                  <a:pt x="22000" y="0"/>
                  <a:pt x="2118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/>
          <p:nvPr/>
        </p:nvSpPr>
        <p:spPr>
          <a:xfrm>
            <a:off x="-57500" y="4097900"/>
            <a:ext cx="9259000" cy="1112470"/>
          </a:xfrm>
          <a:custGeom>
            <a:avLst/>
            <a:gdLst/>
            <a:ahLst/>
            <a:cxnLst/>
            <a:rect l="l" t="t" r="r" b="b"/>
            <a:pathLst>
              <a:path w="57554" h="20117" extrusionOk="0">
                <a:moveTo>
                  <a:pt x="1" y="0"/>
                </a:moveTo>
                <a:lnTo>
                  <a:pt x="1" y="20116"/>
                </a:lnTo>
                <a:lnTo>
                  <a:pt x="57554" y="20116"/>
                </a:lnTo>
                <a:lnTo>
                  <a:pt x="57554" y="0"/>
                </a:lnTo>
                <a:cubicBezTo>
                  <a:pt x="53249" y="6588"/>
                  <a:pt x="41989" y="11289"/>
                  <a:pt x="28777" y="11289"/>
                </a:cubicBezTo>
                <a:cubicBezTo>
                  <a:pt x="15566" y="11289"/>
                  <a:pt x="4307" y="6588"/>
                  <a:pt x="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2"/>
          <p:cNvSpPr/>
          <p:nvPr/>
        </p:nvSpPr>
        <p:spPr>
          <a:xfrm flipH="1">
            <a:off x="-42752" y="4439074"/>
            <a:ext cx="4100427" cy="989855"/>
          </a:xfrm>
          <a:custGeom>
            <a:avLst/>
            <a:gdLst/>
            <a:ahLst/>
            <a:cxnLst/>
            <a:rect l="l" t="t" r="r" b="b"/>
            <a:pathLst>
              <a:path w="24134" h="6820" extrusionOk="0">
                <a:moveTo>
                  <a:pt x="21188" y="0"/>
                </a:moveTo>
                <a:cubicBezTo>
                  <a:pt x="17796" y="0"/>
                  <a:pt x="16982" y="2940"/>
                  <a:pt x="16982" y="2940"/>
                </a:cubicBezTo>
                <a:cubicBezTo>
                  <a:pt x="16384" y="2252"/>
                  <a:pt x="15632" y="1828"/>
                  <a:pt x="14862" y="1828"/>
                </a:cubicBezTo>
                <a:cubicBezTo>
                  <a:pt x="14136" y="1828"/>
                  <a:pt x="13394" y="2205"/>
                  <a:pt x="12749" y="3092"/>
                </a:cubicBezTo>
                <a:cubicBezTo>
                  <a:pt x="12103" y="2449"/>
                  <a:pt x="11299" y="2084"/>
                  <a:pt x="10511" y="2084"/>
                </a:cubicBezTo>
                <a:cubicBezTo>
                  <a:pt x="9653" y="2084"/>
                  <a:pt x="8813" y="2517"/>
                  <a:pt x="8214" y="3496"/>
                </a:cubicBezTo>
                <a:cubicBezTo>
                  <a:pt x="7654" y="2860"/>
                  <a:pt x="6945" y="2544"/>
                  <a:pt x="6280" y="2544"/>
                </a:cubicBezTo>
                <a:cubicBezTo>
                  <a:pt x="5419" y="2544"/>
                  <a:pt x="4634" y="3075"/>
                  <a:pt x="4348" y="4132"/>
                </a:cubicBezTo>
                <a:cubicBezTo>
                  <a:pt x="3984" y="3977"/>
                  <a:pt x="3619" y="3908"/>
                  <a:pt x="3265" y="3908"/>
                </a:cubicBezTo>
                <a:cubicBezTo>
                  <a:pt x="1536" y="3908"/>
                  <a:pt x="43" y="5542"/>
                  <a:pt x="1" y="6819"/>
                </a:cubicBezTo>
                <a:lnTo>
                  <a:pt x="24133" y="6320"/>
                </a:lnTo>
                <a:lnTo>
                  <a:pt x="24090" y="585"/>
                </a:lnTo>
                <a:cubicBezTo>
                  <a:pt x="22959" y="168"/>
                  <a:pt x="22000" y="0"/>
                  <a:pt x="2118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2"/>
          <p:cNvSpPr/>
          <p:nvPr/>
        </p:nvSpPr>
        <p:spPr>
          <a:xfrm>
            <a:off x="3813599" y="4522925"/>
            <a:ext cx="5586789" cy="1112439"/>
          </a:xfrm>
          <a:custGeom>
            <a:avLst/>
            <a:gdLst/>
            <a:ahLst/>
            <a:cxnLst/>
            <a:rect l="l" t="t" r="r" b="b"/>
            <a:pathLst>
              <a:path w="45996" h="9492" extrusionOk="0">
                <a:moveTo>
                  <a:pt x="34548" y="0"/>
                </a:moveTo>
                <a:cubicBezTo>
                  <a:pt x="33978" y="0"/>
                  <a:pt x="33404" y="262"/>
                  <a:pt x="32973" y="817"/>
                </a:cubicBezTo>
                <a:cubicBezTo>
                  <a:pt x="32624" y="515"/>
                  <a:pt x="32212" y="371"/>
                  <a:pt x="31798" y="371"/>
                </a:cubicBezTo>
                <a:cubicBezTo>
                  <a:pt x="30837" y="371"/>
                  <a:pt x="29865" y="1150"/>
                  <a:pt x="29643" y="2528"/>
                </a:cubicBezTo>
                <a:cubicBezTo>
                  <a:pt x="29082" y="1980"/>
                  <a:pt x="28493" y="1709"/>
                  <a:pt x="27964" y="1709"/>
                </a:cubicBezTo>
                <a:cubicBezTo>
                  <a:pt x="27205" y="1709"/>
                  <a:pt x="26569" y="2266"/>
                  <a:pt x="26313" y="3360"/>
                </a:cubicBezTo>
                <a:lnTo>
                  <a:pt x="23070" y="3714"/>
                </a:lnTo>
                <a:cubicBezTo>
                  <a:pt x="22576" y="2273"/>
                  <a:pt x="21469" y="1611"/>
                  <a:pt x="20300" y="1611"/>
                </a:cubicBezTo>
                <a:cubicBezTo>
                  <a:pt x="19693" y="1611"/>
                  <a:pt x="19069" y="1790"/>
                  <a:pt x="18505" y="2131"/>
                </a:cubicBezTo>
                <a:cubicBezTo>
                  <a:pt x="18216" y="1952"/>
                  <a:pt x="17889" y="1845"/>
                  <a:pt x="17573" y="1845"/>
                </a:cubicBezTo>
                <a:cubicBezTo>
                  <a:pt x="17085" y="1845"/>
                  <a:pt x="16622" y="2101"/>
                  <a:pt x="16359" y="2745"/>
                </a:cubicBezTo>
                <a:cubicBezTo>
                  <a:pt x="15960" y="1516"/>
                  <a:pt x="15153" y="962"/>
                  <a:pt x="14283" y="962"/>
                </a:cubicBezTo>
                <a:cubicBezTo>
                  <a:pt x="13661" y="962"/>
                  <a:pt x="13006" y="1246"/>
                  <a:pt x="12445" y="1770"/>
                </a:cubicBezTo>
                <a:cubicBezTo>
                  <a:pt x="12043" y="1223"/>
                  <a:pt x="11524" y="987"/>
                  <a:pt x="11026" y="987"/>
                </a:cubicBezTo>
                <a:cubicBezTo>
                  <a:pt x="10155" y="987"/>
                  <a:pt x="9346" y="1707"/>
                  <a:pt x="9332" y="2745"/>
                </a:cubicBezTo>
                <a:cubicBezTo>
                  <a:pt x="8882" y="2695"/>
                  <a:pt x="8455" y="2671"/>
                  <a:pt x="8049" y="2671"/>
                </a:cubicBezTo>
                <a:cubicBezTo>
                  <a:pt x="2212" y="2671"/>
                  <a:pt x="695" y="7534"/>
                  <a:pt x="0" y="9492"/>
                </a:cubicBezTo>
                <a:lnTo>
                  <a:pt x="44978" y="9145"/>
                </a:lnTo>
                <a:cubicBezTo>
                  <a:pt x="45996" y="6833"/>
                  <a:pt x="44275" y="5627"/>
                  <a:pt x="42653" y="5627"/>
                </a:cubicBezTo>
                <a:cubicBezTo>
                  <a:pt x="42020" y="5627"/>
                  <a:pt x="41402" y="5811"/>
                  <a:pt x="40968" y="6184"/>
                </a:cubicBezTo>
                <a:cubicBezTo>
                  <a:pt x="41288" y="5080"/>
                  <a:pt x="40781" y="4355"/>
                  <a:pt x="40132" y="4355"/>
                </a:cubicBezTo>
                <a:cubicBezTo>
                  <a:pt x="39867" y="4355"/>
                  <a:pt x="39580" y="4475"/>
                  <a:pt x="39315" y="4738"/>
                </a:cubicBezTo>
                <a:cubicBezTo>
                  <a:pt x="39501" y="3267"/>
                  <a:pt x="38702" y="2373"/>
                  <a:pt x="37592" y="2373"/>
                </a:cubicBezTo>
                <a:cubicBezTo>
                  <a:pt x="37328" y="2373"/>
                  <a:pt x="37047" y="2423"/>
                  <a:pt x="36758" y="2528"/>
                </a:cubicBezTo>
                <a:cubicBezTo>
                  <a:pt x="36664" y="911"/>
                  <a:pt x="35612" y="0"/>
                  <a:pt x="345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2"/>
          <p:cNvSpPr/>
          <p:nvPr/>
        </p:nvSpPr>
        <p:spPr>
          <a:xfrm>
            <a:off x="2758375" y="4608500"/>
            <a:ext cx="2464664" cy="692900"/>
          </a:xfrm>
          <a:custGeom>
            <a:avLst/>
            <a:gdLst/>
            <a:ahLst/>
            <a:cxnLst/>
            <a:rect l="l" t="t" r="r" b="b"/>
            <a:pathLst>
              <a:path w="20926" h="5883" extrusionOk="0">
                <a:moveTo>
                  <a:pt x="12500" y="1"/>
                </a:moveTo>
                <a:cubicBezTo>
                  <a:pt x="11426" y="1"/>
                  <a:pt x="10383" y="736"/>
                  <a:pt x="9933" y="1678"/>
                </a:cubicBezTo>
                <a:cubicBezTo>
                  <a:pt x="9145" y="774"/>
                  <a:pt x="8378" y="274"/>
                  <a:pt x="7633" y="274"/>
                </a:cubicBezTo>
                <a:cubicBezTo>
                  <a:pt x="6813" y="274"/>
                  <a:pt x="6020" y="881"/>
                  <a:pt x="5260" y="2221"/>
                </a:cubicBezTo>
                <a:cubicBezTo>
                  <a:pt x="2557" y="2438"/>
                  <a:pt x="702" y="3557"/>
                  <a:pt x="0" y="5882"/>
                </a:cubicBezTo>
                <a:lnTo>
                  <a:pt x="20926" y="5882"/>
                </a:lnTo>
                <a:cubicBezTo>
                  <a:pt x="20571" y="3007"/>
                  <a:pt x="19351" y="1728"/>
                  <a:pt x="17438" y="1728"/>
                </a:cubicBezTo>
                <a:cubicBezTo>
                  <a:pt x="16741" y="1728"/>
                  <a:pt x="15953" y="1897"/>
                  <a:pt x="15082" y="2221"/>
                </a:cubicBezTo>
                <a:cubicBezTo>
                  <a:pt x="14477" y="608"/>
                  <a:pt x="13475" y="1"/>
                  <a:pt x="1250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2"/>
          <p:cNvSpPr/>
          <p:nvPr/>
        </p:nvSpPr>
        <p:spPr>
          <a:xfrm flipH="1">
            <a:off x="8315530" y="835698"/>
            <a:ext cx="1789297" cy="402456"/>
          </a:xfrm>
          <a:custGeom>
            <a:avLst/>
            <a:gdLst/>
            <a:ahLst/>
            <a:cxnLst/>
            <a:rect l="l" t="t" r="r" b="b"/>
            <a:pathLst>
              <a:path w="28258" h="5545" extrusionOk="0">
                <a:moveTo>
                  <a:pt x="10378" y="0"/>
                </a:moveTo>
                <a:cubicBezTo>
                  <a:pt x="8312" y="0"/>
                  <a:pt x="6398" y="1151"/>
                  <a:pt x="5310" y="3326"/>
                </a:cubicBezTo>
                <a:cubicBezTo>
                  <a:pt x="4474" y="2885"/>
                  <a:pt x="3683" y="2665"/>
                  <a:pt x="2977" y="2665"/>
                </a:cubicBezTo>
                <a:cubicBezTo>
                  <a:pt x="1507" y="2665"/>
                  <a:pt x="401" y="3622"/>
                  <a:pt x="1" y="5545"/>
                </a:cubicBezTo>
                <a:lnTo>
                  <a:pt x="28257" y="5545"/>
                </a:lnTo>
                <a:cubicBezTo>
                  <a:pt x="26931" y="3847"/>
                  <a:pt x="25535" y="3011"/>
                  <a:pt x="24074" y="3011"/>
                </a:cubicBezTo>
                <a:cubicBezTo>
                  <a:pt x="23363" y="3011"/>
                  <a:pt x="22637" y="3209"/>
                  <a:pt x="21895" y="3601"/>
                </a:cubicBezTo>
                <a:cubicBezTo>
                  <a:pt x="20794" y="1817"/>
                  <a:pt x="19594" y="928"/>
                  <a:pt x="18291" y="928"/>
                </a:cubicBezTo>
                <a:cubicBezTo>
                  <a:pt x="17352" y="928"/>
                  <a:pt x="16360" y="1389"/>
                  <a:pt x="15315" y="2308"/>
                </a:cubicBezTo>
                <a:cubicBezTo>
                  <a:pt x="13806" y="748"/>
                  <a:pt x="12042" y="0"/>
                  <a:pt x="10378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2"/>
          <p:cNvSpPr/>
          <p:nvPr/>
        </p:nvSpPr>
        <p:spPr>
          <a:xfrm flipH="1">
            <a:off x="591155" y="-75202"/>
            <a:ext cx="1789297" cy="402456"/>
          </a:xfrm>
          <a:custGeom>
            <a:avLst/>
            <a:gdLst/>
            <a:ahLst/>
            <a:cxnLst/>
            <a:rect l="l" t="t" r="r" b="b"/>
            <a:pathLst>
              <a:path w="28258" h="5545" extrusionOk="0">
                <a:moveTo>
                  <a:pt x="10378" y="0"/>
                </a:moveTo>
                <a:cubicBezTo>
                  <a:pt x="8312" y="0"/>
                  <a:pt x="6398" y="1151"/>
                  <a:pt x="5310" y="3326"/>
                </a:cubicBezTo>
                <a:cubicBezTo>
                  <a:pt x="4474" y="2885"/>
                  <a:pt x="3683" y="2665"/>
                  <a:pt x="2977" y="2665"/>
                </a:cubicBezTo>
                <a:cubicBezTo>
                  <a:pt x="1507" y="2665"/>
                  <a:pt x="401" y="3622"/>
                  <a:pt x="1" y="5545"/>
                </a:cubicBezTo>
                <a:lnTo>
                  <a:pt x="28257" y="5545"/>
                </a:lnTo>
                <a:cubicBezTo>
                  <a:pt x="26931" y="3847"/>
                  <a:pt x="25535" y="3011"/>
                  <a:pt x="24074" y="3011"/>
                </a:cubicBezTo>
                <a:cubicBezTo>
                  <a:pt x="23363" y="3011"/>
                  <a:pt x="22637" y="3209"/>
                  <a:pt x="21895" y="3601"/>
                </a:cubicBezTo>
                <a:cubicBezTo>
                  <a:pt x="20794" y="1817"/>
                  <a:pt x="19594" y="928"/>
                  <a:pt x="18291" y="928"/>
                </a:cubicBezTo>
                <a:cubicBezTo>
                  <a:pt x="17352" y="928"/>
                  <a:pt x="16360" y="1389"/>
                  <a:pt x="15315" y="2308"/>
                </a:cubicBezTo>
                <a:cubicBezTo>
                  <a:pt x="13806" y="748"/>
                  <a:pt x="12042" y="0"/>
                  <a:pt x="10378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8" name="Google Shape;228;p32"/>
          <p:cNvGrpSpPr/>
          <p:nvPr/>
        </p:nvGrpSpPr>
        <p:grpSpPr>
          <a:xfrm>
            <a:off x="239294" y="4669111"/>
            <a:ext cx="330354" cy="241448"/>
            <a:chOff x="2300825" y="4105475"/>
            <a:chExt cx="103475" cy="75625"/>
          </a:xfrm>
        </p:grpSpPr>
        <p:sp>
          <p:nvSpPr>
            <p:cNvPr id="229" name="Google Shape;229;p32"/>
            <p:cNvSpPr/>
            <p:nvPr/>
          </p:nvSpPr>
          <p:spPr>
            <a:xfrm>
              <a:off x="2300825" y="4105475"/>
              <a:ext cx="103475" cy="75625"/>
            </a:xfrm>
            <a:custGeom>
              <a:avLst/>
              <a:gdLst/>
              <a:ahLst/>
              <a:cxnLst/>
              <a:rect l="l" t="t" r="r" b="b"/>
              <a:pathLst>
                <a:path w="4139" h="3025" extrusionOk="0">
                  <a:moveTo>
                    <a:pt x="2777" y="0"/>
                  </a:moveTo>
                  <a:cubicBezTo>
                    <a:pt x="2352" y="0"/>
                    <a:pt x="1858" y="145"/>
                    <a:pt x="1394" y="433"/>
                  </a:cubicBezTo>
                  <a:cubicBezTo>
                    <a:pt x="455" y="1019"/>
                    <a:pt x="1" y="1972"/>
                    <a:pt x="368" y="2572"/>
                  </a:cubicBezTo>
                  <a:cubicBezTo>
                    <a:pt x="559" y="2872"/>
                    <a:pt x="925" y="3024"/>
                    <a:pt x="1362" y="3024"/>
                  </a:cubicBezTo>
                  <a:cubicBezTo>
                    <a:pt x="1785" y="3024"/>
                    <a:pt x="2275" y="2881"/>
                    <a:pt x="2738" y="2593"/>
                  </a:cubicBezTo>
                  <a:cubicBezTo>
                    <a:pt x="3677" y="2009"/>
                    <a:pt x="4139" y="1048"/>
                    <a:pt x="3764" y="456"/>
                  </a:cubicBezTo>
                  <a:cubicBezTo>
                    <a:pt x="3577" y="152"/>
                    <a:pt x="3213" y="0"/>
                    <a:pt x="27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32"/>
            <p:cNvSpPr/>
            <p:nvPr/>
          </p:nvSpPr>
          <p:spPr>
            <a:xfrm>
              <a:off x="2323025" y="4118950"/>
              <a:ext cx="45350" cy="30775"/>
            </a:xfrm>
            <a:custGeom>
              <a:avLst/>
              <a:gdLst/>
              <a:ahLst/>
              <a:cxnLst/>
              <a:rect l="l" t="t" r="r" b="b"/>
              <a:pathLst>
                <a:path w="1814" h="1231" extrusionOk="0">
                  <a:moveTo>
                    <a:pt x="1369" y="1"/>
                  </a:moveTo>
                  <a:cubicBezTo>
                    <a:pt x="1172" y="1"/>
                    <a:pt x="918" y="80"/>
                    <a:pt x="673" y="234"/>
                  </a:cubicBezTo>
                  <a:cubicBezTo>
                    <a:pt x="239" y="509"/>
                    <a:pt x="0" y="891"/>
                    <a:pt x="130" y="1101"/>
                  </a:cubicBezTo>
                  <a:cubicBezTo>
                    <a:pt x="185" y="1188"/>
                    <a:pt x="296" y="1230"/>
                    <a:pt x="438" y="1230"/>
                  </a:cubicBezTo>
                  <a:cubicBezTo>
                    <a:pt x="636" y="1230"/>
                    <a:pt x="894" y="1148"/>
                    <a:pt x="1143" y="993"/>
                  </a:cubicBezTo>
                  <a:cubicBezTo>
                    <a:pt x="1576" y="726"/>
                    <a:pt x="1813" y="343"/>
                    <a:pt x="1683" y="133"/>
                  </a:cubicBezTo>
                  <a:cubicBezTo>
                    <a:pt x="1628" y="44"/>
                    <a:pt x="1514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1" name="Google Shape;231;p32"/>
          <p:cNvGrpSpPr/>
          <p:nvPr/>
        </p:nvGrpSpPr>
        <p:grpSpPr>
          <a:xfrm>
            <a:off x="715088" y="4910545"/>
            <a:ext cx="211059" cy="134662"/>
            <a:chOff x="2097475" y="4160575"/>
            <a:chExt cx="80600" cy="51425"/>
          </a:xfrm>
        </p:grpSpPr>
        <p:sp>
          <p:nvSpPr>
            <p:cNvPr id="232" name="Google Shape;232;p32"/>
            <p:cNvSpPr/>
            <p:nvPr/>
          </p:nvSpPr>
          <p:spPr>
            <a:xfrm>
              <a:off x="2097475" y="4160575"/>
              <a:ext cx="80600" cy="51425"/>
            </a:xfrm>
            <a:custGeom>
              <a:avLst/>
              <a:gdLst/>
              <a:ahLst/>
              <a:cxnLst/>
              <a:rect l="l" t="t" r="r" b="b"/>
              <a:pathLst>
                <a:path w="3224" h="2057" extrusionOk="0">
                  <a:moveTo>
                    <a:pt x="1229" y="1"/>
                  </a:moveTo>
                  <a:cubicBezTo>
                    <a:pt x="703" y="1"/>
                    <a:pt x="274" y="212"/>
                    <a:pt x="160" y="578"/>
                  </a:cubicBezTo>
                  <a:cubicBezTo>
                    <a:pt x="1" y="1082"/>
                    <a:pt x="521" y="1696"/>
                    <a:pt x="1324" y="1949"/>
                  </a:cubicBezTo>
                  <a:cubicBezTo>
                    <a:pt x="1555" y="2022"/>
                    <a:pt x="1784" y="2057"/>
                    <a:pt x="1997" y="2057"/>
                  </a:cubicBezTo>
                  <a:cubicBezTo>
                    <a:pt x="2523" y="2057"/>
                    <a:pt x="2951" y="1847"/>
                    <a:pt x="3064" y="1488"/>
                  </a:cubicBezTo>
                  <a:cubicBezTo>
                    <a:pt x="3224" y="975"/>
                    <a:pt x="2704" y="361"/>
                    <a:pt x="1901" y="108"/>
                  </a:cubicBezTo>
                  <a:cubicBezTo>
                    <a:pt x="1671" y="35"/>
                    <a:pt x="1442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32"/>
            <p:cNvSpPr/>
            <p:nvPr/>
          </p:nvSpPr>
          <p:spPr>
            <a:xfrm>
              <a:off x="2120250" y="4172550"/>
              <a:ext cx="35950" cy="19325"/>
            </a:xfrm>
            <a:custGeom>
              <a:avLst/>
              <a:gdLst/>
              <a:ahLst/>
              <a:cxnLst/>
              <a:rect l="l" t="t" r="r" b="b"/>
              <a:pathLst>
                <a:path w="1438" h="773" extrusionOk="0">
                  <a:moveTo>
                    <a:pt x="444" y="0"/>
                  </a:moveTo>
                  <a:cubicBezTo>
                    <a:pt x="242" y="0"/>
                    <a:pt x="88" y="62"/>
                    <a:pt x="50" y="177"/>
                  </a:cubicBezTo>
                  <a:cubicBezTo>
                    <a:pt x="0" y="359"/>
                    <a:pt x="253" y="596"/>
                    <a:pt x="614" y="713"/>
                  </a:cubicBezTo>
                  <a:cubicBezTo>
                    <a:pt x="744" y="753"/>
                    <a:pt x="872" y="772"/>
                    <a:pt x="985" y="772"/>
                  </a:cubicBezTo>
                  <a:cubicBezTo>
                    <a:pt x="1192" y="772"/>
                    <a:pt x="1350" y="709"/>
                    <a:pt x="1387" y="596"/>
                  </a:cubicBezTo>
                  <a:cubicBezTo>
                    <a:pt x="1437" y="416"/>
                    <a:pt x="1186" y="177"/>
                    <a:pt x="823" y="63"/>
                  </a:cubicBezTo>
                  <a:cubicBezTo>
                    <a:pt x="690" y="20"/>
                    <a:pt x="559" y="0"/>
                    <a:pt x="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4" name="Google Shape;234;p32"/>
          <p:cNvGrpSpPr/>
          <p:nvPr/>
        </p:nvGrpSpPr>
        <p:grpSpPr>
          <a:xfrm>
            <a:off x="2130013" y="4898395"/>
            <a:ext cx="211059" cy="134662"/>
            <a:chOff x="2097475" y="4160575"/>
            <a:chExt cx="80600" cy="51425"/>
          </a:xfrm>
        </p:grpSpPr>
        <p:sp>
          <p:nvSpPr>
            <p:cNvPr id="235" name="Google Shape;235;p32"/>
            <p:cNvSpPr/>
            <p:nvPr/>
          </p:nvSpPr>
          <p:spPr>
            <a:xfrm>
              <a:off x="2097475" y="4160575"/>
              <a:ext cx="80600" cy="51425"/>
            </a:xfrm>
            <a:custGeom>
              <a:avLst/>
              <a:gdLst/>
              <a:ahLst/>
              <a:cxnLst/>
              <a:rect l="l" t="t" r="r" b="b"/>
              <a:pathLst>
                <a:path w="3224" h="2057" extrusionOk="0">
                  <a:moveTo>
                    <a:pt x="1229" y="1"/>
                  </a:moveTo>
                  <a:cubicBezTo>
                    <a:pt x="703" y="1"/>
                    <a:pt x="274" y="212"/>
                    <a:pt x="160" y="578"/>
                  </a:cubicBezTo>
                  <a:cubicBezTo>
                    <a:pt x="1" y="1082"/>
                    <a:pt x="521" y="1696"/>
                    <a:pt x="1324" y="1949"/>
                  </a:cubicBezTo>
                  <a:cubicBezTo>
                    <a:pt x="1555" y="2022"/>
                    <a:pt x="1784" y="2057"/>
                    <a:pt x="1997" y="2057"/>
                  </a:cubicBezTo>
                  <a:cubicBezTo>
                    <a:pt x="2523" y="2057"/>
                    <a:pt x="2951" y="1847"/>
                    <a:pt x="3064" y="1488"/>
                  </a:cubicBezTo>
                  <a:cubicBezTo>
                    <a:pt x="3224" y="975"/>
                    <a:pt x="2704" y="361"/>
                    <a:pt x="1901" y="108"/>
                  </a:cubicBezTo>
                  <a:cubicBezTo>
                    <a:pt x="1671" y="35"/>
                    <a:pt x="1442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32"/>
            <p:cNvSpPr/>
            <p:nvPr/>
          </p:nvSpPr>
          <p:spPr>
            <a:xfrm>
              <a:off x="2120250" y="4172550"/>
              <a:ext cx="35950" cy="19325"/>
            </a:xfrm>
            <a:custGeom>
              <a:avLst/>
              <a:gdLst/>
              <a:ahLst/>
              <a:cxnLst/>
              <a:rect l="l" t="t" r="r" b="b"/>
              <a:pathLst>
                <a:path w="1438" h="773" extrusionOk="0">
                  <a:moveTo>
                    <a:pt x="444" y="0"/>
                  </a:moveTo>
                  <a:cubicBezTo>
                    <a:pt x="242" y="0"/>
                    <a:pt x="88" y="62"/>
                    <a:pt x="50" y="177"/>
                  </a:cubicBezTo>
                  <a:cubicBezTo>
                    <a:pt x="0" y="359"/>
                    <a:pt x="253" y="596"/>
                    <a:pt x="614" y="713"/>
                  </a:cubicBezTo>
                  <a:cubicBezTo>
                    <a:pt x="744" y="753"/>
                    <a:pt x="872" y="772"/>
                    <a:pt x="985" y="772"/>
                  </a:cubicBezTo>
                  <a:cubicBezTo>
                    <a:pt x="1192" y="772"/>
                    <a:pt x="1350" y="709"/>
                    <a:pt x="1387" y="596"/>
                  </a:cubicBezTo>
                  <a:cubicBezTo>
                    <a:pt x="1437" y="416"/>
                    <a:pt x="1186" y="177"/>
                    <a:pt x="823" y="63"/>
                  </a:cubicBezTo>
                  <a:cubicBezTo>
                    <a:pt x="690" y="20"/>
                    <a:pt x="559" y="0"/>
                    <a:pt x="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7" name="Google Shape;237;p32"/>
          <p:cNvGrpSpPr/>
          <p:nvPr/>
        </p:nvGrpSpPr>
        <p:grpSpPr>
          <a:xfrm>
            <a:off x="3148012" y="4978597"/>
            <a:ext cx="275171" cy="201125"/>
            <a:chOff x="2300825" y="4105475"/>
            <a:chExt cx="103475" cy="75625"/>
          </a:xfrm>
        </p:grpSpPr>
        <p:sp>
          <p:nvSpPr>
            <p:cNvPr id="238" name="Google Shape;238;p32"/>
            <p:cNvSpPr/>
            <p:nvPr/>
          </p:nvSpPr>
          <p:spPr>
            <a:xfrm>
              <a:off x="2300825" y="4105475"/>
              <a:ext cx="103475" cy="75625"/>
            </a:xfrm>
            <a:custGeom>
              <a:avLst/>
              <a:gdLst/>
              <a:ahLst/>
              <a:cxnLst/>
              <a:rect l="l" t="t" r="r" b="b"/>
              <a:pathLst>
                <a:path w="4139" h="3025" extrusionOk="0">
                  <a:moveTo>
                    <a:pt x="2777" y="0"/>
                  </a:moveTo>
                  <a:cubicBezTo>
                    <a:pt x="2352" y="0"/>
                    <a:pt x="1858" y="145"/>
                    <a:pt x="1394" y="433"/>
                  </a:cubicBezTo>
                  <a:cubicBezTo>
                    <a:pt x="455" y="1019"/>
                    <a:pt x="1" y="1972"/>
                    <a:pt x="368" y="2572"/>
                  </a:cubicBezTo>
                  <a:cubicBezTo>
                    <a:pt x="559" y="2872"/>
                    <a:pt x="925" y="3024"/>
                    <a:pt x="1362" y="3024"/>
                  </a:cubicBezTo>
                  <a:cubicBezTo>
                    <a:pt x="1785" y="3024"/>
                    <a:pt x="2275" y="2881"/>
                    <a:pt x="2738" y="2593"/>
                  </a:cubicBezTo>
                  <a:cubicBezTo>
                    <a:pt x="3677" y="2009"/>
                    <a:pt x="4139" y="1048"/>
                    <a:pt x="3764" y="456"/>
                  </a:cubicBezTo>
                  <a:cubicBezTo>
                    <a:pt x="3577" y="152"/>
                    <a:pt x="3213" y="0"/>
                    <a:pt x="27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32"/>
            <p:cNvSpPr/>
            <p:nvPr/>
          </p:nvSpPr>
          <p:spPr>
            <a:xfrm>
              <a:off x="2323025" y="4118950"/>
              <a:ext cx="45350" cy="30775"/>
            </a:xfrm>
            <a:custGeom>
              <a:avLst/>
              <a:gdLst/>
              <a:ahLst/>
              <a:cxnLst/>
              <a:rect l="l" t="t" r="r" b="b"/>
              <a:pathLst>
                <a:path w="1814" h="1231" extrusionOk="0">
                  <a:moveTo>
                    <a:pt x="1369" y="1"/>
                  </a:moveTo>
                  <a:cubicBezTo>
                    <a:pt x="1172" y="1"/>
                    <a:pt x="918" y="80"/>
                    <a:pt x="673" y="234"/>
                  </a:cubicBezTo>
                  <a:cubicBezTo>
                    <a:pt x="239" y="509"/>
                    <a:pt x="0" y="891"/>
                    <a:pt x="130" y="1101"/>
                  </a:cubicBezTo>
                  <a:cubicBezTo>
                    <a:pt x="185" y="1188"/>
                    <a:pt x="296" y="1230"/>
                    <a:pt x="438" y="1230"/>
                  </a:cubicBezTo>
                  <a:cubicBezTo>
                    <a:pt x="636" y="1230"/>
                    <a:pt x="894" y="1148"/>
                    <a:pt x="1143" y="993"/>
                  </a:cubicBezTo>
                  <a:cubicBezTo>
                    <a:pt x="1576" y="726"/>
                    <a:pt x="1813" y="343"/>
                    <a:pt x="1683" y="133"/>
                  </a:cubicBezTo>
                  <a:cubicBezTo>
                    <a:pt x="1628" y="44"/>
                    <a:pt x="1514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0" name="Google Shape;240;p32"/>
          <p:cNvGrpSpPr/>
          <p:nvPr/>
        </p:nvGrpSpPr>
        <p:grpSpPr>
          <a:xfrm>
            <a:off x="4146167" y="4788917"/>
            <a:ext cx="275176" cy="175560"/>
            <a:chOff x="2097475" y="4160575"/>
            <a:chExt cx="80600" cy="51425"/>
          </a:xfrm>
        </p:grpSpPr>
        <p:sp>
          <p:nvSpPr>
            <p:cNvPr id="241" name="Google Shape;241;p32"/>
            <p:cNvSpPr/>
            <p:nvPr/>
          </p:nvSpPr>
          <p:spPr>
            <a:xfrm>
              <a:off x="2097475" y="4160575"/>
              <a:ext cx="80600" cy="51425"/>
            </a:xfrm>
            <a:custGeom>
              <a:avLst/>
              <a:gdLst/>
              <a:ahLst/>
              <a:cxnLst/>
              <a:rect l="l" t="t" r="r" b="b"/>
              <a:pathLst>
                <a:path w="3224" h="2057" extrusionOk="0">
                  <a:moveTo>
                    <a:pt x="1229" y="1"/>
                  </a:moveTo>
                  <a:cubicBezTo>
                    <a:pt x="703" y="1"/>
                    <a:pt x="274" y="212"/>
                    <a:pt x="160" y="578"/>
                  </a:cubicBezTo>
                  <a:cubicBezTo>
                    <a:pt x="1" y="1082"/>
                    <a:pt x="521" y="1696"/>
                    <a:pt x="1324" y="1949"/>
                  </a:cubicBezTo>
                  <a:cubicBezTo>
                    <a:pt x="1555" y="2022"/>
                    <a:pt x="1784" y="2057"/>
                    <a:pt x="1997" y="2057"/>
                  </a:cubicBezTo>
                  <a:cubicBezTo>
                    <a:pt x="2523" y="2057"/>
                    <a:pt x="2951" y="1847"/>
                    <a:pt x="3064" y="1488"/>
                  </a:cubicBezTo>
                  <a:cubicBezTo>
                    <a:pt x="3224" y="975"/>
                    <a:pt x="2704" y="361"/>
                    <a:pt x="1901" y="108"/>
                  </a:cubicBezTo>
                  <a:cubicBezTo>
                    <a:pt x="1671" y="35"/>
                    <a:pt x="1442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32"/>
            <p:cNvSpPr/>
            <p:nvPr/>
          </p:nvSpPr>
          <p:spPr>
            <a:xfrm>
              <a:off x="2120250" y="4172550"/>
              <a:ext cx="35950" cy="19325"/>
            </a:xfrm>
            <a:custGeom>
              <a:avLst/>
              <a:gdLst/>
              <a:ahLst/>
              <a:cxnLst/>
              <a:rect l="l" t="t" r="r" b="b"/>
              <a:pathLst>
                <a:path w="1438" h="773" extrusionOk="0">
                  <a:moveTo>
                    <a:pt x="444" y="0"/>
                  </a:moveTo>
                  <a:cubicBezTo>
                    <a:pt x="242" y="0"/>
                    <a:pt x="88" y="62"/>
                    <a:pt x="50" y="177"/>
                  </a:cubicBezTo>
                  <a:cubicBezTo>
                    <a:pt x="0" y="359"/>
                    <a:pt x="253" y="596"/>
                    <a:pt x="614" y="713"/>
                  </a:cubicBezTo>
                  <a:cubicBezTo>
                    <a:pt x="744" y="753"/>
                    <a:pt x="872" y="772"/>
                    <a:pt x="985" y="772"/>
                  </a:cubicBezTo>
                  <a:cubicBezTo>
                    <a:pt x="1192" y="772"/>
                    <a:pt x="1350" y="709"/>
                    <a:pt x="1387" y="596"/>
                  </a:cubicBezTo>
                  <a:cubicBezTo>
                    <a:pt x="1437" y="416"/>
                    <a:pt x="1186" y="177"/>
                    <a:pt x="823" y="63"/>
                  </a:cubicBezTo>
                  <a:cubicBezTo>
                    <a:pt x="690" y="20"/>
                    <a:pt x="559" y="0"/>
                    <a:pt x="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3" name="Google Shape;243;p32"/>
          <p:cNvGrpSpPr/>
          <p:nvPr/>
        </p:nvGrpSpPr>
        <p:grpSpPr>
          <a:xfrm flipH="1">
            <a:off x="4751208" y="4964478"/>
            <a:ext cx="211048" cy="154260"/>
            <a:chOff x="2300825" y="4105475"/>
            <a:chExt cx="103475" cy="75625"/>
          </a:xfrm>
        </p:grpSpPr>
        <p:sp>
          <p:nvSpPr>
            <p:cNvPr id="244" name="Google Shape;244;p32"/>
            <p:cNvSpPr/>
            <p:nvPr/>
          </p:nvSpPr>
          <p:spPr>
            <a:xfrm>
              <a:off x="2300825" y="4105475"/>
              <a:ext cx="103475" cy="75625"/>
            </a:xfrm>
            <a:custGeom>
              <a:avLst/>
              <a:gdLst/>
              <a:ahLst/>
              <a:cxnLst/>
              <a:rect l="l" t="t" r="r" b="b"/>
              <a:pathLst>
                <a:path w="4139" h="3025" extrusionOk="0">
                  <a:moveTo>
                    <a:pt x="2777" y="0"/>
                  </a:moveTo>
                  <a:cubicBezTo>
                    <a:pt x="2352" y="0"/>
                    <a:pt x="1858" y="145"/>
                    <a:pt x="1394" y="433"/>
                  </a:cubicBezTo>
                  <a:cubicBezTo>
                    <a:pt x="455" y="1019"/>
                    <a:pt x="1" y="1972"/>
                    <a:pt x="368" y="2572"/>
                  </a:cubicBezTo>
                  <a:cubicBezTo>
                    <a:pt x="559" y="2872"/>
                    <a:pt x="925" y="3024"/>
                    <a:pt x="1362" y="3024"/>
                  </a:cubicBezTo>
                  <a:cubicBezTo>
                    <a:pt x="1785" y="3024"/>
                    <a:pt x="2275" y="2881"/>
                    <a:pt x="2738" y="2593"/>
                  </a:cubicBezTo>
                  <a:cubicBezTo>
                    <a:pt x="3677" y="2009"/>
                    <a:pt x="4139" y="1048"/>
                    <a:pt x="3764" y="456"/>
                  </a:cubicBezTo>
                  <a:cubicBezTo>
                    <a:pt x="3577" y="152"/>
                    <a:pt x="3213" y="0"/>
                    <a:pt x="27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32"/>
            <p:cNvSpPr/>
            <p:nvPr/>
          </p:nvSpPr>
          <p:spPr>
            <a:xfrm>
              <a:off x="2323025" y="4118950"/>
              <a:ext cx="45350" cy="30775"/>
            </a:xfrm>
            <a:custGeom>
              <a:avLst/>
              <a:gdLst/>
              <a:ahLst/>
              <a:cxnLst/>
              <a:rect l="l" t="t" r="r" b="b"/>
              <a:pathLst>
                <a:path w="1814" h="1231" extrusionOk="0">
                  <a:moveTo>
                    <a:pt x="1369" y="1"/>
                  </a:moveTo>
                  <a:cubicBezTo>
                    <a:pt x="1172" y="1"/>
                    <a:pt x="918" y="80"/>
                    <a:pt x="673" y="234"/>
                  </a:cubicBezTo>
                  <a:cubicBezTo>
                    <a:pt x="239" y="509"/>
                    <a:pt x="0" y="891"/>
                    <a:pt x="130" y="1101"/>
                  </a:cubicBezTo>
                  <a:cubicBezTo>
                    <a:pt x="185" y="1188"/>
                    <a:pt x="296" y="1230"/>
                    <a:pt x="438" y="1230"/>
                  </a:cubicBezTo>
                  <a:cubicBezTo>
                    <a:pt x="636" y="1230"/>
                    <a:pt x="894" y="1148"/>
                    <a:pt x="1143" y="993"/>
                  </a:cubicBezTo>
                  <a:cubicBezTo>
                    <a:pt x="1576" y="726"/>
                    <a:pt x="1813" y="343"/>
                    <a:pt x="1683" y="133"/>
                  </a:cubicBezTo>
                  <a:cubicBezTo>
                    <a:pt x="1628" y="44"/>
                    <a:pt x="1514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6" name="Google Shape;246;p32"/>
          <p:cNvGrpSpPr/>
          <p:nvPr/>
        </p:nvGrpSpPr>
        <p:grpSpPr>
          <a:xfrm rot="2833521">
            <a:off x="6196217" y="4856948"/>
            <a:ext cx="211044" cy="154263"/>
            <a:chOff x="2300825" y="4105475"/>
            <a:chExt cx="103475" cy="75625"/>
          </a:xfrm>
        </p:grpSpPr>
        <p:sp>
          <p:nvSpPr>
            <p:cNvPr id="247" name="Google Shape;247;p32"/>
            <p:cNvSpPr/>
            <p:nvPr/>
          </p:nvSpPr>
          <p:spPr>
            <a:xfrm>
              <a:off x="2300825" y="4105475"/>
              <a:ext cx="103475" cy="75625"/>
            </a:xfrm>
            <a:custGeom>
              <a:avLst/>
              <a:gdLst/>
              <a:ahLst/>
              <a:cxnLst/>
              <a:rect l="l" t="t" r="r" b="b"/>
              <a:pathLst>
                <a:path w="4139" h="3025" extrusionOk="0">
                  <a:moveTo>
                    <a:pt x="2777" y="0"/>
                  </a:moveTo>
                  <a:cubicBezTo>
                    <a:pt x="2352" y="0"/>
                    <a:pt x="1858" y="145"/>
                    <a:pt x="1394" y="433"/>
                  </a:cubicBezTo>
                  <a:cubicBezTo>
                    <a:pt x="455" y="1019"/>
                    <a:pt x="1" y="1972"/>
                    <a:pt x="368" y="2572"/>
                  </a:cubicBezTo>
                  <a:cubicBezTo>
                    <a:pt x="559" y="2872"/>
                    <a:pt x="925" y="3024"/>
                    <a:pt x="1362" y="3024"/>
                  </a:cubicBezTo>
                  <a:cubicBezTo>
                    <a:pt x="1785" y="3024"/>
                    <a:pt x="2275" y="2881"/>
                    <a:pt x="2738" y="2593"/>
                  </a:cubicBezTo>
                  <a:cubicBezTo>
                    <a:pt x="3677" y="2009"/>
                    <a:pt x="4139" y="1048"/>
                    <a:pt x="3764" y="456"/>
                  </a:cubicBezTo>
                  <a:cubicBezTo>
                    <a:pt x="3577" y="152"/>
                    <a:pt x="3213" y="0"/>
                    <a:pt x="27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32"/>
            <p:cNvSpPr/>
            <p:nvPr/>
          </p:nvSpPr>
          <p:spPr>
            <a:xfrm>
              <a:off x="2323025" y="4118950"/>
              <a:ext cx="45350" cy="30775"/>
            </a:xfrm>
            <a:custGeom>
              <a:avLst/>
              <a:gdLst/>
              <a:ahLst/>
              <a:cxnLst/>
              <a:rect l="l" t="t" r="r" b="b"/>
              <a:pathLst>
                <a:path w="1814" h="1231" extrusionOk="0">
                  <a:moveTo>
                    <a:pt x="1369" y="1"/>
                  </a:moveTo>
                  <a:cubicBezTo>
                    <a:pt x="1172" y="1"/>
                    <a:pt x="918" y="80"/>
                    <a:pt x="673" y="234"/>
                  </a:cubicBezTo>
                  <a:cubicBezTo>
                    <a:pt x="239" y="509"/>
                    <a:pt x="0" y="891"/>
                    <a:pt x="130" y="1101"/>
                  </a:cubicBezTo>
                  <a:cubicBezTo>
                    <a:pt x="185" y="1188"/>
                    <a:pt x="296" y="1230"/>
                    <a:pt x="438" y="1230"/>
                  </a:cubicBezTo>
                  <a:cubicBezTo>
                    <a:pt x="636" y="1230"/>
                    <a:pt x="894" y="1148"/>
                    <a:pt x="1143" y="993"/>
                  </a:cubicBezTo>
                  <a:cubicBezTo>
                    <a:pt x="1576" y="726"/>
                    <a:pt x="1813" y="343"/>
                    <a:pt x="1683" y="133"/>
                  </a:cubicBezTo>
                  <a:cubicBezTo>
                    <a:pt x="1628" y="44"/>
                    <a:pt x="1514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9" name="Google Shape;249;p32"/>
          <p:cNvGrpSpPr/>
          <p:nvPr/>
        </p:nvGrpSpPr>
        <p:grpSpPr>
          <a:xfrm>
            <a:off x="7789699" y="4746871"/>
            <a:ext cx="407038" cy="259676"/>
            <a:chOff x="2097475" y="4160575"/>
            <a:chExt cx="80600" cy="51425"/>
          </a:xfrm>
        </p:grpSpPr>
        <p:sp>
          <p:nvSpPr>
            <p:cNvPr id="250" name="Google Shape;250;p32"/>
            <p:cNvSpPr/>
            <p:nvPr/>
          </p:nvSpPr>
          <p:spPr>
            <a:xfrm>
              <a:off x="2097475" y="4160575"/>
              <a:ext cx="80600" cy="51425"/>
            </a:xfrm>
            <a:custGeom>
              <a:avLst/>
              <a:gdLst/>
              <a:ahLst/>
              <a:cxnLst/>
              <a:rect l="l" t="t" r="r" b="b"/>
              <a:pathLst>
                <a:path w="3224" h="2057" extrusionOk="0">
                  <a:moveTo>
                    <a:pt x="1229" y="1"/>
                  </a:moveTo>
                  <a:cubicBezTo>
                    <a:pt x="703" y="1"/>
                    <a:pt x="274" y="212"/>
                    <a:pt x="160" y="578"/>
                  </a:cubicBezTo>
                  <a:cubicBezTo>
                    <a:pt x="1" y="1082"/>
                    <a:pt x="521" y="1696"/>
                    <a:pt x="1324" y="1949"/>
                  </a:cubicBezTo>
                  <a:cubicBezTo>
                    <a:pt x="1555" y="2022"/>
                    <a:pt x="1784" y="2057"/>
                    <a:pt x="1997" y="2057"/>
                  </a:cubicBezTo>
                  <a:cubicBezTo>
                    <a:pt x="2523" y="2057"/>
                    <a:pt x="2951" y="1847"/>
                    <a:pt x="3064" y="1488"/>
                  </a:cubicBezTo>
                  <a:cubicBezTo>
                    <a:pt x="3224" y="975"/>
                    <a:pt x="2704" y="361"/>
                    <a:pt x="1901" y="108"/>
                  </a:cubicBezTo>
                  <a:cubicBezTo>
                    <a:pt x="1671" y="35"/>
                    <a:pt x="1442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32"/>
            <p:cNvSpPr/>
            <p:nvPr/>
          </p:nvSpPr>
          <p:spPr>
            <a:xfrm>
              <a:off x="2120250" y="4172550"/>
              <a:ext cx="35950" cy="19325"/>
            </a:xfrm>
            <a:custGeom>
              <a:avLst/>
              <a:gdLst/>
              <a:ahLst/>
              <a:cxnLst/>
              <a:rect l="l" t="t" r="r" b="b"/>
              <a:pathLst>
                <a:path w="1438" h="773" extrusionOk="0">
                  <a:moveTo>
                    <a:pt x="444" y="0"/>
                  </a:moveTo>
                  <a:cubicBezTo>
                    <a:pt x="242" y="0"/>
                    <a:pt x="88" y="62"/>
                    <a:pt x="50" y="177"/>
                  </a:cubicBezTo>
                  <a:cubicBezTo>
                    <a:pt x="0" y="359"/>
                    <a:pt x="253" y="596"/>
                    <a:pt x="614" y="713"/>
                  </a:cubicBezTo>
                  <a:cubicBezTo>
                    <a:pt x="744" y="753"/>
                    <a:pt x="872" y="772"/>
                    <a:pt x="985" y="772"/>
                  </a:cubicBezTo>
                  <a:cubicBezTo>
                    <a:pt x="1192" y="772"/>
                    <a:pt x="1350" y="709"/>
                    <a:pt x="1387" y="596"/>
                  </a:cubicBezTo>
                  <a:cubicBezTo>
                    <a:pt x="1437" y="416"/>
                    <a:pt x="1186" y="177"/>
                    <a:pt x="823" y="63"/>
                  </a:cubicBezTo>
                  <a:cubicBezTo>
                    <a:pt x="690" y="20"/>
                    <a:pt x="559" y="0"/>
                    <a:pt x="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2" name="Google Shape;252;p32"/>
          <p:cNvGrpSpPr/>
          <p:nvPr/>
        </p:nvGrpSpPr>
        <p:grpSpPr>
          <a:xfrm rot="143816">
            <a:off x="7143652" y="4888594"/>
            <a:ext cx="211046" cy="154266"/>
            <a:chOff x="2300825" y="4105475"/>
            <a:chExt cx="103475" cy="75625"/>
          </a:xfrm>
        </p:grpSpPr>
        <p:sp>
          <p:nvSpPr>
            <p:cNvPr id="253" name="Google Shape;253;p32"/>
            <p:cNvSpPr/>
            <p:nvPr/>
          </p:nvSpPr>
          <p:spPr>
            <a:xfrm>
              <a:off x="2300825" y="4105475"/>
              <a:ext cx="103475" cy="75625"/>
            </a:xfrm>
            <a:custGeom>
              <a:avLst/>
              <a:gdLst/>
              <a:ahLst/>
              <a:cxnLst/>
              <a:rect l="l" t="t" r="r" b="b"/>
              <a:pathLst>
                <a:path w="4139" h="3025" extrusionOk="0">
                  <a:moveTo>
                    <a:pt x="2777" y="0"/>
                  </a:moveTo>
                  <a:cubicBezTo>
                    <a:pt x="2352" y="0"/>
                    <a:pt x="1858" y="145"/>
                    <a:pt x="1394" y="433"/>
                  </a:cubicBezTo>
                  <a:cubicBezTo>
                    <a:pt x="455" y="1019"/>
                    <a:pt x="1" y="1972"/>
                    <a:pt x="368" y="2572"/>
                  </a:cubicBezTo>
                  <a:cubicBezTo>
                    <a:pt x="559" y="2872"/>
                    <a:pt x="925" y="3024"/>
                    <a:pt x="1362" y="3024"/>
                  </a:cubicBezTo>
                  <a:cubicBezTo>
                    <a:pt x="1785" y="3024"/>
                    <a:pt x="2275" y="2881"/>
                    <a:pt x="2738" y="2593"/>
                  </a:cubicBezTo>
                  <a:cubicBezTo>
                    <a:pt x="3677" y="2009"/>
                    <a:pt x="4139" y="1048"/>
                    <a:pt x="3764" y="456"/>
                  </a:cubicBezTo>
                  <a:cubicBezTo>
                    <a:pt x="3577" y="152"/>
                    <a:pt x="3213" y="0"/>
                    <a:pt x="27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32"/>
            <p:cNvSpPr/>
            <p:nvPr/>
          </p:nvSpPr>
          <p:spPr>
            <a:xfrm>
              <a:off x="2323025" y="4118950"/>
              <a:ext cx="45350" cy="30775"/>
            </a:xfrm>
            <a:custGeom>
              <a:avLst/>
              <a:gdLst/>
              <a:ahLst/>
              <a:cxnLst/>
              <a:rect l="l" t="t" r="r" b="b"/>
              <a:pathLst>
                <a:path w="1814" h="1231" extrusionOk="0">
                  <a:moveTo>
                    <a:pt x="1369" y="1"/>
                  </a:moveTo>
                  <a:cubicBezTo>
                    <a:pt x="1172" y="1"/>
                    <a:pt x="918" y="80"/>
                    <a:pt x="673" y="234"/>
                  </a:cubicBezTo>
                  <a:cubicBezTo>
                    <a:pt x="239" y="509"/>
                    <a:pt x="0" y="891"/>
                    <a:pt x="130" y="1101"/>
                  </a:cubicBezTo>
                  <a:cubicBezTo>
                    <a:pt x="185" y="1188"/>
                    <a:pt x="296" y="1230"/>
                    <a:pt x="438" y="1230"/>
                  </a:cubicBezTo>
                  <a:cubicBezTo>
                    <a:pt x="636" y="1230"/>
                    <a:pt x="894" y="1148"/>
                    <a:pt x="1143" y="993"/>
                  </a:cubicBezTo>
                  <a:cubicBezTo>
                    <a:pt x="1576" y="726"/>
                    <a:pt x="1813" y="343"/>
                    <a:pt x="1683" y="133"/>
                  </a:cubicBezTo>
                  <a:cubicBezTo>
                    <a:pt x="1628" y="44"/>
                    <a:pt x="1514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5" name="Google Shape;255;p32"/>
          <p:cNvSpPr txBox="1">
            <a:spLocks noGrp="1"/>
          </p:cNvSpPr>
          <p:nvPr>
            <p:ph type="subTitle" idx="1"/>
          </p:nvPr>
        </p:nvSpPr>
        <p:spPr>
          <a:xfrm>
            <a:off x="715100" y="1490875"/>
            <a:ext cx="3546300" cy="12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32"/>
          <p:cNvSpPr txBox="1">
            <a:spLocks noGrp="1"/>
          </p:cNvSpPr>
          <p:nvPr>
            <p:ph type="subTitle" idx="2"/>
          </p:nvPr>
        </p:nvSpPr>
        <p:spPr>
          <a:xfrm>
            <a:off x="4882600" y="1490875"/>
            <a:ext cx="3546300" cy="12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32"/>
          <p:cNvSpPr txBox="1">
            <a:spLocks noGrp="1"/>
          </p:cNvSpPr>
          <p:nvPr>
            <p:ph type="subTitle" idx="3"/>
          </p:nvPr>
        </p:nvSpPr>
        <p:spPr>
          <a:xfrm>
            <a:off x="720000" y="3006900"/>
            <a:ext cx="3546300" cy="12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32"/>
          <p:cNvSpPr txBox="1">
            <a:spLocks noGrp="1"/>
          </p:cNvSpPr>
          <p:nvPr>
            <p:ph type="subTitle" idx="4"/>
          </p:nvPr>
        </p:nvSpPr>
        <p:spPr>
          <a:xfrm>
            <a:off x="4882600" y="3006900"/>
            <a:ext cx="3546300" cy="12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32"/>
          <p:cNvSpPr txBox="1">
            <a:spLocks noGrp="1"/>
          </p:cNvSpPr>
          <p:nvPr>
            <p:ph type="title"/>
          </p:nvPr>
        </p:nvSpPr>
        <p:spPr>
          <a:xfrm>
            <a:off x="720000" y="4036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3"/>
          <p:cNvSpPr/>
          <p:nvPr/>
        </p:nvSpPr>
        <p:spPr>
          <a:xfrm>
            <a:off x="6709439" y="1441948"/>
            <a:ext cx="3098821" cy="529798"/>
          </a:xfrm>
          <a:custGeom>
            <a:avLst/>
            <a:gdLst/>
            <a:ahLst/>
            <a:cxnLst/>
            <a:rect l="l" t="t" r="r" b="b"/>
            <a:pathLst>
              <a:path w="28455" h="4865" extrusionOk="0">
                <a:moveTo>
                  <a:pt x="18226" y="0"/>
                </a:moveTo>
                <a:cubicBezTo>
                  <a:pt x="16791" y="0"/>
                  <a:pt x="14567" y="945"/>
                  <a:pt x="11645" y="3580"/>
                </a:cubicBezTo>
                <a:cubicBezTo>
                  <a:pt x="11972" y="2555"/>
                  <a:pt x="11763" y="2033"/>
                  <a:pt x="10999" y="2033"/>
                </a:cubicBezTo>
                <a:cubicBezTo>
                  <a:pt x="10243" y="2033"/>
                  <a:pt x="8946" y="2542"/>
                  <a:pt x="7088" y="3580"/>
                </a:cubicBezTo>
                <a:cubicBezTo>
                  <a:pt x="7296" y="2950"/>
                  <a:pt x="7225" y="2536"/>
                  <a:pt x="6626" y="2536"/>
                </a:cubicBezTo>
                <a:cubicBezTo>
                  <a:pt x="5981" y="2536"/>
                  <a:pt x="4724" y="3016"/>
                  <a:pt x="2544" y="4221"/>
                </a:cubicBezTo>
                <a:cubicBezTo>
                  <a:pt x="2882" y="3683"/>
                  <a:pt x="2896" y="3441"/>
                  <a:pt x="2648" y="3441"/>
                </a:cubicBezTo>
                <a:cubicBezTo>
                  <a:pt x="2280" y="3441"/>
                  <a:pt x="1334" y="3972"/>
                  <a:pt x="1" y="4864"/>
                </a:cubicBezTo>
                <a:lnTo>
                  <a:pt x="27167" y="4864"/>
                </a:lnTo>
                <a:cubicBezTo>
                  <a:pt x="28455" y="3310"/>
                  <a:pt x="28409" y="2484"/>
                  <a:pt x="26845" y="2484"/>
                </a:cubicBezTo>
                <a:cubicBezTo>
                  <a:pt x="25741" y="2484"/>
                  <a:pt x="23881" y="2895"/>
                  <a:pt x="21200" y="3753"/>
                </a:cubicBezTo>
                <a:cubicBezTo>
                  <a:pt x="21915" y="3068"/>
                  <a:pt x="21868" y="2531"/>
                  <a:pt x="21296" y="2531"/>
                </a:cubicBezTo>
                <a:cubicBezTo>
                  <a:pt x="20897" y="2531"/>
                  <a:pt x="20241" y="2793"/>
                  <a:pt x="19409" y="3450"/>
                </a:cubicBezTo>
                <a:cubicBezTo>
                  <a:pt x="20684" y="1806"/>
                  <a:pt x="20209" y="0"/>
                  <a:pt x="18226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3"/>
          <p:cNvSpPr/>
          <p:nvPr/>
        </p:nvSpPr>
        <p:spPr>
          <a:xfrm>
            <a:off x="-57500" y="2550499"/>
            <a:ext cx="9259000" cy="2659819"/>
          </a:xfrm>
          <a:custGeom>
            <a:avLst/>
            <a:gdLst/>
            <a:ahLst/>
            <a:cxnLst/>
            <a:rect l="l" t="t" r="r" b="b"/>
            <a:pathLst>
              <a:path w="57554" h="20117" extrusionOk="0">
                <a:moveTo>
                  <a:pt x="1" y="0"/>
                </a:moveTo>
                <a:lnTo>
                  <a:pt x="1" y="20116"/>
                </a:lnTo>
                <a:lnTo>
                  <a:pt x="57554" y="20116"/>
                </a:lnTo>
                <a:lnTo>
                  <a:pt x="57554" y="0"/>
                </a:lnTo>
                <a:cubicBezTo>
                  <a:pt x="53249" y="6588"/>
                  <a:pt x="41989" y="11289"/>
                  <a:pt x="28777" y="11289"/>
                </a:cubicBezTo>
                <a:cubicBezTo>
                  <a:pt x="15566" y="11289"/>
                  <a:pt x="4307" y="6588"/>
                  <a:pt x="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3"/>
          <p:cNvSpPr/>
          <p:nvPr/>
        </p:nvSpPr>
        <p:spPr>
          <a:xfrm>
            <a:off x="1043348" y="3543226"/>
            <a:ext cx="3656609" cy="1150303"/>
          </a:xfrm>
          <a:custGeom>
            <a:avLst/>
            <a:gdLst/>
            <a:ahLst/>
            <a:cxnLst/>
            <a:rect l="l" t="t" r="r" b="b"/>
            <a:pathLst>
              <a:path w="20926" h="5883" extrusionOk="0">
                <a:moveTo>
                  <a:pt x="12500" y="1"/>
                </a:moveTo>
                <a:cubicBezTo>
                  <a:pt x="11426" y="1"/>
                  <a:pt x="10383" y="736"/>
                  <a:pt x="9933" y="1678"/>
                </a:cubicBezTo>
                <a:cubicBezTo>
                  <a:pt x="9145" y="774"/>
                  <a:pt x="8378" y="274"/>
                  <a:pt x="7633" y="274"/>
                </a:cubicBezTo>
                <a:cubicBezTo>
                  <a:pt x="6813" y="274"/>
                  <a:pt x="6020" y="881"/>
                  <a:pt x="5260" y="2221"/>
                </a:cubicBezTo>
                <a:cubicBezTo>
                  <a:pt x="2557" y="2438"/>
                  <a:pt x="702" y="3557"/>
                  <a:pt x="0" y="5882"/>
                </a:cubicBezTo>
                <a:lnTo>
                  <a:pt x="20926" y="5882"/>
                </a:lnTo>
                <a:cubicBezTo>
                  <a:pt x="20571" y="3007"/>
                  <a:pt x="19351" y="1728"/>
                  <a:pt x="17438" y="1728"/>
                </a:cubicBezTo>
                <a:cubicBezTo>
                  <a:pt x="16741" y="1728"/>
                  <a:pt x="15953" y="1897"/>
                  <a:pt x="15082" y="2221"/>
                </a:cubicBezTo>
                <a:cubicBezTo>
                  <a:pt x="14477" y="608"/>
                  <a:pt x="13475" y="1"/>
                  <a:pt x="1250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3"/>
          <p:cNvSpPr/>
          <p:nvPr/>
        </p:nvSpPr>
        <p:spPr>
          <a:xfrm>
            <a:off x="-90600" y="3974588"/>
            <a:ext cx="4406505" cy="1267822"/>
          </a:xfrm>
          <a:custGeom>
            <a:avLst/>
            <a:gdLst/>
            <a:ahLst/>
            <a:cxnLst/>
            <a:rect l="l" t="t" r="r" b="b"/>
            <a:pathLst>
              <a:path w="47745" h="13737" extrusionOk="0">
                <a:moveTo>
                  <a:pt x="3987" y="0"/>
                </a:moveTo>
                <a:cubicBezTo>
                  <a:pt x="2591" y="0"/>
                  <a:pt x="1175" y="489"/>
                  <a:pt x="0" y="1392"/>
                </a:cubicBezTo>
                <a:lnTo>
                  <a:pt x="0" y="13737"/>
                </a:lnTo>
                <a:lnTo>
                  <a:pt x="47745" y="12986"/>
                </a:lnTo>
                <a:cubicBezTo>
                  <a:pt x="47138" y="9432"/>
                  <a:pt x="42262" y="9114"/>
                  <a:pt x="42262" y="9114"/>
                </a:cubicBezTo>
                <a:cubicBezTo>
                  <a:pt x="42235" y="7520"/>
                  <a:pt x="41388" y="6795"/>
                  <a:pt x="40476" y="6795"/>
                </a:cubicBezTo>
                <a:cubicBezTo>
                  <a:pt x="40122" y="6795"/>
                  <a:pt x="39759" y="6903"/>
                  <a:pt x="39431" y="7113"/>
                </a:cubicBezTo>
                <a:cubicBezTo>
                  <a:pt x="39086" y="5805"/>
                  <a:pt x="38293" y="5098"/>
                  <a:pt x="37487" y="5098"/>
                </a:cubicBezTo>
                <a:cubicBezTo>
                  <a:pt x="36874" y="5098"/>
                  <a:pt x="36254" y="5508"/>
                  <a:pt x="35820" y="6376"/>
                </a:cubicBezTo>
                <a:cubicBezTo>
                  <a:pt x="35550" y="6023"/>
                  <a:pt x="35159" y="5841"/>
                  <a:pt x="34758" y="5841"/>
                </a:cubicBezTo>
                <a:cubicBezTo>
                  <a:pt x="34075" y="5841"/>
                  <a:pt x="33361" y="6370"/>
                  <a:pt x="33161" y="7489"/>
                </a:cubicBezTo>
                <a:cubicBezTo>
                  <a:pt x="32387" y="6565"/>
                  <a:pt x="31634" y="6119"/>
                  <a:pt x="30902" y="6119"/>
                </a:cubicBezTo>
                <a:cubicBezTo>
                  <a:pt x="30146" y="6119"/>
                  <a:pt x="29413" y="6596"/>
                  <a:pt x="28704" y="7517"/>
                </a:cubicBezTo>
                <a:cubicBezTo>
                  <a:pt x="27974" y="6365"/>
                  <a:pt x="26783" y="5425"/>
                  <a:pt x="25517" y="5425"/>
                </a:cubicBezTo>
                <a:cubicBezTo>
                  <a:pt x="24616" y="5425"/>
                  <a:pt x="23677" y="5901"/>
                  <a:pt x="22839" y="7113"/>
                </a:cubicBezTo>
                <a:cubicBezTo>
                  <a:pt x="22375" y="6239"/>
                  <a:pt x="21812" y="5905"/>
                  <a:pt x="21188" y="5905"/>
                </a:cubicBezTo>
                <a:cubicBezTo>
                  <a:pt x="20724" y="5905"/>
                  <a:pt x="20227" y="6090"/>
                  <a:pt x="19712" y="6376"/>
                </a:cubicBezTo>
                <a:cubicBezTo>
                  <a:pt x="18956" y="4354"/>
                  <a:pt x="17298" y="3044"/>
                  <a:pt x="15579" y="3044"/>
                </a:cubicBezTo>
                <a:cubicBezTo>
                  <a:pt x="14473" y="3044"/>
                  <a:pt x="13342" y="3586"/>
                  <a:pt x="12409" y="4830"/>
                </a:cubicBezTo>
                <a:cubicBezTo>
                  <a:pt x="12032" y="4253"/>
                  <a:pt x="11570" y="3995"/>
                  <a:pt x="11108" y="3995"/>
                </a:cubicBezTo>
                <a:cubicBezTo>
                  <a:pt x="10604" y="3995"/>
                  <a:pt x="10100" y="4300"/>
                  <a:pt x="9701" y="4830"/>
                </a:cubicBezTo>
                <a:cubicBezTo>
                  <a:pt x="8784" y="1481"/>
                  <a:pt x="6417" y="0"/>
                  <a:pt x="398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3"/>
          <p:cNvSpPr/>
          <p:nvPr/>
        </p:nvSpPr>
        <p:spPr>
          <a:xfrm rot="-205147">
            <a:off x="2384957" y="2537348"/>
            <a:ext cx="7050078" cy="2977117"/>
          </a:xfrm>
          <a:custGeom>
            <a:avLst/>
            <a:gdLst/>
            <a:ahLst/>
            <a:cxnLst/>
            <a:rect l="l" t="t" r="r" b="b"/>
            <a:pathLst>
              <a:path w="23230" h="12410" extrusionOk="0">
                <a:moveTo>
                  <a:pt x="20256" y="0"/>
                </a:moveTo>
                <a:cubicBezTo>
                  <a:pt x="11978" y="0"/>
                  <a:pt x="2575" y="4433"/>
                  <a:pt x="0" y="10958"/>
                </a:cubicBezTo>
                <a:lnTo>
                  <a:pt x="23209" y="12409"/>
                </a:lnTo>
                <a:cubicBezTo>
                  <a:pt x="23042" y="9903"/>
                  <a:pt x="22999" y="7398"/>
                  <a:pt x="23022" y="4884"/>
                </a:cubicBezTo>
                <a:cubicBezTo>
                  <a:pt x="23028" y="3324"/>
                  <a:pt x="23086" y="1755"/>
                  <a:pt x="23230" y="204"/>
                </a:cubicBezTo>
                <a:cubicBezTo>
                  <a:pt x="22265" y="67"/>
                  <a:pt x="21269" y="0"/>
                  <a:pt x="202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3"/>
          <p:cNvSpPr/>
          <p:nvPr/>
        </p:nvSpPr>
        <p:spPr>
          <a:xfrm>
            <a:off x="3446250" y="190050"/>
            <a:ext cx="1757860" cy="344954"/>
          </a:xfrm>
          <a:custGeom>
            <a:avLst/>
            <a:gdLst/>
            <a:ahLst/>
            <a:cxnLst/>
            <a:rect l="l" t="t" r="r" b="b"/>
            <a:pathLst>
              <a:path w="28258" h="5545" extrusionOk="0">
                <a:moveTo>
                  <a:pt x="10378" y="0"/>
                </a:moveTo>
                <a:cubicBezTo>
                  <a:pt x="8312" y="0"/>
                  <a:pt x="6398" y="1151"/>
                  <a:pt x="5310" y="3326"/>
                </a:cubicBezTo>
                <a:cubicBezTo>
                  <a:pt x="4474" y="2885"/>
                  <a:pt x="3683" y="2665"/>
                  <a:pt x="2977" y="2665"/>
                </a:cubicBezTo>
                <a:cubicBezTo>
                  <a:pt x="1507" y="2665"/>
                  <a:pt x="401" y="3622"/>
                  <a:pt x="1" y="5545"/>
                </a:cubicBezTo>
                <a:lnTo>
                  <a:pt x="28257" y="5545"/>
                </a:lnTo>
                <a:cubicBezTo>
                  <a:pt x="26931" y="3847"/>
                  <a:pt x="25535" y="3011"/>
                  <a:pt x="24074" y="3011"/>
                </a:cubicBezTo>
                <a:cubicBezTo>
                  <a:pt x="23363" y="3011"/>
                  <a:pt x="22637" y="3209"/>
                  <a:pt x="21895" y="3601"/>
                </a:cubicBezTo>
                <a:cubicBezTo>
                  <a:pt x="20794" y="1817"/>
                  <a:pt x="19594" y="928"/>
                  <a:pt x="18291" y="928"/>
                </a:cubicBezTo>
                <a:cubicBezTo>
                  <a:pt x="17352" y="928"/>
                  <a:pt x="16360" y="1389"/>
                  <a:pt x="15315" y="2308"/>
                </a:cubicBezTo>
                <a:cubicBezTo>
                  <a:pt x="13806" y="748"/>
                  <a:pt x="12042" y="0"/>
                  <a:pt x="10378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7" name="Google Shape;267;p33"/>
          <p:cNvGrpSpPr/>
          <p:nvPr/>
        </p:nvGrpSpPr>
        <p:grpSpPr>
          <a:xfrm>
            <a:off x="232729" y="4522387"/>
            <a:ext cx="374497" cy="239876"/>
            <a:chOff x="999775" y="4108325"/>
            <a:chExt cx="105850" cy="67800"/>
          </a:xfrm>
        </p:grpSpPr>
        <p:sp>
          <p:nvSpPr>
            <p:cNvPr id="268" name="Google Shape;268;p33"/>
            <p:cNvSpPr/>
            <p:nvPr/>
          </p:nvSpPr>
          <p:spPr>
            <a:xfrm>
              <a:off x="999775" y="4108325"/>
              <a:ext cx="105850" cy="67800"/>
            </a:xfrm>
            <a:custGeom>
              <a:avLst/>
              <a:gdLst/>
              <a:ahLst/>
              <a:cxnLst/>
              <a:rect l="l" t="t" r="r" b="b"/>
              <a:pathLst>
                <a:path w="4234" h="2712" extrusionOk="0">
                  <a:moveTo>
                    <a:pt x="1608" y="1"/>
                  </a:moveTo>
                  <a:cubicBezTo>
                    <a:pt x="921" y="1"/>
                    <a:pt x="359" y="275"/>
                    <a:pt x="210" y="745"/>
                  </a:cubicBezTo>
                  <a:cubicBezTo>
                    <a:pt x="1" y="1418"/>
                    <a:pt x="680" y="2235"/>
                    <a:pt x="1734" y="2566"/>
                  </a:cubicBezTo>
                  <a:cubicBezTo>
                    <a:pt x="2040" y="2665"/>
                    <a:pt x="2344" y="2712"/>
                    <a:pt x="2627" y="2712"/>
                  </a:cubicBezTo>
                  <a:cubicBezTo>
                    <a:pt x="3312" y="2712"/>
                    <a:pt x="3871" y="2437"/>
                    <a:pt x="4024" y="1966"/>
                  </a:cubicBezTo>
                  <a:cubicBezTo>
                    <a:pt x="4234" y="1295"/>
                    <a:pt x="3554" y="479"/>
                    <a:pt x="2500" y="146"/>
                  </a:cubicBezTo>
                  <a:cubicBezTo>
                    <a:pt x="2195" y="47"/>
                    <a:pt x="1891" y="1"/>
                    <a:pt x="1608" y="1"/>
                  </a:cubicBezTo>
                  <a:close/>
                </a:path>
              </a:pathLst>
            </a:custGeom>
            <a:solidFill>
              <a:srgbClr val="B8DE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33"/>
            <p:cNvSpPr/>
            <p:nvPr/>
          </p:nvSpPr>
          <p:spPr>
            <a:xfrm>
              <a:off x="1031375" y="4118575"/>
              <a:ext cx="47350" cy="25450"/>
            </a:xfrm>
            <a:custGeom>
              <a:avLst/>
              <a:gdLst/>
              <a:ahLst/>
              <a:cxnLst/>
              <a:rect l="l" t="t" r="r" b="b"/>
              <a:pathLst>
                <a:path w="1894" h="1018" extrusionOk="0">
                  <a:moveTo>
                    <a:pt x="584" y="1"/>
                  </a:moveTo>
                  <a:cubicBezTo>
                    <a:pt x="322" y="1"/>
                    <a:pt x="124" y="81"/>
                    <a:pt x="73" y="228"/>
                  </a:cubicBezTo>
                  <a:cubicBezTo>
                    <a:pt x="0" y="465"/>
                    <a:pt x="333" y="776"/>
                    <a:pt x="810" y="935"/>
                  </a:cubicBezTo>
                  <a:cubicBezTo>
                    <a:pt x="986" y="991"/>
                    <a:pt x="1158" y="1017"/>
                    <a:pt x="1309" y="1017"/>
                  </a:cubicBezTo>
                  <a:cubicBezTo>
                    <a:pt x="1574" y="1017"/>
                    <a:pt x="1775" y="936"/>
                    <a:pt x="1821" y="784"/>
                  </a:cubicBezTo>
                  <a:cubicBezTo>
                    <a:pt x="1893" y="552"/>
                    <a:pt x="1567" y="235"/>
                    <a:pt x="1084" y="82"/>
                  </a:cubicBezTo>
                  <a:cubicBezTo>
                    <a:pt x="907" y="27"/>
                    <a:pt x="735" y="1"/>
                    <a:pt x="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0" name="Google Shape;270;p33"/>
          <p:cNvGrpSpPr/>
          <p:nvPr/>
        </p:nvGrpSpPr>
        <p:grpSpPr>
          <a:xfrm>
            <a:off x="1226998" y="4762273"/>
            <a:ext cx="268615" cy="168735"/>
            <a:chOff x="1295225" y="4125525"/>
            <a:chExt cx="105625" cy="66350"/>
          </a:xfrm>
        </p:grpSpPr>
        <p:sp>
          <p:nvSpPr>
            <p:cNvPr id="271" name="Google Shape;271;p33"/>
            <p:cNvSpPr/>
            <p:nvPr/>
          </p:nvSpPr>
          <p:spPr>
            <a:xfrm>
              <a:off x="1295225" y="4125525"/>
              <a:ext cx="105625" cy="66350"/>
            </a:xfrm>
            <a:custGeom>
              <a:avLst/>
              <a:gdLst/>
              <a:ahLst/>
              <a:cxnLst/>
              <a:rect l="l" t="t" r="r" b="b"/>
              <a:pathLst>
                <a:path w="4225" h="2654" extrusionOk="0">
                  <a:moveTo>
                    <a:pt x="2540" y="1"/>
                  </a:moveTo>
                  <a:cubicBezTo>
                    <a:pt x="2303" y="1"/>
                    <a:pt x="2052" y="31"/>
                    <a:pt x="1798" y="94"/>
                  </a:cubicBezTo>
                  <a:cubicBezTo>
                    <a:pt x="730" y="368"/>
                    <a:pt x="0" y="1141"/>
                    <a:pt x="173" y="1820"/>
                  </a:cubicBezTo>
                  <a:cubicBezTo>
                    <a:pt x="305" y="2338"/>
                    <a:pt x="923" y="2653"/>
                    <a:pt x="1683" y="2653"/>
                  </a:cubicBezTo>
                  <a:cubicBezTo>
                    <a:pt x="1920" y="2653"/>
                    <a:pt x="2172" y="2623"/>
                    <a:pt x="2427" y="2557"/>
                  </a:cubicBezTo>
                  <a:cubicBezTo>
                    <a:pt x="3495" y="2290"/>
                    <a:pt x="4225" y="1517"/>
                    <a:pt x="4051" y="838"/>
                  </a:cubicBezTo>
                  <a:cubicBezTo>
                    <a:pt x="3919" y="314"/>
                    <a:pt x="3303" y="1"/>
                    <a:pt x="2540" y="1"/>
                  </a:cubicBez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33"/>
            <p:cNvSpPr/>
            <p:nvPr/>
          </p:nvSpPr>
          <p:spPr>
            <a:xfrm>
              <a:off x="1320650" y="4135975"/>
              <a:ext cx="47350" cy="24450"/>
            </a:xfrm>
            <a:custGeom>
              <a:avLst/>
              <a:gdLst/>
              <a:ahLst/>
              <a:cxnLst/>
              <a:rect l="l" t="t" r="r" b="b"/>
              <a:pathLst>
                <a:path w="1894" h="978" extrusionOk="0">
                  <a:moveTo>
                    <a:pt x="1269" y="0"/>
                  </a:moveTo>
                  <a:cubicBezTo>
                    <a:pt x="1137" y="0"/>
                    <a:pt x="990" y="19"/>
                    <a:pt x="840" y="59"/>
                  </a:cubicBezTo>
                  <a:cubicBezTo>
                    <a:pt x="347" y="182"/>
                    <a:pt x="1" y="478"/>
                    <a:pt x="60" y="716"/>
                  </a:cubicBezTo>
                  <a:cubicBezTo>
                    <a:pt x="99" y="882"/>
                    <a:pt x="326" y="978"/>
                    <a:pt x="625" y="978"/>
                  </a:cubicBezTo>
                  <a:cubicBezTo>
                    <a:pt x="758" y="978"/>
                    <a:pt x="905" y="959"/>
                    <a:pt x="1056" y="919"/>
                  </a:cubicBezTo>
                  <a:cubicBezTo>
                    <a:pt x="1547" y="796"/>
                    <a:pt x="1894" y="499"/>
                    <a:pt x="1836" y="262"/>
                  </a:cubicBezTo>
                  <a:cubicBezTo>
                    <a:pt x="1796" y="96"/>
                    <a:pt x="1568" y="0"/>
                    <a:pt x="12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3" name="Google Shape;273;p33"/>
          <p:cNvGrpSpPr/>
          <p:nvPr/>
        </p:nvGrpSpPr>
        <p:grpSpPr>
          <a:xfrm>
            <a:off x="2107369" y="4783441"/>
            <a:ext cx="202621" cy="126392"/>
            <a:chOff x="745525" y="4025025"/>
            <a:chExt cx="79675" cy="49700"/>
          </a:xfrm>
        </p:grpSpPr>
        <p:sp>
          <p:nvSpPr>
            <p:cNvPr id="274" name="Google Shape;274;p33"/>
            <p:cNvSpPr/>
            <p:nvPr/>
          </p:nvSpPr>
          <p:spPr>
            <a:xfrm>
              <a:off x="745525" y="4025025"/>
              <a:ext cx="79675" cy="49700"/>
            </a:xfrm>
            <a:custGeom>
              <a:avLst/>
              <a:gdLst/>
              <a:ahLst/>
              <a:cxnLst/>
              <a:rect l="l" t="t" r="r" b="b"/>
              <a:pathLst>
                <a:path w="3187" h="1988" extrusionOk="0">
                  <a:moveTo>
                    <a:pt x="1858" y="1"/>
                  </a:moveTo>
                  <a:cubicBezTo>
                    <a:pt x="1711" y="1"/>
                    <a:pt x="1558" y="16"/>
                    <a:pt x="1402" y="47"/>
                  </a:cubicBezTo>
                  <a:cubicBezTo>
                    <a:pt x="579" y="213"/>
                    <a:pt x="0" y="770"/>
                    <a:pt x="102" y="1290"/>
                  </a:cubicBezTo>
                  <a:cubicBezTo>
                    <a:pt x="184" y="1716"/>
                    <a:pt x="690" y="1987"/>
                    <a:pt x="1316" y="1987"/>
                  </a:cubicBezTo>
                  <a:cubicBezTo>
                    <a:pt x="1465" y="1987"/>
                    <a:pt x="1619" y="1972"/>
                    <a:pt x="1777" y="1940"/>
                  </a:cubicBezTo>
                  <a:cubicBezTo>
                    <a:pt x="2600" y="1781"/>
                    <a:pt x="3186" y="1224"/>
                    <a:pt x="3086" y="697"/>
                  </a:cubicBezTo>
                  <a:cubicBezTo>
                    <a:pt x="2997" y="275"/>
                    <a:pt x="2487" y="1"/>
                    <a:pt x="1858" y="1"/>
                  </a:cubicBez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33"/>
            <p:cNvSpPr/>
            <p:nvPr/>
          </p:nvSpPr>
          <p:spPr>
            <a:xfrm>
              <a:off x="765750" y="4037125"/>
              <a:ext cx="35950" cy="17975"/>
            </a:xfrm>
            <a:custGeom>
              <a:avLst/>
              <a:gdLst/>
              <a:ahLst/>
              <a:cxnLst/>
              <a:rect l="l" t="t" r="r" b="b"/>
              <a:pathLst>
                <a:path w="1438" h="719" extrusionOk="0">
                  <a:moveTo>
                    <a:pt x="915" y="0"/>
                  </a:moveTo>
                  <a:cubicBezTo>
                    <a:pt x="832" y="0"/>
                    <a:pt x="743" y="8"/>
                    <a:pt x="651" y="26"/>
                  </a:cubicBezTo>
                  <a:cubicBezTo>
                    <a:pt x="275" y="99"/>
                    <a:pt x="1" y="307"/>
                    <a:pt x="37" y="496"/>
                  </a:cubicBezTo>
                  <a:cubicBezTo>
                    <a:pt x="64" y="632"/>
                    <a:pt x="265" y="719"/>
                    <a:pt x="523" y="719"/>
                  </a:cubicBezTo>
                  <a:cubicBezTo>
                    <a:pt x="606" y="719"/>
                    <a:pt x="696" y="709"/>
                    <a:pt x="788" y="690"/>
                  </a:cubicBezTo>
                  <a:cubicBezTo>
                    <a:pt x="1164" y="619"/>
                    <a:pt x="1438" y="409"/>
                    <a:pt x="1401" y="220"/>
                  </a:cubicBezTo>
                  <a:cubicBezTo>
                    <a:pt x="1375" y="83"/>
                    <a:pt x="1176" y="0"/>
                    <a:pt x="9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6" name="Google Shape;276;p33"/>
          <p:cNvSpPr txBox="1">
            <a:spLocks noGrp="1"/>
          </p:cNvSpPr>
          <p:nvPr>
            <p:ph type="title"/>
          </p:nvPr>
        </p:nvSpPr>
        <p:spPr>
          <a:xfrm>
            <a:off x="715100" y="717450"/>
            <a:ext cx="4313100" cy="19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77" name="Google Shape;277;p33"/>
          <p:cNvSpPr txBox="1">
            <a:spLocks noGrp="1"/>
          </p:cNvSpPr>
          <p:nvPr>
            <p:ph type="subTitle" idx="1"/>
          </p:nvPr>
        </p:nvSpPr>
        <p:spPr>
          <a:xfrm>
            <a:off x="4967700" y="3543213"/>
            <a:ext cx="3351900" cy="9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>
                <a:solidFill>
                  <a:srgbClr val="064947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4"/>
          <p:cNvSpPr/>
          <p:nvPr/>
        </p:nvSpPr>
        <p:spPr>
          <a:xfrm>
            <a:off x="6661752" y="777297"/>
            <a:ext cx="2863171" cy="643955"/>
          </a:xfrm>
          <a:custGeom>
            <a:avLst/>
            <a:gdLst/>
            <a:ahLst/>
            <a:cxnLst/>
            <a:rect l="l" t="t" r="r" b="b"/>
            <a:pathLst>
              <a:path w="28258" h="5545" extrusionOk="0">
                <a:moveTo>
                  <a:pt x="10378" y="0"/>
                </a:moveTo>
                <a:cubicBezTo>
                  <a:pt x="8312" y="0"/>
                  <a:pt x="6398" y="1151"/>
                  <a:pt x="5310" y="3326"/>
                </a:cubicBezTo>
                <a:cubicBezTo>
                  <a:pt x="4474" y="2885"/>
                  <a:pt x="3683" y="2665"/>
                  <a:pt x="2977" y="2665"/>
                </a:cubicBezTo>
                <a:cubicBezTo>
                  <a:pt x="1507" y="2665"/>
                  <a:pt x="401" y="3622"/>
                  <a:pt x="1" y="5545"/>
                </a:cubicBezTo>
                <a:lnTo>
                  <a:pt x="28257" y="5545"/>
                </a:lnTo>
                <a:cubicBezTo>
                  <a:pt x="26931" y="3847"/>
                  <a:pt x="25535" y="3011"/>
                  <a:pt x="24074" y="3011"/>
                </a:cubicBezTo>
                <a:cubicBezTo>
                  <a:pt x="23363" y="3011"/>
                  <a:pt x="22637" y="3209"/>
                  <a:pt x="21895" y="3601"/>
                </a:cubicBezTo>
                <a:cubicBezTo>
                  <a:pt x="20794" y="1817"/>
                  <a:pt x="19594" y="928"/>
                  <a:pt x="18291" y="928"/>
                </a:cubicBezTo>
                <a:cubicBezTo>
                  <a:pt x="17352" y="928"/>
                  <a:pt x="16360" y="1389"/>
                  <a:pt x="15315" y="2308"/>
                </a:cubicBezTo>
                <a:cubicBezTo>
                  <a:pt x="13806" y="748"/>
                  <a:pt x="12042" y="0"/>
                  <a:pt x="10378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4"/>
          <p:cNvSpPr/>
          <p:nvPr/>
        </p:nvSpPr>
        <p:spPr>
          <a:xfrm>
            <a:off x="-57500" y="3194202"/>
            <a:ext cx="9259000" cy="2016126"/>
          </a:xfrm>
          <a:custGeom>
            <a:avLst/>
            <a:gdLst/>
            <a:ahLst/>
            <a:cxnLst/>
            <a:rect l="l" t="t" r="r" b="b"/>
            <a:pathLst>
              <a:path w="57554" h="20117" extrusionOk="0">
                <a:moveTo>
                  <a:pt x="1" y="0"/>
                </a:moveTo>
                <a:lnTo>
                  <a:pt x="1" y="20116"/>
                </a:lnTo>
                <a:lnTo>
                  <a:pt x="57554" y="20116"/>
                </a:lnTo>
                <a:lnTo>
                  <a:pt x="57554" y="0"/>
                </a:lnTo>
                <a:cubicBezTo>
                  <a:pt x="53249" y="6588"/>
                  <a:pt x="41989" y="11289"/>
                  <a:pt x="28777" y="11289"/>
                </a:cubicBezTo>
                <a:cubicBezTo>
                  <a:pt x="15566" y="11289"/>
                  <a:pt x="4307" y="6588"/>
                  <a:pt x="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4"/>
          <p:cNvSpPr/>
          <p:nvPr/>
        </p:nvSpPr>
        <p:spPr>
          <a:xfrm>
            <a:off x="-389450" y="4177950"/>
            <a:ext cx="6753593" cy="1138281"/>
          </a:xfrm>
          <a:custGeom>
            <a:avLst/>
            <a:gdLst/>
            <a:ahLst/>
            <a:cxnLst/>
            <a:rect l="l" t="t" r="r" b="b"/>
            <a:pathLst>
              <a:path w="45996" h="9492" extrusionOk="0">
                <a:moveTo>
                  <a:pt x="34548" y="0"/>
                </a:moveTo>
                <a:cubicBezTo>
                  <a:pt x="33978" y="0"/>
                  <a:pt x="33404" y="262"/>
                  <a:pt x="32973" y="817"/>
                </a:cubicBezTo>
                <a:cubicBezTo>
                  <a:pt x="32624" y="515"/>
                  <a:pt x="32212" y="371"/>
                  <a:pt x="31798" y="371"/>
                </a:cubicBezTo>
                <a:cubicBezTo>
                  <a:pt x="30837" y="371"/>
                  <a:pt x="29865" y="1150"/>
                  <a:pt x="29643" y="2528"/>
                </a:cubicBezTo>
                <a:cubicBezTo>
                  <a:pt x="29082" y="1980"/>
                  <a:pt x="28493" y="1709"/>
                  <a:pt x="27964" y="1709"/>
                </a:cubicBezTo>
                <a:cubicBezTo>
                  <a:pt x="27205" y="1709"/>
                  <a:pt x="26569" y="2266"/>
                  <a:pt x="26313" y="3360"/>
                </a:cubicBezTo>
                <a:lnTo>
                  <a:pt x="23070" y="3714"/>
                </a:lnTo>
                <a:cubicBezTo>
                  <a:pt x="22576" y="2273"/>
                  <a:pt x="21469" y="1611"/>
                  <a:pt x="20300" y="1611"/>
                </a:cubicBezTo>
                <a:cubicBezTo>
                  <a:pt x="19693" y="1611"/>
                  <a:pt x="19069" y="1790"/>
                  <a:pt x="18505" y="2131"/>
                </a:cubicBezTo>
                <a:cubicBezTo>
                  <a:pt x="18216" y="1952"/>
                  <a:pt x="17889" y="1845"/>
                  <a:pt x="17573" y="1845"/>
                </a:cubicBezTo>
                <a:cubicBezTo>
                  <a:pt x="17085" y="1845"/>
                  <a:pt x="16622" y="2101"/>
                  <a:pt x="16359" y="2745"/>
                </a:cubicBezTo>
                <a:cubicBezTo>
                  <a:pt x="15960" y="1516"/>
                  <a:pt x="15153" y="962"/>
                  <a:pt x="14283" y="962"/>
                </a:cubicBezTo>
                <a:cubicBezTo>
                  <a:pt x="13661" y="962"/>
                  <a:pt x="13006" y="1246"/>
                  <a:pt x="12445" y="1770"/>
                </a:cubicBezTo>
                <a:cubicBezTo>
                  <a:pt x="12043" y="1223"/>
                  <a:pt x="11524" y="987"/>
                  <a:pt x="11026" y="987"/>
                </a:cubicBezTo>
                <a:cubicBezTo>
                  <a:pt x="10155" y="987"/>
                  <a:pt x="9346" y="1707"/>
                  <a:pt x="9332" y="2745"/>
                </a:cubicBezTo>
                <a:cubicBezTo>
                  <a:pt x="8882" y="2695"/>
                  <a:pt x="8455" y="2671"/>
                  <a:pt x="8049" y="2671"/>
                </a:cubicBezTo>
                <a:cubicBezTo>
                  <a:pt x="2212" y="2671"/>
                  <a:pt x="695" y="7534"/>
                  <a:pt x="0" y="9492"/>
                </a:cubicBezTo>
                <a:lnTo>
                  <a:pt x="44978" y="9145"/>
                </a:lnTo>
                <a:cubicBezTo>
                  <a:pt x="45996" y="6833"/>
                  <a:pt x="44275" y="5627"/>
                  <a:pt x="42653" y="5627"/>
                </a:cubicBezTo>
                <a:cubicBezTo>
                  <a:pt x="42020" y="5627"/>
                  <a:pt x="41402" y="5811"/>
                  <a:pt x="40968" y="6184"/>
                </a:cubicBezTo>
                <a:cubicBezTo>
                  <a:pt x="41288" y="5080"/>
                  <a:pt x="40781" y="4355"/>
                  <a:pt x="40132" y="4355"/>
                </a:cubicBezTo>
                <a:cubicBezTo>
                  <a:pt x="39867" y="4355"/>
                  <a:pt x="39580" y="4475"/>
                  <a:pt x="39315" y="4738"/>
                </a:cubicBezTo>
                <a:cubicBezTo>
                  <a:pt x="39501" y="3267"/>
                  <a:pt x="38702" y="2373"/>
                  <a:pt x="37592" y="2373"/>
                </a:cubicBezTo>
                <a:cubicBezTo>
                  <a:pt x="37328" y="2373"/>
                  <a:pt x="37047" y="2423"/>
                  <a:pt x="36758" y="2528"/>
                </a:cubicBezTo>
                <a:cubicBezTo>
                  <a:pt x="36664" y="911"/>
                  <a:pt x="35612" y="0"/>
                  <a:pt x="3454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2" name="Google Shape;282;p34"/>
          <p:cNvGrpSpPr/>
          <p:nvPr/>
        </p:nvGrpSpPr>
        <p:grpSpPr>
          <a:xfrm flipH="1">
            <a:off x="4953812" y="3514889"/>
            <a:ext cx="4357727" cy="2083831"/>
            <a:chOff x="6043117" y="2868874"/>
            <a:chExt cx="4137606" cy="1978571"/>
          </a:xfrm>
        </p:grpSpPr>
        <p:sp>
          <p:nvSpPr>
            <p:cNvPr id="283" name="Google Shape;283;p34"/>
            <p:cNvSpPr/>
            <p:nvPr/>
          </p:nvSpPr>
          <p:spPr>
            <a:xfrm>
              <a:off x="6043117" y="2868874"/>
              <a:ext cx="4137606" cy="1978571"/>
            </a:xfrm>
            <a:custGeom>
              <a:avLst/>
              <a:gdLst/>
              <a:ahLst/>
              <a:cxnLst/>
              <a:rect l="l" t="t" r="r" b="b"/>
              <a:pathLst>
                <a:path w="27261" h="13036" extrusionOk="0">
                  <a:moveTo>
                    <a:pt x="5463" y="1"/>
                  </a:moveTo>
                  <a:cubicBezTo>
                    <a:pt x="3591" y="1"/>
                    <a:pt x="1800" y="230"/>
                    <a:pt x="181" y="721"/>
                  </a:cubicBezTo>
                  <a:lnTo>
                    <a:pt x="1" y="13036"/>
                  </a:lnTo>
                  <a:lnTo>
                    <a:pt x="1" y="13036"/>
                  </a:lnTo>
                  <a:lnTo>
                    <a:pt x="27260" y="12855"/>
                  </a:lnTo>
                  <a:lnTo>
                    <a:pt x="25641" y="8558"/>
                  </a:lnTo>
                  <a:cubicBezTo>
                    <a:pt x="21355" y="3512"/>
                    <a:pt x="12792" y="1"/>
                    <a:pt x="54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34"/>
            <p:cNvSpPr/>
            <p:nvPr/>
          </p:nvSpPr>
          <p:spPr>
            <a:xfrm>
              <a:off x="6069526" y="2980279"/>
              <a:ext cx="3730691" cy="1240174"/>
            </a:xfrm>
            <a:custGeom>
              <a:avLst/>
              <a:gdLst/>
              <a:ahLst/>
              <a:cxnLst/>
              <a:rect l="l" t="t" r="r" b="b"/>
              <a:pathLst>
                <a:path w="24580" h="8171" extrusionOk="0">
                  <a:moveTo>
                    <a:pt x="4897" y="1"/>
                  </a:moveTo>
                  <a:cubicBezTo>
                    <a:pt x="2947" y="1"/>
                    <a:pt x="1264" y="217"/>
                    <a:pt x="0" y="536"/>
                  </a:cubicBezTo>
                  <a:lnTo>
                    <a:pt x="0" y="580"/>
                  </a:lnTo>
                  <a:cubicBezTo>
                    <a:pt x="1257" y="254"/>
                    <a:pt x="2947" y="37"/>
                    <a:pt x="4897" y="37"/>
                  </a:cubicBezTo>
                  <a:cubicBezTo>
                    <a:pt x="10509" y="37"/>
                    <a:pt x="18323" y="1836"/>
                    <a:pt x="24543" y="8164"/>
                  </a:cubicBezTo>
                  <a:cubicBezTo>
                    <a:pt x="24550" y="8171"/>
                    <a:pt x="24557" y="8171"/>
                    <a:pt x="24557" y="8171"/>
                  </a:cubicBezTo>
                  <a:cubicBezTo>
                    <a:pt x="24564" y="8171"/>
                    <a:pt x="24573" y="8171"/>
                    <a:pt x="24573" y="8164"/>
                  </a:cubicBezTo>
                  <a:cubicBezTo>
                    <a:pt x="24580" y="8157"/>
                    <a:pt x="24580" y="8141"/>
                    <a:pt x="24573" y="8134"/>
                  </a:cubicBezTo>
                  <a:cubicBezTo>
                    <a:pt x="18339" y="1800"/>
                    <a:pt x="10516" y="1"/>
                    <a:pt x="489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34"/>
            <p:cNvSpPr/>
            <p:nvPr/>
          </p:nvSpPr>
          <p:spPr>
            <a:xfrm>
              <a:off x="6067097" y="3107620"/>
              <a:ext cx="3536871" cy="1176579"/>
            </a:xfrm>
            <a:custGeom>
              <a:avLst/>
              <a:gdLst/>
              <a:ahLst/>
              <a:cxnLst/>
              <a:rect l="l" t="t" r="r" b="b"/>
              <a:pathLst>
                <a:path w="23303" h="7752" extrusionOk="0">
                  <a:moveTo>
                    <a:pt x="4104" y="1"/>
                  </a:moveTo>
                  <a:cubicBezTo>
                    <a:pt x="2963" y="1"/>
                    <a:pt x="1937" y="87"/>
                    <a:pt x="1099" y="245"/>
                  </a:cubicBezTo>
                  <a:cubicBezTo>
                    <a:pt x="687" y="332"/>
                    <a:pt x="319" y="427"/>
                    <a:pt x="0" y="548"/>
                  </a:cubicBezTo>
                  <a:lnTo>
                    <a:pt x="0" y="592"/>
                  </a:lnTo>
                  <a:cubicBezTo>
                    <a:pt x="319" y="470"/>
                    <a:pt x="694" y="368"/>
                    <a:pt x="1106" y="288"/>
                  </a:cubicBezTo>
                  <a:cubicBezTo>
                    <a:pt x="1944" y="124"/>
                    <a:pt x="2963" y="44"/>
                    <a:pt x="4104" y="44"/>
                  </a:cubicBezTo>
                  <a:cubicBezTo>
                    <a:pt x="7144" y="44"/>
                    <a:pt x="11052" y="635"/>
                    <a:pt x="14635" y="1892"/>
                  </a:cubicBezTo>
                  <a:cubicBezTo>
                    <a:pt x="18225" y="3157"/>
                    <a:pt x="21489" y="5078"/>
                    <a:pt x="23259" y="7736"/>
                  </a:cubicBezTo>
                  <a:cubicBezTo>
                    <a:pt x="23266" y="7743"/>
                    <a:pt x="23273" y="7751"/>
                    <a:pt x="23280" y="7751"/>
                  </a:cubicBezTo>
                  <a:cubicBezTo>
                    <a:pt x="23280" y="7751"/>
                    <a:pt x="23289" y="7751"/>
                    <a:pt x="23289" y="7743"/>
                  </a:cubicBezTo>
                  <a:cubicBezTo>
                    <a:pt x="23302" y="7736"/>
                    <a:pt x="23302" y="7729"/>
                    <a:pt x="23295" y="7715"/>
                  </a:cubicBezTo>
                  <a:cubicBezTo>
                    <a:pt x="21512" y="5049"/>
                    <a:pt x="18239" y="3121"/>
                    <a:pt x="14649" y="1857"/>
                  </a:cubicBezTo>
                  <a:cubicBezTo>
                    <a:pt x="11059" y="600"/>
                    <a:pt x="7151" y="1"/>
                    <a:pt x="41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34"/>
            <p:cNvSpPr/>
            <p:nvPr/>
          </p:nvSpPr>
          <p:spPr>
            <a:xfrm>
              <a:off x="6066035" y="3265469"/>
              <a:ext cx="3282492" cy="968189"/>
            </a:xfrm>
            <a:custGeom>
              <a:avLst/>
              <a:gdLst/>
              <a:ahLst/>
              <a:cxnLst/>
              <a:rect l="l" t="t" r="r" b="b"/>
              <a:pathLst>
                <a:path w="21627" h="6379" extrusionOk="0">
                  <a:moveTo>
                    <a:pt x="4147" y="1"/>
                  </a:moveTo>
                  <a:cubicBezTo>
                    <a:pt x="2745" y="1"/>
                    <a:pt x="1351" y="101"/>
                    <a:pt x="0" y="318"/>
                  </a:cubicBezTo>
                  <a:lnTo>
                    <a:pt x="0" y="354"/>
                  </a:lnTo>
                  <a:cubicBezTo>
                    <a:pt x="1344" y="145"/>
                    <a:pt x="2738" y="44"/>
                    <a:pt x="4147" y="44"/>
                  </a:cubicBezTo>
                  <a:cubicBezTo>
                    <a:pt x="7694" y="44"/>
                    <a:pt x="11305" y="694"/>
                    <a:pt x="14403" y="1805"/>
                  </a:cubicBezTo>
                  <a:cubicBezTo>
                    <a:pt x="17502" y="2925"/>
                    <a:pt x="20089" y="4508"/>
                    <a:pt x="21583" y="6371"/>
                  </a:cubicBezTo>
                  <a:cubicBezTo>
                    <a:pt x="21590" y="6378"/>
                    <a:pt x="21597" y="6378"/>
                    <a:pt x="21605" y="6378"/>
                  </a:cubicBezTo>
                  <a:cubicBezTo>
                    <a:pt x="21605" y="6378"/>
                    <a:pt x="21612" y="6378"/>
                    <a:pt x="21612" y="6371"/>
                  </a:cubicBezTo>
                  <a:cubicBezTo>
                    <a:pt x="21626" y="6364"/>
                    <a:pt x="21626" y="6356"/>
                    <a:pt x="21619" y="6342"/>
                  </a:cubicBezTo>
                  <a:cubicBezTo>
                    <a:pt x="20109" y="4471"/>
                    <a:pt x="17516" y="2889"/>
                    <a:pt x="14418" y="1771"/>
                  </a:cubicBezTo>
                  <a:cubicBezTo>
                    <a:pt x="11312" y="651"/>
                    <a:pt x="7701" y="1"/>
                    <a:pt x="41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34"/>
            <p:cNvSpPr/>
            <p:nvPr/>
          </p:nvSpPr>
          <p:spPr>
            <a:xfrm>
              <a:off x="6062848" y="3438647"/>
              <a:ext cx="3055433" cy="781806"/>
            </a:xfrm>
            <a:custGeom>
              <a:avLst/>
              <a:gdLst/>
              <a:ahLst/>
              <a:cxnLst/>
              <a:rect l="l" t="t" r="r" b="b"/>
              <a:pathLst>
                <a:path w="20131" h="5151" extrusionOk="0">
                  <a:moveTo>
                    <a:pt x="3511" y="0"/>
                  </a:moveTo>
                  <a:cubicBezTo>
                    <a:pt x="2202" y="0"/>
                    <a:pt x="1004" y="101"/>
                    <a:pt x="1" y="304"/>
                  </a:cubicBezTo>
                  <a:lnTo>
                    <a:pt x="1" y="340"/>
                  </a:lnTo>
                  <a:cubicBezTo>
                    <a:pt x="1004" y="144"/>
                    <a:pt x="2195" y="44"/>
                    <a:pt x="3511" y="44"/>
                  </a:cubicBezTo>
                  <a:cubicBezTo>
                    <a:pt x="6255" y="44"/>
                    <a:pt x="9506" y="477"/>
                    <a:pt x="12517" y="1330"/>
                  </a:cubicBezTo>
                  <a:cubicBezTo>
                    <a:pt x="15530" y="2190"/>
                    <a:pt x="18303" y="3461"/>
                    <a:pt x="20094" y="5144"/>
                  </a:cubicBezTo>
                  <a:cubicBezTo>
                    <a:pt x="20094" y="5151"/>
                    <a:pt x="20101" y="5151"/>
                    <a:pt x="20110" y="5151"/>
                  </a:cubicBezTo>
                  <a:cubicBezTo>
                    <a:pt x="20110" y="5151"/>
                    <a:pt x="20116" y="5151"/>
                    <a:pt x="20123" y="5144"/>
                  </a:cubicBezTo>
                  <a:cubicBezTo>
                    <a:pt x="20130" y="5137"/>
                    <a:pt x="20130" y="5121"/>
                    <a:pt x="20123" y="5114"/>
                  </a:cubicBezTo>
                  <a:cubicBezTo>
                    <a:pt x="18324" y="3424"/>
                    <a:pt x="15543" y="2147"/>
                    <a:pt x="12525" y="1294"/>
                  </a:cubicBezTo>
                  <a:cubicBezTo>
                    <a:pt x="9513" y="434"/>
                    <a:pt x="6262" y="0"/>
                    <a:pt x="351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34"/>
            <p:cNvSpPr/>
            <p:nvPr/>
          </p:nvSpPr>
          <p:spPr>
            <a:xfrm>
              <a:off x="6376268" y="3607575"/>
              <a:ext cx="2455912" cy="673133"/>
            </a:xfrm>
            <a:custGeom>
              <a:avLst/>
              <a:gdLst/>
              <a:ahLst/>
              <a:cxnLst/>
              <a:rect l="l" t="t" r="r" b="b"/>
              <a:pathLst>
                <a:path w="16181" h="4435" extrusionOk="0">
                  <a:moveTo>
                    <a:pt x="1770" y="0"/>
                  </a:moveTo>
                  <a:cubicBezTo>
                    <a:pt x="1170" y="0"/>
                    <a:pt x="586" y="21"/>
                    <a:pt x="23" y="71"/>
                  </a:cubicBezTo>
                  <a:cubicBezTo>
                    <a:pt x="16" y="71"/>
                    <a:pt x="0" y="87"/>
                    <a:pt x="7" y="94"/>
                  </a:cubicBezTo>
                  <a:cubicBezTo>
                    <a:pt x="7" y="108"/>
                    <a:pt x="16" y="115"/>
                    <a:pt x="23" y="115"/>
                  </a:cubicBezTo>
                  <a:lnTo>
                    <a:pt x="30" y="115"/>
                  </a:lnTo>
                  <a:cubicBezTo>
                    <a:pt x="586" y="64"/>
                    <a:pt x="1170" y="44"/>
                    <a:pt x="1770" y="44"/>
                  </a:cubicBezTo>
                  <a:cubicBezTo>
                    <a:pt x="4414" y="44"/>
                    <a:pt x="7347" y="505"/>
                    <a:pt x="9940" y="1294"/>
                  </a:cubicBezTo>
                  <a:cubicBezTo>
                    <a:pt x="12541" y="2074"/>
                    <a:pt x="14808" y="3171"/>
                    <a:pt x="16145" y="4435"/>
                  </a:cubicBezTo>
                  <a:lnTo>
                    <a:pt x="16172" y="4435"/>
                  </a:lnTo>
                  <a:cubicBezTo>
                    <a:pt x="16181" y="4421"/>
                    <a:pt x="16181" y="4414"/>
                    <a:pt x="16172" y="4405"/>
                  </a:cubicBezTo>
                  <a:cubicBezTo>
                    <a:pt x="14829" y="3135"/>
                    <a:pt x="12554" y="2037"/>
                    <a:pt x="9954" y="1250"/>
                  </a:cubicBezTo>
                  <a:cubicBezTo>
                    <a:pt x="7354" y="470"/>
                    <a:pt x="4421" y="0"/>
                    <a:pt x="177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34"/>
            <p:cNvSpPr/>
            <p:nvPr/>
          </p:nvSpPr>
          <p:spPr>
            <a:xfrm>
              <a:off x="6896865" y="3826742"/>
              <a:ext cx="1765476" cy="521811"/>
            </a:xfrm>
            <a:custGeom>
              <a:avLst/>
              <a:gdLst/>
              <a:ahLst/>
              <a:cxnLst/>
              <a:rect l="l" t="t" r="r" b="b"/>
              <a:pathLst>
                <a:path w="11632" h="3438" extrusionOk="0">
                  <a:moveTo>
                    <a:pt x="23" y="0"/>
                  </a:moveTo>
                  <a:cubicBezTo>
                    <a:pt x="10" y="0"/>
                    <a:pt x="1" y="7"/>
                    <a:pt x="1" y="23"/>
                  </a:cubicBezTo>
                  <a:cubicBezTo>
                    <a:pt x="1" y="30"/>
                    <a:pt x="10" y="37"/>
                    <a:pt x="23" y="37"/>
                  </a:cubicBezTo>
                  <a:cubicBezTo>
                    <a:pt x="7325" y="110"/>
                    <a:pt x="10568" y="2138"/>
                    <a:pt x="11595" y="3431"/>
                  </a:cubicBezTo>
                  <a:cubicBezTo>
                    <a:pt x="11602" y="3438"/>
                    <a:pt x="11602" y="3438"/>
                    <a:pt x="11609" y="3438"/>
                  </a:cubicBezTo>
                  <a:lnTo>
                    <a:pt x="11624" y="3438"/>
                  </a:lnTo>
                  <a:cubicBezTo>
                    <a:pt x="11631" y="3431"/>
                    <a:pt x="11631" y="3417"/>
                    <a:pt x="11624" y="3410"/>
                  </a:cubicBezTo>
                  <a:cubicBezTo>
                    <a:pt x="10591" y="2103"/>
                    <a:pt x="7334" y="66"/>
                    <a:pt x="2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0" name="Google Shape;290;p34"/>
          <p:cNvSpPr/>
          <p:nvPr/>
        </p:nvSpPr>
        <p:spPr>
          <a:xfrm flipH="1">
            <a:off x="-142486" y="3952650"/>
            <a:ext cx="2528212" cy="1311707"/>
          </a:xfrm>
          <a:custGeom>
            <a:avLst/>
            <a:gdLst/>
            <a:ahLst/>
            <a:cxnLst/>
            <a:rect l="l" t="t" r="r" b="b"/>
            <a:pathLst>
              <a:path w="17509" h="9084" extrusionOk="0">
                <a:moveTo>
                  <a:pt x="13634" y="0"/>
                </a:moveTo>
                <a:cubicBezTo>
                  <a:pt x="10403" y="0"/>
                  <a:pt x="8215" y="2841"/>
                  <a:pt x="7758" y="5155"/>
                </a:cubicBezTo>
                <a:cubicBezTo>
                  <a:pt x="7324" y="4868"/>
                  <a:pt x="6940" y="4729"/>
                  <a:pt x="6604" y="4729"/>
                </a:cubicBezTo>
                <a:cubicBezTo>
                  <a:pt x="5984" y="4729"/>
                  <a:pt x="5526" y="5205"/>
                  <a:pt x="5217" y="6109"/>
                </a:cubicBezTo>
                <a:cubicBezTo>
                  <a:pt x="4696" y="5699"/>
                  <a:pt x="4190" y="5530"/>
                  <a:pt x="3740" y="5530"/>
                </a:cubicBezTo>
                <a:cubicBezTo>
                  <a:pt x="2728" y="5530"/>
                  <a:pt x="1994" y="6386"/>
                  <a:pt x="1994" y="7300"/>
                </a:cubicBezTo>
                <a:lnTo>
                  <a:pt x="0" y="9083"/>
                </a:lnTo>
                <a:lnTo>
                  <a:pt x="17509" y="9083"/>
                </a:lnTo>
                <a:lnTo>
                  <a:pt x="17509" y="1269"/>
                </a:lnTo>
                <a:cubicBezTo>
                  <a:pt x="16103" y="370"/>
                  <a:pt x="14801" y="0"/>
                  <a:pt x="1363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1" name="Google Shape;291;p34"/>
          <p:cNvGrpSpPr/>
          <p:nvPr/>
        </p:nvGrpSpPr>
        <p:grpSpPr>
          <a:xfrm>
            <a:off x="128444" y="4177961"/>
            <a:ext cx="330354" cy="241448"/>
            <a:chOff x="2300825" y="4105475"/>
            <a:chExt cx="103475" cy="75625"/>
          </a:xfrm>
        </p:grpSpPr>
        <p:sp>
          <p:nvSpPr>
            <p:cNvPr id="292" name="Google Shape;292;p34"/>
            <p:cNvSpPr/>
            <p:nvPr/>
          </p:nvSpPr>
          <p:spPr>
            <a:xfrm>
              <a:off x="2300825" y="4105475"/>
              <a:ext cx="103475" cy="75625"/>
            </a:xfrm>
            <a:custGeom>
              <a:avLst/>
              <a:gdLst/>
              <a:ahLst/>
              <a:cxnLst/>
              <a:rect l="l" t="t" r="r" b="b"/>
              <a:pathLst>
                <a:path w="4139" h="3025" extrusionOk="0">
                  <a:moveTo>
                    <a:pt x="2777" y="0"/>
                  </a:moveTo>
                  <a:cubicBezTo>
                    <a:pt x="2352" y="0"/>
                    <a:pt x="1858" y="145"/>
                    <a:pt x="1394" y="433"/>
                  </a:cubicBezTo>
                  <a:cubicBezTo>
                    <a:pt x="455" y="1019"/>
                    <a:pt x="1" y="1972"/>
                    <a:pt x="368" y="2572"/>
                  </a:cubicBezTo>
                  <a:cubicBezTo>
                    <a:pt x="559" y="2872"/>
                    <a:pt x="925" y="3024"/>
                    <a:pt x="1362" y="3024"/>
                  </a:cubicBezTo>
                  <a:cubicBezTo>
                    <a:pt x="1785" y="3024"/>
                    <a:pt x="2275" y="2881"/>
                    <a:pt x="2738" y="2593"/>
                  </a:cubicBezTo>
                  <a:cubicBezTo>
                    <a:pt x="3677" y="2009"/>
                    <a:pt x="4139" y="1048"/>
                    <a:pt x="3764" y="456"/>
                  </a:cubicBezTo>
                  <a:cubicBezTo>
                    <a:pt x="3577" y="152"/>
                    <a:pt x="3213" y="0"/>
                    <a:pt x="27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34"/>
            <p:cNvSpPr/>
            <p:nvPr/>
          </p:nvSpPr>
          <p:spPr>
            <a:xfrm>
              <a:off x="2323025" y="4118950"/>
              <a:ext cx="45350" cy="30775"/>
            </a:xfrm>
            <a:custGeom>
              <a:avLst/>
              <a:gdLst/>
              <a:ahLst/>
              <a:cxnLst/>
              <a:rect l="l" t="t" r="r" b="b"/>
              <a:pathLst>
                <a:path w="1814" h="1231" extrusionOk="0">
                  <a:moveTo>
                    <a:pt x="1369" y="1"/>
                  </a:moveTo>
                  <a:cubicBezTo>
                    <a:pt x="1172" y="1"/>
                    <a:pt x="918" y="80"/>
                    <a:pt x="673" y="234"/>
                  </a:cubicBezTo>
                  <a:cubicBezTo>
                    <a:pt x="239" y="509"/>
                    <a:pt x="0" y="891"/>
                    <a:pt x="130" y="1101"/>
                  </a:cubicBezTo>
                  <a:cubicBezTo>
                    <a:pt x="185" y="1188"/>
                    <a:pt x="296" y="1230"/>
                    <a:pt x="438" y="1230"/>
                  </a:cubicBezTo>
                  <a:cubicBezTo>
                    <a:pt x="636" y="1230"/>
                    <a:pt x="894" y="1148"/>
                    <a:pt x="1143" y="993"/>
                  </a:cubicBezTo>
                  <a:cubicBezTo>
                    <a:pt x="1576" y="726"/>
                    <a:pt x="1813" y="343"/>
                    <a:pt x="1683" y="133"/>
                  </a:cubicBezTo>
                  <a:cubicBezTo>
                    <a:pt x="1628" y="44"/>
                    <a:pt x="1514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4" name="Google Shape;294;p34"/>
          <p:cNvGrpSpPr/>
          <p:nvPr/>
        </p:nvGrpSpPr>
        <p:grpSpPr>
          <a:xfrm>
            <a:off x="794013" y="4419407"/>
            <a:ext cx="211059" cy="134662"/>
            <a:chOff x="2097475" y="4160575"/>
            <a:chExt cx="80600" cy="51425"/>
          </a:xfrm>
        </p:grpSpPr>
        <p:sp>
          <p:nvSpPr>
            <p:cNvPr id="295" name="Google Shape;295;p34"/>
            <p:cNvSpPr/>
            <p:nvPr/>
          </p:nvSpPr>
          <p:spPr>
            <a:xfrm>
              <a:off x="2097475" y="4160575"/>
              <a:ext cx="80600" cy="51425"/>
            </a:xfrm>
            <a:custGeom>
              <a:avLst/>
              <a:gdLst/>
              <a:ahLst/>
              <a:cxnLst/>
              <a:rect l="l" t="t" r="r" b="b"/>
              <a:pathLst>
                <a:path w="3224" h="2057" extrusionOk="0">
                  <a:moveTo>
                    <a:pt x="1229" y="1"/>
                  </a:moveTo>
                  <a:cubicBezTo>
                    <a:pt x="703" y="1"/>
                    <a:pt x="274" y="212"/>
                    <a:pt x="160" y="578"/>
                  </a:cubicBezTo>
                  <a:cubicBezTo>
                    <a:pt x="1" y="1082"/>
                    <a:pt x="521" y="1696"/>
                    <a:pt x="1324" y="1949"/>
                  </a:cubicBezTo>
                  <a:cubicBezTo>
                    <a:pt x="1555" y="2022"/>
                    <a:pt x="1784" y="2057"/>
                    <a:pt x="1997" y="2057"/>
                  </a:cubicBezTo>
                  <a:cubicBezTo>
                    <a:pt x="2523" y="2057"/>
                    <a:pt x="2951" y="1847"/>
                    <a:pt x="3064" y="1488"/>
                  </a:cubicBezTo>
                  <a:cubicBezTo>
                    <a:pt x="3224" y="975"/>
                    <a:pt x="2704" y="361"/>
                    <a:pt x="1901" y="108"/>
                  </a:cubicBezTo>
                  <a:cubicBezTo>
                    <a:pt x="1671" y="35"/>
                    <a:pt x="1442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34"/>
            <p:cNvSpPr/>
            <p:nvPr/>
          </p:nvSpPr>
          <p:spPr>
            <a:xfrm>
              <a:off x="2120250" y="4172550"/>
              <a:ext cx="35950" cy="19325"/>
            </a:xfrm>
            <a:custGeom>
              <a:avLst/>
              <a:gdLst/>
              <a:ahLst/>
              <a:cxnLst/>
              <a:rect l="l" t="t" r="r" b="b"/>
              <a:pathLst>
                <a:path w="1438" h="773" extrusionOk="0">
                  <a:moveTo>
                    <a:pt x="444" y="0"/>
                  </a:moveTo>
                  <a:cubicBezTo>
                    <a:pt x="242" y="0"/>
                    <a:pt x="88" y="62"/>
                    <a:pt x="50" y="177"/>
                  </a:cubicBezTo>
                  <a:cubicBezTo>
                    <a:pt x="0" y="359"/>
                    <a:pt x="253" y="596"/>
                    <a:pt x="614" y="713"/>
                  </a:cubicBezTo>
                  <a:cubicBezTo>
                    <a:pt x="744" y="753"/>
                    <a:pt x="872" y="772"/>
                    <a:pt x="985" y="772"/>
                  </a:cubicBezTo>
                  <a:cubicBezTo>
                    <a:pt x="1192" y="772"/>
                    <a:pt x="1350" y="709"/>
                    <a:pt x="1387" y="596"/>
                  </a:cubicBezTo>
                  <a:cubicBezTo>
                    <a:pt x="1437" y="416"/>
                    <a:pt x="1186" y="177"/>
                    <a:pt x="823" y="63"/>
                  </a:cubicBezTo>
                  <a:cubicBezTo>
                    <a:pt x="690" y="20"/>
                    <a:pt x="559" y="0"/>
                    <a:pt x="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7" name="Google Shape;297;p34"/>
          <p:cNvGrpSpPr/>
          <p:nvPr/>
        </p:nvGrpSpPr>
        <p:grpSpPr>
          <a:xfrm rot="3276011">
            <a:off x="1695099" y="4906222"/>
            <a:ext cx="240950" cy="176127"/>
            <a:chOff x="2300825" y="4105475"/>
            <a:chExt cx="103475" cy="75625"/>
          </a:xfrm>
        </p:grpSpPr>
        <p:sp>
          <p:nvSpPr>
            <p:cNvPr id="298" name="Google Shape;298;p34"/>
            <p:cNvSpPr/>
            <p:nvPr/>
          </p:nvSpPr>
          <p:spPr>
            <a:xfrm>
              <a:off x="2300825" y="4105475"/>
              <a:ext cx="103475" cy="75625"/>
            </a:xfrm>
            <a:custGeom>
              <a:avLst/>
              <a:gdLst/>
              <a:ahLst/>
              <a:cxnLst/>
              <a:rect l="l" t="t" r="r" b="b"/>
              <a:pathLst>
                <a:path w="4139" h="3025" extrusionOk="0">
                  <a:moveTo>
                    <a:pt x="2777" y="0"/>
                  </a:moveTo>
                  <a:cubicBezTo>
                    <a:pt x="2352" y="0"/>
                    <a:pt x="1858" y="145"/>
                    <a:pt x="1394" y="433"/>
                  </a:cubicBezTo>
                  <a:cubicBezTo>
                    <a:pt x="455" y="1019"/>
                    <a:pt x="1" y="1972"/>
                    <a:pt x="368" y="2572"/>
                  </a:cubicBezTo>
                  <a:cubicBezTo>
                    <a:pt x="559" y="2872"/>
                    <a:pt x="925" y="3024"/>
                    <a:pt x="1362" y="3024"/>
                  </a:cubicBezTo>
                  <a:cubicBezTo>
                    <a:pt x="1785" y="3024"/>
                    <a:pt x="2275" y="2881"/>
                    <a:pt x="2738" y="2593"/>
                  </a:cubicBezTo>
                  <a:cubicBezTo>
                    <a:pt x="3677" y="2009"/>
                    <a:pt x="4139" y="1048"/>
                    <a:pt x="3764" y="456"/>
                  </a:cubicBezTo>
                  <a:cubicBezTo>
                    <a:pt x="3577" y="152"/>
                    <a:pt x="3213" y="0"/>
                    <a:pt x="27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34"/>
            <p:cNvSpPr/>
            <p:nvPr/>
          </p:nvSpPr>
          <p:spPr>
            <a:xfrm>
              <a:off x="2323025" y="4118950"/>
              <a:ext cx="45350" cy="30775"/>
            </a:xfrm>
            <a:custGeom>
              <a:avLst/>
              <a:gdLst/>
              <a:ahLst/>
              <a:cxnLst/>
              <a:rect l="l" t="t" r="r" b="b"/>
              <a:pathLst>
                <a:path w="1814" h="1231" extrusionOk="0">
                  <a:moveTo>
                    <a:pt x="1369" y="1"/>
                  </a:moveTo>
                  <a:cubicBezTo>
                    <a:pt x="1172" y="1"/>
                    <a:pt x="918" y="80"/>
                    <a:pt x="673" y="234"/>
                  </a:cubicBezTo>
                  <a:cubicBezTo>
                    <a:pt x="239" y="509"/>
                    <a:pt x="0" y="891"/>
                    <a:pt x="130" y="1101"/>
                  </a:cubicBezTo>
                  <a:cubicBezTo>
                    <a:pt x="185" y="1188"/>
                    <a:pt x="296" y="1230"/>
                    <a:pt x="438" y="1230"/>
                  </a:cubicBezTo>
                  <a:cubicBezTo>
                    <a:pt x="636" y="1230"/>
                    <a:pt x="894" y="1148"/>
                    <a:pt x="1143" y="993"/>
                  </a:cubicBezTo>
                  <a:cubicBezTo>
                    <a:pt x="1576" y="726"/>
                    <a:pt x="1813" y="343"/>
                    <a:pt x="1683" y="133"/>
                  </a:cubicBezTo>
                  <a:cubicBezTo>
                    <a:pt x="1628" y="44"/>
                    <a:pt x="1514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0" name="Google Shape;300;p34"/>
          <p:cNvGrpSpPr/>
          <p:nvPr/>
        </p:nvGrpSpPr>
        <p:grpSpPr>
          <a:xfrm flipH="1">
            <a:off x="458788" y="4792261"/>
            <a:ext cx="283148" cy="180682"/>
            <a:chOff x="2097475" y="4160575"/>
            <a:chExt cx="80600" cy="51425"/>
          </a:xfrm>
        </p:grpSpPr>
        <p:sp>
          <p:nvSpPr>
            <p:cNvPr id="301" name="Google Shape;301;p34"/>
            <p:cNvSpPr/>
            <p:nvPr/>
          </p:nvSpPr>
          <p:spPr>
            <a:xfrm>
              <a:off x="2097475" y="4160575"/>
              <a:ext cx="80600" cy="51425"/>
            </a:xfrm>
            <a:custGeom>
              <a:avLst/>
              <a:gdLst/>
              <a:ahLst/>
              <a:cxnLst/>
              <a:rect l="l" t="t" r="r" b="b"/>
              <a:pathLst>
                <a:path w="3224" h="2057" extrusionOk="0">
                  <a:moveTo>
                    <a:pt x="1229" y="1"/>
                  </a:moveTo>
                  <a:cubicBezTo>
                    <a:pt x="703" y="1"/>
                    <a:pt x="274" y="212"/>
                    <a:pt x="160" y="578"/>
                  </a:cubicBezTo>
                  <a:cubicBezTo>
                    <a:pt x="1" y="1082"/>
                    <a:pt x="521" y="1696"/>
                    <a:pt x="1324" y="1949"/>
                  </a:cubicBezTo>
                  <a:cubicBezTo>
                    <a:pt x="1555" y="2022"/>
                    <a:pt x="1784" y="2057"/>
                    <a:pt x="1997" y="2057"/>
                  </a:cubicBezTo>
                  <a:cubicBezTo>
                    <a:pt x="2523" y="2057"/>
                    <a:pt x="2951" y="1847"/>
                    <a:pt x="3064" y="1488"/>
                  </a:cubicBezTo>
                  <a:cubicBezTo>
                    <a:pt x="3224" y="975"/>
                    <a:pt x="2704" y="361"/>
                    <a:pt x="1901" y="108"/>
                  </a:cubicBezTo>
                  <a:cubicBezTo>
                    <a:pt x="1671" y="35"/>
                    <a:pt x="1442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34"/>
            <p:cNvSpPr/>
            <p:nvPr/>
          </p:nvSpPr>
          <p:spPr>
            <a:xfrm>
              <a:off x="2120250" y="4172550"/>
              <a:ext cx="35950" cy="19325"/>
            </a:xfrm>
            <a:custGeom>
              <a:avLst/>
              <a:gdLst/>
              <a:ahLst/>
              <a:cxnLst/>
              <a:rect l="l" t="t" r="r" b="b"/>
              <a:pathLst>
                <a:path w="1438" h="773" extrusionOk="0">
                  <a:moveTo>
                    <a:pt x="444" y="0"/>
                  </a:moveTo>
                  <a:cubicBezTo>
                    <a:pt x="242" y="0"/>
                    <a:pt x="88" y="62"/>
                    <a:pt x="50" y="177"/>
                  </a:cubicBezTo>
                  <a:cubicBezTo>
                    <a:pt x="0" y="359"/>
                    <a:pt x="253" y="596"/>
                    <a:pt x="614" y="713"/>
                  </a:cubicBezTo>
                  <a:cubicBezTo>
                    <a:pt x="744" y="753"/>
                    <a:pt x="872" y="772"/>
                    <a:pt x="985" y="772"/>
                  </a:cubicBezTo>
                  <a:cubicBezTo>
                    <a:pt x="1192" y="772"/>
                    <a:pt x="1350" y="709"/>
                    <a:pt x="1387" y="596"/>
                  </a:cubicBezTo>
                  <a:cubicBezTo>
                    <a:pt x="1437" y="416"/>
                    <a:pt x="1186" y="177"/>
                    <a:pt x="823" y="63"/>
                  </a:cubicBezTo>
                  <a:cubicBezTo>
                    <a:pt x="690" y="20"/>
                    <a:pt x="559" y="0"/>
                    <a:pt x="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3" name="Google Shape;303;p34"/>
          <p:cNvSpPr/>
          <p:nvPr/>
        </p:nvSpPr>
        <p:spPr>
          <a:xfrm>
            <a:off x="-296024" y="131799"/>
            <a:ext cx="1792758" cy="403205"/>
          </a:xfrm>
          <a:custGeom>
            <a:avLst/>
            <a:gdLst/>
            <a:ahLst/>
            <a:cxnLst/>
            <a:rect l="l" t="t" r="r" b="b"/>
            <a:pathLst>
              <a:path w="28258" h="5545" extrusionOk="0">
                <a:moveTo>
                  <a:pt x="10378" y="0"/>
                </a:moveTo>
                <a:cubicBezTo>
                  <a:pt x="8312" y="0"/>
                  <a:pt x="6398" y="1151"/>
                  <a:pt x="5310" y="3326"/>
                </a:cubicBezTo>
                <a:cubicBezTo>
                  <a:pt x="4474" y="2885"/>
                  <a:pt x="3683" y="2665"/>
                  <a:pt x="2977" y="2665"/>
                </a:cubicBezTo>
                <a:cubicBezTo>
                  <a:pt x="1507" y="2665"/>
                  <a:pt x="401" y="3622"/>
                  <a:pt x="1" y="5545"/>
                </a:cubicBezTo>
                <a:lnTo>
                  <a:pt x="28257" y="5545"/>
                </a:lnTo>
                <a:cubicBezTo>
                  <a:pt x="26931" y="3847"/>
                  <a:pt x="25535" y="3011"/>
                  <a:pt x="24074" y="3011"/>
                </a:cubicBezTo>
                <a:cubicBezTo>
                  <a:pt x="23363" y="3011"/>
                  <a:pt x="22637" y="3209"/>
                  <a:pt x="21895" y="3601"/>
                </a:cubicBezTo>
                <a:cubicBezTo>
                  <a:pt x="20794" y="1817"/>
                  <a:pt x="19594" y="928"/>
                  <a:pt x="18291" y="928"/>
                </a:cubicBezTo>
                <a:cubicBezTo>
                  <a:pt x="17352" y="928"/>
                  <a:pt x="16360" y="1389"/>
                  <a:pt x="15315" y="2308"/>
                </a:cubicBezTo>
                <a:cubicBezTo>
                  <a:pt x="13806" y="748"/>
                  <a:pt x="12042" y="0"/>
                  <a:pt x="10378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4"/>
          <p:cNvSpPr txBox="1">
            <a:spLocks noGrp="1"/>
          </p:cNvSpPr>
          <p:nvPr>
            <p:ph type="title"/>
          </p:nvPr>
        </p:nvSpPr>
        <p:spPr>
          <a:xfrm>
            <a:off x="715100" y="2819400"/>
            <a:ext cx="42387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05" name="Google Shape;305;p34"/>
          <p:cNvSpPr txBox="1">
            <a:spLocks noGrp="1"/>
          </p:cNvSpPr>
          <p:nvPr>
            <p:ph type="subTitle" idx="1"/>
          </p:nvPr>
        </p:nvSpPr>
        <p:spPr>
          <a:xfrm>
            <a:off x="715100" y="861900"/>
            <a:ext cx="4900200" cy="19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5"/>
          <p:cNvSpPr/>
          <p:nvPr/>
        </p:nvSpPr>
        <p:spPr>
          <a:xfrm>
            <a:off x="-57500" y="2550499"/>
            <a:ext cx="9259000" cy="2659819"/>
          </a:xfrm>
          <a:custGeom>
            <a:avLst/>
            <a:gdLst/>
            <a:ahLst/>
            <a:cxnLst/>
            <a:rect l="l" t="t" r="r" b="b"/>
            <a:pathLst>
              <a:path w="57554" h="20117" extrusionOk="0">
                <a:moveTo>
                  <a:pt x="1" y="0"/>
                </a:moveTo>
                <a:lnTo>
                  <a:pt x="1" y="20116"/>
                </a:lnTo>
                <a:lnTo>
                  <a:pt x="57554" y="20116"/>
                </a:lnTo>
                <a:lnTo>
                  <a:pt x="57554" y="0"/>
                </a:lnTo>
                <a:cubicBezTo>
                  <a:pt x="53249" y="6588"/>
                  <a:pt x="41989" y="11289"/>
                  <a:pt x="28777" y="11289"/>
                </a:cubicBezTo>
                <a:cubicBezTo>
                  <a:pt x="15566" y="11289"/>
                  <a:pt x="4307" y="6588"/>
                  <a:pt x="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5"/>
          <p:cNvSpPr txBox="1">
            <a:spLocks noGrp="1"/>
          </p:cNvSpPr>
          <p:nvPr>
            <p:ph type="title"/>
          </p:nvPr>
        </p:nvSpPr>
        <p:spPr>
          <a:xfrm>
            <a:off x="1260750" y="1075900"/>
            <a:ext cx="4218300" cy="17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9" name="Google Shape;309;p35"/>
          <p:cNvSpPr txBox="1">
            <a:spLocks noGrp="1"/>
          </p:cNvSpPr>
          <p:nvPr>
            <p:ph type="title" idx="2"/>
          </p:nvPr>
        </p:nvSpPr>
        <p:spPr>
          <a:xfrm>
            <a:off x="7347400" y="752100"/>
            <a:ext cx="9975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310" name="Google Shape;310;p35"/>
          <p:cNvSpPr txBox="1">
            <a:spLocks noGrp="1"/>
          </p:cNvSpPr>
          <p:nvPr>
            <p:ph type="subTitle" idx="1"/>
          </p:nvPr>
        </p:nvSpPr>
        <p:spPr>
          <a:xfrm>
            <a:off x="1999200" y="2866188"/>
            <a:ext cx="2741400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35"/>
          <p:cNvSpPr/>
          <p:nvPr/>
        </p:nvSpPr>
        <p:spPr>
          <a:xfrm>
            <a:off x="-78450" y="3909477"/>
            <a:ext cx="5228078" cy="1275893"/>
          </a:xfrm>
          <a:custGeom>
            <a:avLst/>
            <a:gdLst/>
            <a:ahLst/>
            <a:cxnLst/>
            <a:rect l="l" t="t" r="r" b="b"/>
            <a:pathLst>
              <a:path w="47745" h="13737" extrusionOk="0">
                <a:moveTo>
                  <a:pt x="3987" y="0"/>
                </a:moveTo>
                <a:cubicBezTo>
                  <a:pt x="2591" y="0"/>
                  <a:pt x="1175" y="489"/>
                  <a:pt x="0" y="1392"/>
                </a:cubicBezTo>
                <a:lnTo>
                  <a:pt x="0" y="13737"/>
                </a:lnTo>
                <a:lnTo>
                  <a:pt x="47745" y="12986"/>
                </a:lnTo>
                <a:cubicBezTo>
                  <a:pt x="47138" y="9432"/>
                  <a:pt x="42262" y="9114"/>
                  <a:pt x="42262" y="9114"/>
                </a:cubicBezTo>
                <a:cubicBezTo>
                  <a:pt x="42235" y="7520"/>
                  <a:pt x="41388" y="6795"/>
                  <a:pt x="40476" y="6795"/>
                </a:cubicBezTo>
                <a:cubicBezTo>
                  <a:pt x="40122" y="6795"/>
                  <a:pt x="39759" y="6903"/>
                  <a:pt x="39431" y="7113"/>
                </a:cubicBezTo>
                <a:cubicBezTo>
                  <a:pt x="39086" y="5805"/>
                  <a:pt x="38293" y="5098"/>
                  <a:pt x="37487" y="5098"/>
                </a:cubicBezTo>
                <a:cubicBezTo>
                  <a:pt x="36874" y="5098"/>
                  <a:pt x="36254" y="5508"/>
                  <a:pt x="35820" y="6376"/>
                </a:cubicBezTo>
                <a:cubicBezTo>
                  <a:pt x="35550" y="6023"/>
                  <a:pt x="35159" y="5841"/>
                  <a:pt x="34758" y="5841"/>
                </a:cubicBezTo>
                <a:cubicBezTo>
                  <a:pt x="34075" y="5841"/>
                  <a:pt x="33361" y="6370"/>
                  <a:pt x="33161" y="7489"/>
                </a:cubicBezTo>
                <a:cubicBezTo>
                  <a:pt x="32387" y="6565"/>
                  <a:pt x="31634" y="6119"/>
                  <a:pt x="30902" y="6119"/>
                </a:cubicBezTo>
                <a:cubicBezTo>
                  <a:pt x="30146" y="6119"/>
                  <a:pt x="29413" y="6596"/>
                  <a:pt x="28704" y="7517"/>
                </a:cubicBezTo>
                <a:cubicBezTo>
                  <a:pt x="27974" y="6365"/>
                  <a:pt x="26783" y="5425"/>
                  <a:pt x="25517" y="5425"/>
                </a:cubicBezTo>
                <a:cubicBezTo>
                  <a:pt x="24616" y="5425"/>
                  <a:pt x="23677" y="5901"/>
                  <a:pt x="22839" y="7113"/>
                </a:cubicBezTo>
                <a:cubicBezTo>
                  <a:pt x="22375" y="6239"/>
                  <a:pt x="21812" y="5905"/>
                  <a:pt x="21188" y="5905"/>
                </a:cubicBezTo>
                <a:cubicBezTo>
                  <a:pt x="20724" y="5905"/>
                  <a:pt x="20227" y="6090"/>
                  <a:pt x="19712" y="6376"/>
                </a:cubicBezTo>
                <a:cubicBezTo>
                  <a:pt x="18956" y="4354"/>
                  <a:pt x="17298" y="3044"/>
                  <a:pt x="15579" y="3044"/>
                </a:cubicBezTo>
                <a:cubicBezTo>
                  <a:pt x="14473" y="3044"/>
                  <a:pt x="13342" y="3586"/>
                  <a:pt x="12409" y="4830"/>
                </a:cubicBezTo>
                <a:cubicBezTo>
                  <a:pt x="12032" y="4253"/>
                  <a:pt x="11570" y="3995"/>
                  <a:pt x="11108" y="3995"/>
                </a:cubicBezTo>
                <a:cubicBezTo>
                  <a:pt x="10604" y="3995"/>
                  <a:pt x="10100" y="4300"/>
                  <a:pt x="9701" y="4830"/>
                </a:cubicBezTo>
                <a:cubicBezTo>
                  <a:pt x="8784" y="1481"/>
                  <a:pt x="6417" y="0"/>
                  <a:pt x="398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2" name="Google Shape;312;p35"/>
          <p:cNvGrpSpPr/>
          <p:nvPr/>
        </p:nvGrpSpPr>
        <p:grpSpPr>
          <a:xfrm>
            <a:off x="2507168" y="2866201"/>
            <a:ext cx="6897307" cy="2368408"/>
            <a:chOff x="2507168" y="2866201"/>
            <a:chExt cx="6897307" cy="2368408"/>
          </a:xfrm>
        </p:grpSpPr>
        <p:grpSp>
          <p:nvGrpSpPr>
            <p:cNvPr id="313" name="Google Shape;313;p35"/>
            <p:cNvGrpSpPr/>
            <p:nvPr/>
          </p:nvGrpSpPr>
          <p:grpSpPr>
            <a:xfrm>
              <a:off x="2507168" y="2866201"/>
              <a:ext cx="6897307" cy="2368408"/>
              <a:chOff x="2507168" y="2866201"/>
              <a:chExt cx="6897307" cy="2368408"/>
            </a:xfrm>
          </p:grpSpPr>
          <p:sp>
            <p:nvSpPr>
              <p:cNvPr id="314" name="Google Shape;314;p35"/>
              <p:cNvSpPr/>
              <p:nvPr/>
            </p:nvSpPr>
            <p:spPr>
              <a:xfrm flipH="1">
                <a:off x="2507168" y="2866201"/>
                <a:ext cx="6897306" cy="2368408"/>
              </a:xfrm>
              <a:custGeom>
                <a:avLst/>
                <a:gdLst/>
                <a:ahLst/>
                <a:cxnLst/>
                <a:rect l="l" t="t" r="r" b="b"/>
                <a:pathLst>
                  <a:path w="57091" h="19604" extrusionOk="0">
                    <a:moveTo>
                      <a:pt x="0" y="1"/>
                    </a:moveTo>
                    <a:lnTo>
                      <a:pt x="0" y="19603"/>
                    </a:lnTo>
                    <a:lnTo>
                      <a:pt x="57090" y="19603"/>
                    </a:lnTo>
                    <a:cubicBezTo>
                      <a:pt x="47232" y="18579"/>
                      <a:pt x="29094" y="9542"/>
                      <a:pt x="21836" y="6111"/>
                    </a:cubicBezTo>
                    <a:cubicBezTo>
                      <a:pt x="14583" y="2681"/>
                      <a:pt x="11982" y="911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35"/>
              <p:cNvSpPr/>
              <p:nvPr/>
            </p:nvSpPr>
            <p:spPr>
              <a:xfrm flipH="1">
                <a:off x="6651158" y="4223516"/>
                <a:ext cx="2753317" cy="1011080"/>
              </a:xfrm>
              <a:custGeom>
                <a:avLst/>
                <a:gdLst/>
                <a:ahLst/>
                <a:cxnLst/>
                <a:rect l="l" t="t" r="r" b="b"/>
                <a:pathLst>
                  <a:path w="22790" h="8369" extrusionOk="0">
                    <a:moveTo>
                      <a:pt x="4986" y="1"/>
                    </a:moveTo>
                    <a:cubicBezTo>
                      <a:pt x="4321" y="1"/>
                      <a:pt x="3005" y="69"/>
                      <a:pt x="2108" y="554"/>
                    </a:cubicBezTo>
                    <a:cubicBezTo>
                      <a:pt x="860" y="1233"/>
                      <a:pt x="2108" y="3291"/>
                      <a:pt x="2108" y="3291"/>
                    </a:cubicBezTo>
                    <a:cubicBezTo>
                      <a:pt x="2108" y="3291"/>
                      <a:pt x="1971" y="3276"/>
                      <a:pt x="1758" y="3276"/>
                    </a:cubicBezTo>
                    <a:cubicBezTo>
                      <a:pt x="1314" y="3276"/>
                      <a:pt x="541" y="3339"/>
                      <a:pt x="0" y="3724"/>
                    </a:cubicBezTo>
                    <a:lnTo>
                      <a:pt x="0" y="8368"/>
                    </a:lnTo>
                    <a:lnTo>
                      <a:pt x="22304" y="8368"/>
                    </a:lnTo>
                    <a:cubicBezTo>
                      <a:pt x="22789" y="7228"/>
                      <a:pt x="22507" y="6094"/>
                      <a:pt x="21690" y="5718"/>
                    </a:cubicBezTo>
                    <a:cubicBezTo>
                      <a:pt x="21270" y="5521"/>
                      <a:pt x="20887" y="5449"/>
                      <a:pt x="20553" y="5449"/>
                    </a:cubicBezTo>
                    <a:cubicBezTo>
                      <a:pt x="19635" y="5449"/>
                      <a:pt x="19076" y="5992"/>
                      <a:pt x="19076" y="5992"/>
                    </a:cubicBezTo>
                    <a:cubicBezTo>
                      <a:pt x="19076" y="5992"/>
                      <a:pt x="19379" y="4194"/>
                      <a:pt x="18707" y="3391"/>
                    </a:cubicBezTo>
                    <a:cubicBezTo>
                      <a:pt x="18043" y="2591"/>
                      <a:pt x="5402" y="11"/>
                      <a:pt x="5402" y="11"/>
                    </a:cubicBezTo>
                    <a:cubicBezTo>
                      <a:pt x="5402" y="11"/>
                      <a:pt x="5243" y="1"/>
                      <a:pt x="4986" y="1"/>
                    </a:cubicBezTo>
                    <a:close/>
                  </a:path>
                </a:pathLst>
              </a:custGeom>
              <a:solidFill>
                <a:srgbClr val="212529">
                  <a:alpha val="7058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35"/>
              <p:cNvSpPr/>
              <p:nvPr/>
            </p:nvSpPr>
            <p:spPr>
              <a:xfrm flipH="1">
                <a:off x="2507205" y="3823509"/>
                <a:ext cx="3798587" cy="1411090"/>
              </a:xfrm>
              <a:custGeom>
                <a:avLst/>
                <a:gdLst/>
                <a:ahLst/>
                <a:cxnLst/>
                <a:rect l="l" t="t" r="r" b="b"/>
                <a:pathLst>
                  <a:path w="31442" h="11680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209" y="1301"/>
                      <a:pt x="3771" y="3381"/>
                      <a:pt x="5966" y="4392"/>
                    </a:cubicBezTo>
                    <a:cubicBezTo>
                      <a:pt x="8718" y="5655"/>
                      <a:pt x="6002" y="7368"/>
                      <a:pt x="7895" y="8335"/>
                    </a:cubicBezTo>
                    <a:cubicBezTo>
                      <a:pt x="10055" y="9441"/>
                      <a:pt x="14396" y="8531"/>
                      <a:pt x="16244" y="9556"/>
                    </a:cubicBezTo>
                    <a:cubicBezTo>
                      <a:pt x="17263" y="10119"/>
                      <a:pt x="16996" y="10922"/>
                      <a:pt x="17660" y="11679"/>
                    </a:cubicBezTo>
                    <a:lnTo>
                      <a:pt x="31441" y="11679"/>
                    </a:lnTo>
                    <a:cubicBezTo>
                      <a:pt x="23027" y="10799"/>
                      <a:pt x="8566" y="4081"/>
                      <a:pt x="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35"/>
              <p:cNvSpPr/>
              <p:nvPr/>
            </p:nvSpPr>
            <p:spPr>
              <a:xfrm flipH="1">
                <a:off x="4892539" y="4947779"/>
                <a:ext cx="350839" cy="87951"/>
              </a:xfrm>
              <a:custGeom>
                <a:avLst/>
                <a:gdLst/>
                <a:ahLst/>
                <a:cxnLst/>
                <a:rect l="l" t="t" r="r" b="b"/>
                <a:pathLst>
                  <a:path w="2904" h="728" extrusionOk="0">
                    <a:moveTo>
                      <a:pt x="1472" y="0"/>
                    </a:moveTo>
                    <a:cubicBezTo>
                      <a:pt x="837" y="0"/>
                      <a:pt x="196" y="87"/>
                      <a:pt x="112" y="229"/>
                    </a:cubicBezTo>
                    <a:cubicBezTo>
                      <a:pt x="0" y="424"/>
                      <a:pt x="1008" y="727"/>
                      <a:pt x="1826" y="727"/>
                    </a:cubicBezTo>
                    <a:cubicBezTo>
                      <a:pt x="2278" y="727"/>
                      <a:pt x="2671" y="635"/>
                      <a:pt x="2785" y="380"/>
                    </a:cubicBezTo>
                    <a:cubicBezTo>
                      <a:pt x="2904" y="112"/>
                      <a:pt x="2192" y="0"/>
                      <a:pt x="147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8" name="Google Shape;318;p35"/>
            <p:cNvSpPr/>
            <p:nvPr/>
          </p:nvSpPr>
          <p:spPr>
            <a:xfrm flipH="1">
              <a:off x="5682523" y="4244899"/>
              <a:ext cx="321361" cy="145700"/>
            </a:xfrm>
            <a:custGeom>
              <a:avLst/>
              <a:gdLst/>
              <a:ahLst/>
              <a:cxnLst/>
              <a:rect l="l" t="t" r="r" b="b"/>
              <a:pathLst>
                <a:path w="2660" h="1206" extrusionOk="0">
                  <a:moveTo>
                    <a:pt x="352" y="1"/>
                  </a:moveTo>
                  <a:cubicBezTo>
                    <a:pt x="285" y="1"/>
                    <a:pt x="236" y="12"/>
                    <a:pt x="209" y="37"/>
                  </a:cubicBezTo>
                  <a:cubicBezTo>
                    <a:pt x="1" y="226"/>
                    <a:pt x="1261" y="1205"/>
                    <a:pt x="1980" y="1205"/>
                  </a:cubicBezTo>
                  <a:cubicBezTo>
                    <a:pt x="2109" y="1205"/>
                    <a:pt x="2221" y="1173"/>
                    <a:pt x="2303" y="1100"/>
                  </a:cubicBezTo>
                  <a:cubicBezTo>
                    <a:pt x="2659" y="782"/>
                    <a:pt x="907" y="1"/>
                    <a:pt x="3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9" name="Google Shape;319;p35"/>
          <p:cNvGrpSpPr/>
          <p:nvPr/>
        </p:nvGrpSpPr>
        <p:grpSpPr>
          <a:xfrm>
            <a:off x="1298969" y="4487798"/>
            <a:ext cx="330354" cy="241448"/>
            <a:chOff x="2300825" y="4105475"/>
            <a:chExt cx="103475" cy="75625"/>
          </a:xfrm>
        </p:grpSpPr>
        <p:sp>
          <p:nvSpPr>
            <p:cNvPr id="320" name="Google Shape;320;p35"/>
            <p:cNvSpPr/>
            <p:nvPr/>
          </p:nvSpPr>
          <p:spPr>
            <a:xfrm>
              <a:off x="2300825" y="4105475"/>
              <a:ext cx="103475" cy="75625"/>
            </a:xfrm>
            <a:custGeom>
              <a:avLst/>
              <a:gdLst/>
              <a:ahLst/>
              <a:cxnLst/>
              <a:rect l="l" t="t" r="r" b="b"/>
              <a:pathLst>
                <a:path w="4139" h="3025" extrusionOk="0">
                  <a:moveTo>
                    <a:pt x="2777" y="0"/>
                  </a:moveTo>
                  <a:cubicBezTo>
                    <a:pt x="2352" y="0"/>
                    <a:pt x="1858" y="145"/>
                    <a:pt x="1394" y="433"/>
                  </a:cubicBezTo>
                  <a:cubicBezTo>
                    <a:pt x="455" y="1019"/>
                    <a:pt x="1" y="1972"/>
                    <a:pt x="368" y="2572"/>
                  </a:cubicBezTo>
                  <a:cubicBezTo>
                    <a:pt x="559" y="2872"/>
                    <a:pt x="925" y="3024"/>
                    <a:pt x="1362" y="3024"/>
                  </a:cubicBezTo>
                  <a:cubicBezTo>
                    <a:pt x="1785" y="3024"/>
                    <a:pt x="2275" y="2881"/>
                    <a:pt x="2738" y="2593"/>
                  </a:cubicBezTo>
                  <a:cubicBezTo>
                    <a:pt x="3677" y="2009"/>
                    <a:pt x="4139" y="1048"/>
                    <a:pt x="3764" y="456"/>
                  </a:cubicBezTo>
                  <a:cubicBezTo>
                    <a:pt x="3577" y="152"/>
                    <a:pt x="3213" y="0"/>
                    <a:pt x="27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35"/>
            <p:cNvSpPr/>
            <p:nvPr/>
          </p:nvSpPr>
          <p:spPr>
            <a:xfrm>
              <a:off x="2323025" y="4118950"/>
              <a:ext cx="45350" cy="30775"/>
            </a:xfrm>
            <a:custGeom>
              <a:avLst/>
              <a:gdLst/>
              <a:ahLst/>
              <a:cxnLst/>
              <a:rect l="l" t="t" r="r" b="b"/>
              <a:pathLst>
                <a:path w="1814" h="1231" extrusionOk="0">
                  <a:moveTo>
                    <a:pt x="1369" y="1"/>
                  </a:moveTo>
                  <a:cubicBezTo>
                    <a:pt x="1172" y="1"/>
                    <a:pt x="918" y="80"/>
                    <a:pt x="673" y="234"/>
                  </a:cubicBezTo>
                  <a:cubicBezTo>
                    <a:pt x="239" y="509"/>
                    <a:pt x="0" y="891"/>
                    <a:pt x="130" y="1101"/>
                  </a:cubicBezTo>
                  <a:cubicBezTo>
                    <a:pt x="185" y="1188"/>
                    <a:pt x="296" y="1230"/>
                    <a:pt x="438" y="1230"/>
                  </a:cubicBezTo>
                  <a:cubicBezTo>
                    <a:pt x="636" y="1230"/>
                    <a:pt x="894" y="1148"/>
                    <a:pt x="1143" y="993"/>
                  </a:cubicBezTo>
                  <a:cubicBezTo>
                    <a:pt x="1576" y="726"/>
                    <a:pt x="1813" y="343"/>
                    <a:pt x="1683" y="133"/>
                  </a:cubicBezTo>
                  <a:cubicBezTo>
                    <a:pt x="1628" y="44"/>
                    <a:pt x="1514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2" name="Google Shape;322;p35"/>
          <p:cNvGrpSpPr/>
          <p:nvPr/>
        </p:nvGrpSpPr>
        <p:grpSpPr>
          <a:xfrm>
            <a:off x="273246" y="4181649"/>
            <a:ext cx="402315" cy="256672"/>
            <a:chOff x="2097475" y="4160575"/>
            <a:chExt cx="80600" cy="51425"/>
          </a:xfrm>
        </p:grpSpPr>
        <p:sp>
          <p:nvSpPr>
            <p:cNvPr id="323" name="Google Shape;323;p35"/>
            <p:cNvSpPr/>
            <p:nvPr/>
          </p:nvSpPr>
          <p:spPr>
            <a:xfrm>
              <a:off x="2097475" y="4160575"/>
              <a:ext cx="80600" cy="51425"/>
            </a:xfrm>
            <a:custGeom>
              <a:avLst/>
              <a:gdLst/>
              <a:ahLst/>
              <a:cxnLst/>
              <a:rect l="l" t="t" r="r" b="b"/>
              <a:pathLst>
                <a:path w="3224" h="2057" extrusionOk="0">
                  <a:moveTo>
                    <a:pt x="1229" y="1"/>
                  </a:moveTo>
                  <a:cubicBezTo>
                    <a:pt x="703" y="1"/>
                    <a:pt x="274" y="212"/>
                    <a:pt x="160" y="578"/>
                  </a:cubicBezTo>
                  <a:cubicBezTo>
                    <a:pt x="1" y="1082"/>
                    <a:pt x="521" y="1696"/>
                    <a:pt x="1324" y="1949"/>
                  </a:cubicBezTo>
                  <a:cubicBezTo>
                    <a:pt x="1555" y="2022"/>
                    <a:pt x="1784" y="2057"/>
                    <a:pt x="1997" y="2057"/>
                  </a:cubicBezTo>
                  <a:cubicBezTo>
                    <a:pt x="2523" y="2057"/>
                    <a:pt x="2951" y="1847"/>
                    <a:pt x="3064" y="1488"/>
                  </a:cubicBezTo>
                  <a:cubicBezTo>
                    <a:pt x="3224" y="975"/>
                    <a:pt x="2704" y="361"/>
                    <a:pt x="1901" y="108"/>
                  </a:cubicBezTo>
                  <a:cubicBezTo>
                    <a:pt x="1671" y="35"/>
                    <a:pt x="1442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35"/>
            <p:cNvSpPr/>
            <p:nvPr/>
          </p:nvSpPr>
          <p:spPr>
            <a:xfrm>
              <a:off x="2120250" y="4172550"/>
              <a:ext cx="35950" cy="19325"/>
            </a:xfrm>
            <a:custGeom>
              <a:avLst/>
              <a:gdLst/>
              <a:ahLst/>
              <a:cxnLst/>
              <a:rect l="l" t="t" r="r" b="b"/>
              <a:pathLst>
                <a:path w="1438" h="773" extrusionOk="0">
                  <a:moveTo>
                    <a:pt x="444" y="0"/>
                  </a:moveTo>
                  <a:cubicBezTo>
                    <a:pt x="242" y="0"/>
                    <a:pt x="88" y="62"/>
                    <a:pt x="50" y="177"/>
                  </a:cubicBezTo>
                  <a:cubicBezTo>
                    <a:pt x="0" y="359"/>
                    <a:pt x="253" y="596"/>
                    <a:pt x="614" y="713"/>
                  </a:cubicBezTo>
                  <a:cubicBezTo>
                    <a:pt x="744" y="753"/>
                    <a:pt x="872" y="772"/>
                    <a:pt x="985" y="772"/>
                  </a:cubicBezTo>
                  <a:cubicBezTo>
                    <a:pt x="1192" y="772"/>
                    <a:pt x="1350" y="709"/>
                    <a:pt x="1387" y="596"/>
                  </a:cubicBezTo>
                  <a:cubicBezTo>
                    <a:pt x="1437" y="416"/>
                    <a:pt x="1186" y="177"/>
                    <a:pt x="823" y="63"/>
                  </a:cubicBezTo>
                  <a:cubicBezTo>
                    <a:pt x="690" y="20"/>
                    <a:pt x="559" y="0"/>
                    <a:pt x="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5" name="Google Shape;325;p35"/>
          <p:cNvSpPr/>
          <p:nvPr/>
        </p:nvSpPr>
        <p:spPr>
          <a:xfrm>
            <a:off x="-187378" y="223312"/>
            <a:ext cx="2015855" cy="453373"/>
          </a:xfrm>
          <a:custGeom>
            <a:avLst/>
            <a:gdLst/>
            <a:ahLst/>
            <a:cxnLst/>
            <a:rect l="l" t="t" r="r" b="b"/>
            <a:pathLst>
              <a:path w="28258" h="5545" extrusionOk="0">
                <a:moveTo>
                  <a:pt x="10378" y="0"/>
                </a:moveTo>
                <a:cubicBezTo>
                  <a:pt x="8312" y="0"/>
                  <a:pt x="6398" y="1151"/>
                  <a:pt x="5310" y="3326"/>
                </a:cubicBezTo>
                <a:cubicBezTo>
                  <a:pt x="4474" y="2885"/>
                  <a:pt x="3683" y="2665"/>
                  <a:pt x="2977" y="2665"/>
                </a:cubicBezTo>
                <a:cubicBezTo>
                  <a:pt x="1507" y="2665"/>
                  <a:pt x="401" y="3622"/>
                  <a:pt x="1" y="5545"/>
                </a:cubicBezTo>
                <a:lnTo>
                  <a:pt x="28257" y="5545"/>
                </a:lnTo>
                <a:cubicBezTo>
                  <a:pt x="26931" y="3847"/>
                  <a:pt x="25535" y="3011"/>
                  <a:pt x="24074" y="3011"/>
                </a:cubicBezTo>
                <a:cubicBezTo>
                  <a:pt x="23363" y="3011"/>
                  <a:pt x="22637" y="3209"/>
                  <a:pt x="21895" y="3601"/>
                </a:cubicBezTo>
                <a:cubicBezTo>
                  <a:pt x="20794" y="1817"/>
                  <a:pt x="19594" y="928"/>
                  <a:pt x="18291" y="928"/>
                </a:cubicBezTo>
                <a:cubicBezTo>
                  <a:pt x="17352" y="928"/>
                  <a:pt x="16360" y="1389"/>
                  <a:pt x="15315" y="2308"/>
                </a:cubicBezTo>
                <a:cubicBezTo>
                  <a:pt x="13806" y="748"/>
                  <a:pt x="12042" y="0"/>
                  <a:pt x="10378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5"/>
          <p:cNvSpPr/>
          <p:nvPr/>
        </p:nvSpPr>
        <p:spPr>
          <a:xfrm>
            <a:off x="7263398" y="1924834"/>
            <a:ext cx="2651793" cy="453369"/>
          </a:xfrm>
          <a:custGeom>
            <a:avLst/>
            <a:gdLst/>
            <a:ahLst/>
            <a:cxnLst/>
            <a:rect l="l" t="t" r="r" b="b"/>
            <a:pathLst>
              <a:path w="28455" h="4865" extrusionOk="0">
                <a:moveTo>
                  <a:pt x="18226" y="0"/>
                </a:moveTo>
                <a:cubicBezTo>
                  <a:pt x="16791" y="0"/>
                  <a:pt x="14567" y="945"/>
                  <a:pt x="11645" y="3580"/>
                </a:cubicBezTo>
                <a:cubicBezTo>
                  <a:pt x="11972" y="2555"/>
                  <a:pt x="11763" y="2033"/>
                  <a:pt x="10999" y="2033"/>
                </a:cubicBezTo>
                <a:cubicBezTo>
                  <a:pt x="10243" y="2033"/>
                  <a:pt x="8946" y="2542"/>
                  <a:pt x="7088" y="3580"/>
                </a:cubicBezTo>
                <a:cubicBezTo>
                  <a:pt x="7296" y="2950"/>
                  <a:pt x="7225" y="2536"/>
                  <a:pt x="6626" y="2536"/>
                </a:cubicBezTo>
                <a:cubicBezTo>
                  <a:pt x="5981" y="2536"/>
                  <a:pt x="4724" y="3016"/>
                  <a:pt x="2544" y="4221"/>
                </a:cubicBezTo>
                <a:cubicBezTo>
                  <a:pt x="2882" y="3683"/>
                  <a:pt x="2896" y="3441"/>
                  <a:pt x="2648" y="3441"/>
                </a:cubicBezTo>
                <a:cubicBezTo>
                  <a:pt x="2280" y="3441"/>
                  <a:pt x="1334" y="3972"/>
                  <a:pt x="1" y="4864"/>
                </a:cubicBezTo>
                <a:lnTo>
                  <a:pt x="27167" y="4864"/>
                </a:lnTo>
                <a:cubicBezTo>
                  <a:pt x="28455" y="3310"/>
                  <a:pt x="28409" y="2484"/>
                  <a:pt x="26845" y="2484"/>
                </a:cubicBezTo>
                <a:cubicBezTo>
                  <a:pt x="25741" y="2484"/>
                  <a:pt x="23881" y="2895"/>
                  <a:pt x="21200" y="3753"/>
                </a:cubicBezTo>
                <a:cubicBezTo>
                  <a:pt x="21915" y="3068"/>
                  <a:pt x="21868" y="2531"/>
                  <a:pt x="21296" y="2531"/>
                </a:cubicBezTo>
                <a:cubicBezTo>
                  <a:pt x="20897" y="2531"/>
                  <a:pt x="20241" y="2793"/>
                  <a:pt x="19409" y="3450"/>
                </a:cubicBezTo>
                <a:cubicBezTo>
                  <a:pt x="20684" y="1806"/>
                  <a:pt x="20209" y="0"/>
                  <a:pt x="18226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7" name="Google Shape;327;p35"/>
          <p:cNvGrpSpPr/>
          <p:nvPr/>
        </p:nvGrpSpPr>
        <p:grpSpPr>
          <a:xfrm>
            <a:off x="2635492" y="4525346"/>
            <a:ext cx="260701" cy="166324"/>
            <a:chOff x="2097475" y="4160575"/>
            <a:chExt cx="80600" cy="51425"/>
          </a:xfrm>
        </p:grpSpPr>
        <p:sp>
          <p:nvSpPr>
            <p:cNvPr id="328" name="Google Shape;328;p35"/>
            <p:cNvSpPr/>
            <p:nvPr/>
          </p:nvSpPr>
          <p:spPr>
            <a:xfrm>
              <a:off x="2097475" y="4160575"/>
              <a:ext cx="80600" cy="51425"/>
            </a:xfrm>
            <a:custGeom>
              <a:avLst/>
              <a:gdLst/>
              <a:ahLst/>
              <a:cxnLst/>
              <a:rect l="l" t="t" r="r" b="b"/>
              <a:pathLst>
                <a:path w="3224" h="2057" extrusionOk="0">
                  <a:moveTo>
                    <a:pt x="1229" y="1"/>
                  </a:moveTo>
                  <a:cubicBezTo>
                    <a:pt x="703" y="1"/>
                    <a:pt x="274" y="212"/>
                    <a:pt x="160" y="578"/>
                  </a:cubicBezTo>
                  <a:cubicBezTo>
                    <a:pt x="1" y="1082"/>
                    <a:pt x="521" y="1696"/>
                    <a:pt x="1324" y="1949"/>
                  </a:cubicBezTo>
                  <a:cubicBezTo>
                    <a:pt x="1555" y="2022"/>
                    <a:pt x="1784" y="2057"/>
                    <a:pt x="1997" y="2057"/>
                  </a:cubicBezTo>
                  <a:cubicBezTo>
                    <a:pt x="2523" y="2057"/>
                    <a:pt x="2951" y="1847"/>
                    <a:pt x="3064" y="1488"/>
                  </a:cubicBezTo>
                  <a:cubicBezTo>
                    <a:pt x="3224" y="975"/>
                    <a:pt x="2704" y="361"/>
                    <a:pt x="1901" y="108"/>
                  </a:cubicBezTo>
                  <a:cubicBezTo>
                    <a:pt x="1671" y="35"/>
                    <a:pt x="1442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35"/>
            <p:cNvSpPr/>
            <p:nvPr/>
          </p:nvSpPr>
          <p:spPr>
            <a:xfrm>
              <a:off x="2120250" y="4172550"/>
              <a:ext cx="35950" cy="19325"/>
            </a:xfrm>
            <a:custGeom>
              <a:avLst/>
              <a:gdLst/>
              <a:ahLst/>
              <a:cxnLst/>
              <a:rect l="l" t="t" r="r" b="b"/>
              <a:pathLst>
                <a:path w="1438" h="773" extrusionOk="0">
                  <a:moveTo>
                    <a:pt x="444" y="0"/>
                  </a:moveTo>
                  <a:cubicBezTo>
                    <a:pt x="242" y="0"/>
                    <a:pt x="88" y="62"/>
                    <a:pt x="50" y="177"/>
                  </a:cubicBezTo>
                  <a:cubicBezTo>
                    <a:pt x="0" y="359"/>
                    <a:pt x="253" y="596"/>
                    <a:pt x="614" y="713"/>
                  </a:cubicBezTo>
                  <a:cubicBezTo>
                    <a:pt x="744" y="753"/>
                    <a:pt x="872" y="772"/>
                    <a:pt x="985" y="772"/>
                  </a:cubicBezTo>
                  <a:cubicBezTo>
                    <a:pt x="1192" y="772"/>
                    <a:pt x="1350" y="709"/>
                    <a:pt x="1387" y="596"/>
                  </a:cubicBezTo>
                  <a:cubicBezTo>
                    <a:pt x="1437" y="416"/>
                    <a:pt x="1186" y="177"/>
                    <a:pt x="823" y="63"/>
                  </a:cubicBezTo>
                  <a:cubicBezTo>
                    <a:pt x="690" y="20"/>
                    <a:pt x="559" y="0"/>
                    <a:pt x="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0" name="Google Shape;330;p35"/>
          <p:cNvGrpSpPr/>
          <p:nvPr/>
        </p:nvGrpSpPr>
        <p:grpSpPr>
          <a:xfrm>
            <a:off x="3902371" y="4525344"/>
            <a:ext cx="227562" cy="166322"/>
            <a:chOff x="2300825" y="4105475"/>
            <a:chExt cx="103475" cy="75625"/>
          </a:xfrm>
        </p:grpSpPr>
        <p:sp>
          <p:nvSpPr>
            <p:cNvPr id="331" name="Google Shape;331;p35"/>
            <p:cNvSpPr/>
            <p:nvPr/>
          </p:nvSpPr>
          <p:spPr>
            <a:xfrm>
              <a:off x="2300825" y="4105475"/>
              <a:ext cx="103475" cy="75625"/>
            </a:xfrm>
            <a:custGeom>
              <a:avLst/>
              <a:gdLst/>
              <a:ahLst/>
              <a:cxnLst/>
              <a:rect l="l" t="t" r="r" b="b"/>
              <a:pathLst>
                <a:path w="4139" h="3025" extrusionOk="0">
                  <a:moveTo>
                    <a:pt x="2777" y="0"/>
                  </a:moveTo>
                  <a:cubicBezTo>
                    <a:pt x="2352" y="0"/>
                    <a:pt x="1858" y="145"/>
                    <a:pt x="1394" y="433"/>
                  </a:cubicBezTo>
                  <a:cubicBezTo>
                    <a:pt x="455" y="1019"/>
                    <a:pt x="1" y="1972"/>
                    <a:pt x="368" y="2572"/>
                  </a:cubicBezTo>
                  <a:cubicBezTo>
                    <a:pt x="559" y="2872"/>
                    <a:pt x="925" y="3024"/>
                    <a:pt x="1362" y="3024"/>
                  </a:cubicBezTo>
                  <a:cubicBezTo>
                    <a:pt x="1785" y="3024"/>
                    <a:pt x="2275" y="2881"/>
                    <a:pt x="2738" y="2593"/>
                  </a:cubicBezTo>
                  <a:cubicBezTo>
                    <a:pt x="3677" y="2009"/>
                    <a:pt x="4139" y="1048"/>
                    <a:pt x="3764" y="456"/>
                  </a:cubicBezTo>
                  <a:cubicBezTo>
                    <a:pt x="3577" y="152"/>
                    <a:pt x="3213" y="0"/>
                    <a:pt x="27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35"/>
            <p:cNvSpPr/>
            <p:nvPr/>
          </p:nvSpPr>
          <p:spPr>
            <a:xfrm>
              <a:off x="2323025" y="4118950"/>
              <a:ext cx="45350" cy="30775"/>
            </a:xfrm>
            <a:custGeom>
              <a:avLst/>
              <a:gdLst/>
              <a:ahLst/>
              <a:cxnLst/>
              <a:rect l="l" t="t" r="r" b="b"/>
              <a:pathLst>
                <a:path w="1814" h="1231" extrusionOk="0">
                  <a:moveTo>
                    <a:pt x="1369" y="1"/>
                  </a:moveTo>
                  <a:cubicBezTo>
                    <a:pt x="1172" y="1"/>
                    <a:pt x="918" y="80"/>
                    <a:pt x="673" y="234"/>
                  </a:cubicBezTo>
                  <a:cubicBezTo>
                    <a:pt x="239" y="509"/>
                    <a:pt x="0" y="891"/>
                    <a:pt x="130" y="1101"/>
                  </a:cubicBezTo>
                  <a:cubicBezTo>
                    <a:pt x="185" y="1188"/>
                    <a:pt x="296" y="1230"/>
                    <a:pt x="438" y="1230"/>
                  </a:cubicBezTo>
                  <a:cubicBezTo>
                    <a:pt x="636" y="1230"/>
                    <a:pt x="894" y="1148"/>
                    <a:pt x="1143" y="993"/>
                  </a:cubicBezTo>
                  <a:cubicBezTo>
                    <a:pt x="1576" y="726"/>
                    <a:pt x="1813" y="343"/>
                    <a:pt x="1683" y="133"/>
                  </a:cubicBezTo>
                  <a:cubicBezTo>
                    <a:pt x="1628" y="44"/>
                    <a:pt x="1514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3" name="Google Shape;333;p35"/>
          <p:cNvSpPr/>
          <p:nvPr/>
        </p:nvSpPr>
        <p:spPr>
          <a:xfrm>
            <a:off x="-1352827" y="2866209"/>
            <a:ext cx="2651793" cy="453369"/>
          </a:xfrm>
          <a:custGeom>
            <a:avLst/>
            <a:gdLst/>
            <a:ahLst/>
            <a:cxnLst/>
            <a:rect l="l" t="t" r="r" b="b"/>
            <a:pathLst>
              <a:path w="28455" h="4865" extrusionOk="0">
                <a:moveTo>
                  <a:pt x="18226" y="0"/>
                </a:moveTo>
                <a:cubicBezTo>
                  <a:pt x="16791" y="0"/>
                  <a:pt x="14567" y="945"/>
                  <a:pt x="11645" y="3580"/>
                </a:cubicBezTo>
                <a:cubicBezTo>
                  <a:pt x="11972" y="2555"/>
                  <a:pt x="11763" y="2033"/>
                  <a:pt x="10999" y="2033"/>
                </a:cubicBezTo>
                <a:cubicBezTo>
                  <a:pt x="10243" y="2033"/>
                  <a:pt x="8946" y="2542"/>
                  <a:pt x="7088" y="3580"/>
                </a:cubicBezTo>
                <a:cubicBezTo>
                  <a:pt x="7296" y="2950"/>
                  <a:pt x="7225" y="2536"/>
                  <a:pt x="6626" y="2536"/>
                </a:cubicBezTo>
                <a:cubicBezTo>
                  <a:pt x="5981" y="2536"/>
                  <a:pt x="4724" y="3016"/>
                  <a:pt x="2544" y="4221"/>
                </a:cubicBezTo>
                <a:cubicBezTo>
                  <a:pt x="2882" y="3683"/>
                  <a:pt x="2896" y="3441"/>
                  <a:pt x="2648" y="3441"/>
                </a:cubicBezTo>
                <a:cubicBezTo>
                  <a:pt x="2280" y="3441"/>
                  <a:pt x="1334" y="3972"/>
                  <a:pt x="1" y="4864"/>
                </a:cubicBezTo>
                <a:lnTo>
                  <a:pt x="27167" y="4864"/>
                </a:lnTo>
                <a:cubicBezTo>
                  <a:pt x="28455" y="3310"/>
                  <a:pt x="28409" y="2484"/>
                  <a:pt x="26845" y="2484"/>
                </a:cubicBezTo>
                <a:cubicBezTo>
                  <a:pt x="25741" y="2484"/>
                  <a:pt x="23881" y="2895"/>
                  <a:pt x="21200" y="3753"/>
                </a:cubicBezTo>
                <a:cubicBezTo>
                  <a:pt x="21915" y="3068"/>
                  <a:pt x="21868" y="2531"/>
                  <a:pt x="21296" y="2531"/>
                </a:cubicBezTo>
                <a:cubicBezTo>
                  <a:pt x="20897" y="2531"/>
                  <a:pt x="20241" y="2793"/>
                  <a:pt x="19409" y="3450"/>
                </a:cubicBezTo>
                <a:cubicBezTo>
                  <a:pt x="20684" y="1806"/>
                  <a:pt x="20209" y="0"/>
                  <a:pt x="18226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_1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6"/>
          <p:cNvSpPr/>
          <p:nvPr/>
        </p:nvSpPr>
        <p:spPr>
          <a:xfrm>
            <a:off x="-57500" y="3903175"/>
            <a:ext cx="9259000" cy="1307152"/>
          </a:xfrm>
          <a:custGeom>
            <a:avLst/>
            <a:gdLst/>
            <a:ahLst/>
            <a:cxnLst/>
            <a:rect l="l" t="t" r="r" b="b"/>
            <a:pathLst>
              <a:path w="57554" h="20117" extrusionOk="0">
                <a:moveTo>
                  <a:pt x="1" y="0"/>
                </a:moveTo>
                <a:lnTo>
                  <a:pt x="1" y="20116"/>
                </a:lnTo>
                <a:lnTo>
                  <a:pt x="57554" y="20116"/>
                </a:lnTo>
                <a:lnTo>
                  <a:pt x="57554" y="0"/>
                </a:lnTo>
                <a:cubicBezTo>
                  <a:pt x="53249" y="6588"/>
                  <a:pt x="41989" y="11289"/>
                  <a:pt x="28777" y="11289"/>
                </a:cubicBezTo>
                <a:cubicBezTo>
                  <a:pt x="15566" y="11289"/>
                  <a:pt x="4307" y="6588"/>
                  <a:pt x="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6"/>
          <p:cNvSpPr/>
          <p:nvPr/>
        </p:nvSpPr>
        <p:spPr>
          <a:xfrm>
            <a:off x="6989675" y="3118525"/>
            <a:ext cx="2604399" cy="585746"/>
          </a:xfrm>
          <a:custGeom>
            <a:avLst/>
            <a:gdLst/>
            <a:ahLst/>
            <a:cxnLst/>
            <a:rect l="l" t="t" r="r" b="b"/>
            <a:pathLst>
              <a:path w="28258" h="5545" extrusionOk="0">
                <a:moveTo>
                  <a:pt x="10378" y="0"/>
                </a:moveTo>
                <a:cubicBezTo>
                  <a:pt x="8312" y="0"/>
                  <a:pt x="6398" y="1151"/>
                  <a:pt x="5310" y="3326"/>
                </a:cubicBezTo>
                <a:cubicBezTo>
                  <a:pt x="4474" y="2885"/>
                  <a:pt x="3683" y="2665"/>
                  <a:pt x="2977" y="2665"/>
                </a:cubicBezTo>
                <a:cubicBezTo>
                  <a:pt x="1507" y="2665"/>
                  <a:pt x="401" y="3622"/>
                  <a:pt x="1" y="5545"/>
                </a:cubicBezTo>
                <a:lnTo>
                  <a:pt x="28257" y="5545"/>
                </a:lnTo>
                <a:cubicBezTo>
                  <a:pt x="26931" y="3847"/>
                  <a:pt x="25535" y="3011"/>
                  <a:pt x="24074" y="3011"/>
                </a:cubicBezTo>
                <a:cubicBezTo>
                  <a:pt x="23363" y="3011"/>
                  <a:pt x="22637" y="3209"/>
                  <a:pt x="21895" y="3601"/>
                </a:cubicBezTo>
                <a:cubicBezTo>
                  <a:pt x="20794" y="1817"/>
                  <a:pt x="19594" y="928"/>
                  <a:pt x="18291" y="928"/>
                </a:cubicBezTo>
                <a:cubicBezTo>
                  <a:pt x="17352" y="928"/>
                  <a:pt x="16360" y="1389"/>
                  <a:pt x="15315" y="2308"/>
                </a:cubicBezTo>
                <a:cubicBezTo>
                  <a:pt x="13806" y="748"/>
                  <a:pt x="12042" y="0"/>
                  <a:pt x="10378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6"/>
          <p:cNvSpPr/>
          <p:nvPr/>
        </p:nvSpPr>
        <p:spPr>
          <a:xfrm>
            <a:off x="4251025" y="4200925"/>
            <a:ext cx="5185474" cy="1070104"/>
          </a:xfrm>
          <a:custGeom>
            <a:avLst/>
            <a:gdLst/>
            <a:ahLst/>
            <a:cxnLst/>
            <a:rect l="l" t="t" r="r" b="b"/>
            <a:pathLst>
              <a:path w="45996" h="9492" extrusionOk="0">
                <a:moveTo>
                  <a:pt x="34548" y="0"/>
                </a:moveTo>
                <a:cubicBezTo>
                  <a:pt x="33978" y="0"/>
                  <a:pt x="33404" y="262"/>
                  <a:pt x="32973" y="817"/>
                </a:cubicBezTo>
                <a:cubicBezTo>
                  <a:pt x="32624" y="515"/>
                  <a:pt x="32212" y="371"/>
                  <a:pt x="31798" y="371"/>
                </a:cubicBezTo>
                <a:cubicBezTo>
                  <a:pt x="30837" y="371"/>
                  <a:pt x="29865" y="1150"/>
                  <a:pt x="29643" y="2528"/>
                </a:cubicBezTo>
                <a:cubicBezTo>
                  <a:pt x="29082" y="1980"/>
                  <a:pt x="28493" y="1709"/>
                  <a:pt x="27964" y="1709"/>
                </a:cubicBezTo>
                <a:cubicBezTo>
                  <a:pt x="27205" y="1709"/>
                  <a:pt x="26569" y="2266"/>
                  <a:pt x="26313" y="3360"/>
                </a:cubicBezTo>
                <a:lnTo>
                  <a:pt x="23070" y="3714"/>
                </a:lnTo>
                <a:cubicBezTo>
                  <a:pt x="22576" y="2273"/>
                  <a:pt x="21469" y="1611"/>
                  <a:pt x="20300" y="1611"/>
                </a:cubicBezTo>
                <a:cubicBezTo>
                  <a:pt x="19693" y="1611"/>
                  <a:pt x="19069" y="1790"/>
                  <a:pt x="18505" y="2131"/>
                </a:cubicBezTo>
                <a:cubicBezTo>
                  <a:pt x="18216" y="1952"/>
                  <a:pt x="17889" y="1845"/>
                  <a:pt x="17573" y="1845"/>
                </a:cubicBezTo>
                <a:cubicBezTo>
                  <a:pt x="17085" y="1845"/>
                  <a:pt x="16622" y="2101"/>
                  <a:pt x="16359" y="2745"/>
                </a:cubicBezTo>
                <a:cubicBezTo>
                  <a:pt x="15960" y="1516"/>
                  <a:pt x="15153" y="962"/>
                  <a:pt x="14283" y="962"/>
                </a:cubicBezTo>
                <a:cubicBezTo>
                  <a:pt x="13661" y="962"/>
                  <a:pt x="13006" y="1246"/>
                  <a:pt x="12445" y="1770"/>
                </a:cubicBezTo>
                <a:cubicBezTo>
                  <a:pt x="12043" y="1223"/>
                  <a:pt x="11524" y="987"/>
                  <a:pt x="11026" y="987"/>
                </a:cubicBezTo>
                <a:cubicBezTo>
                  <a:pt x="10155" y="987"/>
                  <a:pt x="9346" y="1707"/>
                  <a:pt x="9332" y="2745"/>
                </a:cubicBezTo>
                <a:cubicBezTo>
                  <a:pt x="8882" y="2695"/>
                  <a:pt x="8455" y="2671"/>
                  <a:pt x="8049" y="2671"/>
                </a:cubicBezTo>
                <a:cubicBezTo>
                  <a:pt x="2212" y="2671"/>
                  <a:pt x="695" y="7534"/>
                  <a:pt x="0" y="9492"/>
                </a:cubicBezTo>
                <a:lnTo>
                  <a:pt x="44978" y="9145"/>
                </a:lnTo>
                <a:cubicBezTo>
                  <a:pt x="45996" y="6833"/>
                  <a:pt x="44275" y="5627"/>
                  <a:pt x="42653" y="5627"/>
                </a:cubicBezTo>
                <a:cubicBezTo>
                  <a:pt x="42020" y="5627"/>
                  <a:pt x="41402" y="5811"/>
                  <a:pt x="40968" y="6184"/>
                </a:cubicBezTo>
                <a:cubicBezTo>
                  <a:pt x="41288" y="5080"/>
                  <a:pt x="40781" y="4355"/>
                  <a:pt x="40132" y="4355"/>
                </a:cubicBezTo>
                <a:cubicBezTo>
                  <a:pt x="39867" y="4355"/>
                  <a:pt x="39580" y="4475"/>
                  <a:pt x="39315" y="4738"/>
                </a:cubicBezTo>
                <a:cubicBezTo>
                  <a:pt x="39501" y="3267"/>
                  <a:pt x="38702" y="2373"/>
                  <a:pt x="37592" y="2373"/>
                </a:cubicBezTo>
                <a:cubicBezTo>
                  <a:pt x="37328" y="2373"/>
                  <a:pt x="37047" y="2423"/>
                  <a:pt x="36758" y="2528"/>
                </a:cubicBezTo>
                <a:cubicBezTo>
                  <a:pt x="36664" y="911"/>
                  <a:pt x="35612" y="0"/>
                  <a:pt x="3454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6"/>
          <p:cNvSpPr/>
          <p:nvPr/>
        </p:nvSpPr>
        <p:spPr>
          <a:xfrm>
            <a:off x="-82050" y="3752874"/>
            <a:ext cx="4722987" cy="1518157"/>
          </a:xfrm>
          <a:custGeom>
            <a:avLst/>
            <a:gdLst/>
            <a:ahLst/>
            <a:cxnLst/>
            <a:rect l="l" t="t" r="r" b="b"/>
            <a:pathLst>
              <a:path w="42450" h="16678" extrusionOk="0">
                <a:moveTo>
                  <a:pt x="1188" y="0"/>
                </a:moveTo>
                <a:cubicBezTo>
                  <a:pt x="933" y="0"/>
                  <a:pt x="660" y="61"/>
                  <a:pt x="377" y="195"/>
                </a:cubicBezTo>
                <a:lnTo>
                  <a:pt x="1" y="16303"/>
                </a:lnTo>
                <a:lnTo>
                  <a:pt x="41511" y="16678"/>
                </a:lnTo>
                <a:lnTo>
                  <a:pt x="42449" y="16678"/>
                </a:lnTo>
                <a:cubicBezTo>
                  <a:pt x="41974" y="13607"/>
                  <a:pt x="40167" y="13043"/>
                  <a:pt x="38903" y="13043"/>
                </a:cubicBezTo>
                <a:cubicBezTo>
                  <a:pt x="38169" y="13043"/>
                  <a:pt x="37618" y="13233"/>
                  <a:pt x="37618" y="13233"/>
                </a:cubicBezTo>
                <a:cubicBezTo>
                  <a:pt x="37694" y="11532"/>
                  <a:pt x="36888" y="10540"/>
                  <a:pt x="35758" y="10540"/>
                </a:cubicBezTo>
                <a:cubicBezTo>
                  <a:pt x="35295" y="10540"/>
                  <a:pt x="34778" y="10707"/>
                  <a:pt x="34245" y="11059"/>
                </a:cubicBezTo>
                <a:cubicBezTo>
                  <a:pt x="33756" y="9550"/>
                  <a:pt x="32737" y="8804"/>
                  <a:pt x="31677" y="8804"/>
                </a:cubicBezTo>
                <a:cubicBezTo>
                  <a:pt x="30952" y="8804"/>
                  <a:pt x="30208" y="9153"/>
                  <a:pt x="29600" y="9846"/>
                </a:cubicBezTo>
                <a:cubicBezTo>
                  <a:pt x="29396" y="7940"/>
                  <a:pt x="28227" y="7037"/>
                  <a:pt x="26993" y="7037"/>
                </a:cubicBezTo>
                <a:cubicBezTo>
                  <a:pt x="25958" y="7037"/>
                  <a:pt x="24876" y="7672"/>
                  <a:pt x="24277" y="8884"/>
                </a:cubicBezTo>
                <a:cubicBezTo>
                  <a:pt x="23517" y="8288"/>
                  <a:pt x="22813" y="7997"/>
                  <a:pt x="22163" y="7997"/>
                </a:cubicBezTo>
                <a:cubicBezTo>
                  <a:pt x="21205" y="7997"/>
                  <a:pt x="20364" y="8628"/>
                  <a:pt x="19633" y="9846"/>
                </a:cubicBezTo>
                <a:cubicBezTo>
                  <a:pt x="19296" y="9674"/>
                  <a:pt x="19003" y="9595"/>
                  <a:pt x="18748" y="9595"/>
                </a:cubicBezTo>
                <a:cubicBezTo>
                  <a:pt x="18027" y="9595"/>
                  <a:pt x="17599" y="10221"/>
                  <a:pt x="17306" y="11137"/>
                </a:cubicBezTo>
                <a:cubicBezTo>
                  <a:pt x="17306" y="11137"/>
                  <a:pt x="14024" y="9833"/>
                  <a:pt x="13478" y="9833"/>
                </a:cubicBezTo>
                <a:cubicBezTo>
                  <a:pt x="13447" y="9833"/>
                  <a:pt x="13425" y="9837"/>
                  <a:pt x="13413" y="9846"/>
                </a:cubicBezTo>
                <a:cubicBezTo>
                  <a:pt x="13401" y="9855"/>
                  <a:pt x="13385" y="9859"/>
                  <a:pt x="13365" y="9859"/>
                </a:cubicBezTo>
                <a:cubicBezTo>
                  <a:pt x="13006" y="9859"/>
                  <a:pt x="11392" y="8516"/>
                  <a:pt x="11392" y="8516"/>
                </a:cubicBezTo>
                <a:cubicBezTo>
                  <a:pt x="11854" y="7154"/>
                  <a:pt x="11289" y="5705"/>
                  <a:pt x="10061" y="5705"/>
                </a:cubicBezTo>
                <a:cubicBezTo>
                  <a:pt x="9870" y="5705"/>
                  <a:pt x="9663" y="5740"/>
                  <a:pt x="9441" y="5816"/>
                </a:cubicBezTo>
                <a:cubicBezTo>
                  <a:pt x="9679" y="4060"/>
                  <a:pt x="9002" y="2863"/>
                  <a:pt x="7746" y="2863"/>
                </a:cubicBezTo>
                <a:cubicBezTo>
                  <a:pt x="7209" y="2863"/>
                  <a:pt x="6566" y="3082"/>
                  <a:pt x="5844" y="3569"/>
                </a:cubicBezTo>
                <a:cubicBezTo>
                  <a:pt x="5772" y="2468"/>
                  <a:pt x="5156" y="1655"/>
                  <a:pt x="4315" y="1655"/>
                </a:cubicBezTo>
                <a:cubicBezTo>
                  <a:pt x="3959" y="1655"/>
                  <a:pt x="3563" y="1801"/>
                  <a:pt x="3150" y="2132"/>
                </a:cubicBezTo>
                <a:cubicBezTo>
                  <a:pt x="2977" y="980"/>
                  <a:pt x="2215" y="0"/>
                  <a:pt x="1188" y="0"/>
                </a:cubicBezTo>
                <a:close/>
              </a:path>
            </a:pathLst>
          </a:custGeom>
          <a:solidFill>
            <a:srgbClr val="1866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9" name="Google Shape;339;p36"/>
          <p:cNvGrpSpPr/>
          <p:nvPr/>
        </p:nvGrpSpPr>
        <p:grpSpPr>
          <a:xfrm>
            <a:off x="295370" y="4268119"/>
            <a:ext cx="351184" cy="256671"/>
            <a:chOff x="2300825" y="4105475"/>
            <a:chExt cx="103475" cy="75625"/>
          </a:xfrm>
        </p:grpSpPr>
        <p:sp>
          <p:nvSpPr>
            <p:cNvPr id="340" name="Google Shape;340;p36"/>
            <p:cNvSpPr/>
            <p:nvPr/>
          </p:nvSpPr>
          <p:spPr>
            <a:xfrm>
              <a:off x="2300825" y="4105475"/>
              <a:ext cx="103475" cy="75625"/>
            </a:xfrm>
            <a:custGeom>
              <a:avLst/>
              <a:gdLst/>
              <a:ahLst/>
              <a:cxnLst/>
              <a:rect l="l" t="t" r="r" b="b"/>
              <a:pathLst>
                <a:path w="4139" h="3025" extrusionOk="0">
                  <a:moveTo>
                    <a:pt x="2777" y="0"/>
                  </a:moveTo>
                  <a:cubicBezTo>
                    <a:pt x="2352" y="0"/>
                    <a:pt x="1858" y="145"/>
                    <a:pt x="1394" y="433"/>
                  </a:cubicBezTo>
                  <a:cubicBezTo>
                    <a:pt x="455" y="1019"/>
                    <a:pt x="1" y="1972"/>
                    <a:pt x="368" y="2572"/>
                  </a:cubicBezTo>
                  <a:cubicBezTo>
                    <a:pt x="559" y="2872"/>
                    <a:pt x="925" y="3024"/>
                    <a:pt x="1362" y="3024"/>
                  </a:cubicBezTo>
                  <a:cubicBezTo>
                    <a:pt x="1785" y="3024"/>
                    <a:pt x="2275" y="2881"/>
                    <a:pt x="2738" y="2593"/>
                  </a:cubicBezTo>
                  <a:cubicBezTo>
                    <a:pt x="3677" y="2009"/>
                    <a:pt x="4139" y="1048"/>
                    <a:pt x="3764" y="456"/>
                  </a:cubicBezTo>
                  <a:cubicBezTo>
                    <a:pt x="3577" y="152"/>
                    <a:pt x="3213" y="0"/>
                    <a:pt x="27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36"/>
            <p:cNvSpPr/>
            <p:nvPr/>
          </p:nvSpPr>
          <p:spPr>
            <a:xfrm>
              <a:off x="2323025" y="4118950"/>
              <a:ext cx="45350" cy="30775"/>
            </a:xfrm>
            <a:custGeom>
              <a:avLst/>
              <a:gdLst/>
              <a:ahLst/>
              <a:cxnLst/>
              <a:rect l="l" t="t" r="r" b="b"/>
              <a:pathLst>
                <a:path w="1814" h="1231" extrusionOk="0">
                  <a:moveTo>
                    <a:pt x="1369" y="1"/>
                  </a:moveTo>
                  <a:cubicBezTo>
                    <a:pt x="1172" y="1"/>
                    <a:pt x="918" y="80"/>
                    <a:pt x="673" y="234"/>
                  </a:cubicBezTo>
                  <a:cubicBezTo>
                    <a:pt x="239" y="509"/>
                    <a:pt x="0" y="891"/>
                    <a:pt x="130" y="1101"/>
                  </a:cubicBezTo>
                  <a:cubicBezTo>
                    <a:pt x="185" y="1188"/>
                    <a:pt x="296" y="1230"/>
                    <a:pt x="438" y="1230"/>
                  </a:cubicBezTo>
                  <a:cubicBezTo>
                    <a:pt x="636" y="1230"/>
                    <a:pt x="894" y="1148"/>
                    <a:pt x="1143" y="993"/>
                  </a:cubicBezTo>
                  <a:cubicBezTo>
                    <a:pt x="1576" y="726"/>
                    <a:pt x="1813" y="343"/>
                    <a:pt x="1683" y="133"/>
                  </a:cubicBezTo>
                  <a:cubicBezTo>
                    <a:pt x="1628" y="44"/>
                    <a:pt x="1514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2" name="Google Shape;342;p36"/>
          <p:cNvGrpSpPr/>
          <p:nvPr/>
        </p:nvGrpSpPr>
        <p:grpSpPr>
          <a:xfrm>
            <a:off x="795388" y="4668645"/>
            <a:ext cx="211059" cy="134662"/>
            <a:chOff x="2097475" y="4160575"/>
            <a:chExt cx="80600" cy="51425"/>
          </a:xfrm>
        </p:grpSpPr>
        <p:sp>
          <p:nvSpPr>
            <p:cNvPr id="343" name="Google Shape;343;p36"/>
            <p:cNvSpPr/>
            <p:nvPr/>
          </p:nvSpPr>
          <p:spPr>
            <a:xfrm>
              <a:off x="2097475" y="4160575"/>
              <a:ext cx="80600" cy="51425"/>
            </a:xfrm>
            <a:custGeom>
              <a:avLst/>
              <a:gdLst/>
              <a:ahLst/>
              <a:cxnLst/>
              <a:rect l="l" t="t" r="r" b="b"/>
              <a:pathLst>
                <a:path w="3224" h="2057" extrusionOk="0">
                  <a:moveTo>
                    <a:pt x="1229" y="1"/>
                  </a:moveTo>
                  <a:cubicBezTo>
                    <a:pt x="703" y="1"/>
                    <a:pt x="274" y="212"/>
                    <a:pt x="160" y="578"/>
                  </a:cubicBezTo>
                  <a:cubicBezTo>
                    <a:pt x="1" y="1082"/>
                    <a:pt x="521" y="1696"/>
                    <a:pt x="1324" y="1949"/>
                  </a:cubicBezTo>
                  <a:cubicBezTo>
                    <a:pt x="1555" y="2022"/>
                    <a:pt x="1784" y="2057"/>
                    <a:pt x="1997" y="2057"/>
                  </a:cubicBezTo>
                  <a:cubicBezTo>
                    <a:pt x="2523" y="2057"/>
                    <a:pt x="2951" y="1847"/>
                    <a:pt x="3064" y="1488"/>
                  </a:cubicBezTo>
                  <a:cubicBezTo>
                    <a:pt x="3224" y="975"/>
                    <a:pt x="2704" y="361"/>
                    <a:pt x="1901" y="108"/>
                  </a:cubicBezTo>
                  <a:cubicBezTo>
                    <a:pt x="1671" y="35"/>
                    <a:pt x="1442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36"/>
            <p:cNvSpPr/>
            <p:nvPr/>
          </p:nvSpPr>
          <p:spPr>
            <a:xfrm>
              <a:off x="2120250" y="4172550"/>
              <a:ext cx="35950" cy="19325"/>
            </a:xfrm>
            <a:custGeom>
              <a:avLst/>
              <a:gdLst/>
              <a:ahLst/>
              <a:cxnLst/>
              <a:rect l="l" t="t" r="r" b="b"/>
              <a:pathLst>
                <a:path w="1438" h="773" extrusionOk="0">
                  <a:moveTo>
                    <a:pt x="444" y="0"/>
                  </a:moveTo>
                  <a:cubicBezTo>
                    <a:pt x="242" y="0"/>
                    <a:pt x="88" y="62"/>
                    <a:pt x="50" y="177"/>
                  </a:cubicBezTo>
                  <a:cubicBezTo>
                    <a:pt x="0" y="359"/>
                    <a:pt x="253" y="596"/>
                    <a:pt x="614" y="713"/>
                  </a:cubicBezTo>
                  <a:cubicBezTo>
                    <a:pt x="744" y="753"/>
                    <a:pt x="872" y="772"/>
                    <a:pt x="985" y="772"/>
                  </a:cubicBezTo>
                  <a:cubicBezTo>
                    <a:pt x="1192" y="772"/>
                    <a:pt x="1350" y="709"/>
                    <a:pt x="1387" y="596"/>
                  </a:cubicBezTo>
                  <a:cubicBezTo>
                    <a:pt x="1437" y="416"/>
                    <a:pt x="1186" y="177"/>
                    <a:pt x="823" y="63"/>
                  </a:cubicBezTo>
                  <a:cubicBezTo>
                    <a:pt x="690" y="20"/>
                    <a:pt x="559" y="0"/>
                    <a:pt x="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5" name="Google Shape;345;p36"/>
          <p:cNvSpPr/>
          <p:nvPr/>
        </p:nvSpPr>
        <p:spPr>
          <a:xfrm>
            <a:off x="-224575" y="361575"/>
            <a:ext cx="1836417" cy="413019"/>
          </a:xfrm>
          <a:custGeom>
            <a:avLst/>
            <a:gdLst/>
            <a:ahLst/>
            <a:cxnLst/>
            <a:rect l="l" t="t" r="r" b="b"/>
            <a:pathLst>
              <a:path w="28258" h="5545" extrusionOk="0">
                <a:moveTo>
                  <a:pt x="10378" y="0"/>
                </a:moveTo>
                <a:cubicBezTo>
                  <a:pt x="8312" y="0"/>
                  <a:pt x="6398" y="1151"/>
                  <a:pt x="5310" y="3326"/>
                </a:cubicBezTo>
                <a:cubicBezTo>
                  <a:pt x="4474" y="2885"/>
                  <a:pt x="3683" y="2665"/>
                  <a:pt x="2977" y="2665"/>
                </a:cubicBezTo>
                <a:cubicBezTo>
                  <a:pt x="1507" y="2665"/>
                  <a:pt x="401" y="3622"/>
                  <a:pt x="1" y="5545"/>
                </a:cubicBezTo>
                <a:lnTo>
                  <a:pt x="28257" y="5545"/>
                </a:lnTo>
                <a:cubicBezTo>
                  <a:pt x="26931" y="3847"/>
                  <a:pt x="25535" y="3011"/>
                  <a:pt x="24074" y="3011"/>
                </a:cubicBezTo>
                <a:cubicBezTo>
                  <a:pt x="23363" y="3011"/>
                  <a:pt x="22637" y="3209"/>
                  <a:pt x="21895" y="3601"/>
                </a:cubicBezTo>
                <a:cubicBezTo>
                  <a:pt x="20794" y="1817"/>
                  <a:pt x="19594" y="928"/>
                  <a:pt x="18291" y="928"/>
                </a:cubicBezTo>
                <a:cubicBezTo>
                  <a:pt x="17352" y="928"/>
                  <a:pt x="16360" y="1389"/>
                  <a:pt x="15315" y="2308"/>
                </a:cubicBezTo>
                <a:cubicBezTo>
                  <a:pt x="13806" y="748"/>
                  <a:pt x="12042" y="0"/>
                  <a:pt x="10378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6"/>
          <p:cNvSpPr/>
          <p:nvPr/>
        </p:nvSpPr>
        <p:spPr>
          <a:xfrm>
            <a:off x="6633623" y="295389"/>
            <a:ext cx="2802889" cy="479203"/>
          </a:xfrm>
          <a:custGeom>
            <a:avLst/>
            <a:gdLst/>
            <a:ahLst/>
            <a:cxnLst/>
            <a:rect l="l" t="t" r="r" b="b"/>
            <a:pathLst>
              <a:path w="28455" h="4865" extrusionOk="0">
                <a:moveTo>
                  <a:pt x="18226" y="0"/>
                </a:moveTo>
                <a:cubicBezTo>
                  <a:pt x="16791" y="0"/>
                  <a:pt x="14567" y="945"/>
                  <a:pt x="11645" y="3580"/>
                </a:cubicBezTo>
                <a:cubicBezTo>
                  <a:pt x="11972" y="2555"/>
                  <a:pt x="11763" y="2033"/>
                  <a:pt x="10999" y="2033"/>
                </a:cubicBezTo>
                <a:cubicBezTo>
                  <a:pt x="10243" y="2033"/>
                  <a:pt x="8946" y="2542"/>
                  <a:pt x="7088" y="3580"/>
                </a:cubicBezTo>
                <a:cubicBezTo>
                  <a:pt x="7296" y="2950"/>
                  <a:pt x="7225" y="2536"/>
                  <a:pt x="6626" y="2536"/>
                </a:cubicBezTo>
                <a:cubicBezTo>
                  <a:pt x="5981" y="2536"/>
                  <a:pt x="4724" y="3016"/>
                  <a:pt x="2544" y="4221"/>
                </a:cubicBezTo>
                <a:cubicBezTo>
                  <a:pt x="2882" y="3683"/>
                  <a:pt x="2896" y="3441"/>
                  <a:pt x="2648" y="3441"/>
                </a:cubicBezTo>
                <a:cubicBezTo>
                  <a:pt x="2280" y="3441"/>
                  <a:pt x="1334" y="3972"/>
                  <a:pt x="1" y="4864"/>
                </a:cubicBezTo>
                <a:lnTo>
                  <a:pt x="27167" y="4864"/>
                </a:lnTo>
                <a:cubicBezTo>
                  <a:pt x="28455" y="3310"/>
                  <a:pt x="28409" y="2484"/>
                  <a:pt x="26845" y="2484"/>
                </a:cubicBezTo>
                <a:cubicBezTo>
                  <a:pt x="25741" y="2484"/>
                  <a:pt x="23881" y="2895"/>
                  <a:pt x="21200" y="3753"/>
                </a:cubicBezTo>
                <a:cubicBezTo>
                  <a:pt x="21915" y="3068"/>
                  <a:pt x="21868" y="2531"/>
                  <a:pt x="21296" y="2531"/>
                </a:cubicBezTo>
                <a:cubicBezTo>
                  <a:pt x="20897" y="2531"/>
                  <a:pt x="20241" y="2793"/>
                  <a:pt x="19409" y="3450"/>
                </a:cubicBezTo>
                <a:cubicBezTo>
                  <a:pt x="20684" y="1806"/>
                  <a:pt x="20209" y="0"/>
                  <a:pt x="18226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7" name="Google Shape;347;p36"/>
          <p:cNvGrpSpPr/>
          <p:nvPr/>
        </p:nvGrpSpPr>
        <p:grpSpPr>
          <a:xfrm rot="1395985">
            <a:off x="2238519" y="4717255"/>
            <a:ext cx="275448" cy="201319"/>
            <a:chOff x="2300825" y="4105475"/>
            <a:chExt cx="103475" cy="75625"/>
          </a:xfrm>
        </p:grpSpPr>
        <p:sp>
          <p:nvSpPr>
            <p:cNvPr id="348" name="Google Shape;348;p36"/>
            <p:cNvSpPr/>
            <p:nvPr/>
          </p:nvSpPr>
          <p:spPr>
            <a:xfrm>
              <a:off x="2300825" y="4105475"/>
              <a:ext cx="103475" cy="75625"/>
            </a:xfrm>
            <a:custGeom>
              <a:avLst/>
              <a:gdLst/>
              <a:ahLst/>
              <a:cxnLst/>
              <a:rect l="l" t="t" r="r" b="b"/>
              <a:pathLst>
                <a:path w="4139" h="3025" extrusionOk="0">
                  <a:moveTo>
                    <a:pt x="2777" y="0"/>
                  </a:moveTo>
                  <a:cubicBezTo>
                    <a:pt x="2352" y="0"/>
                    <a:pt x="1858" y="145"/>
                    <a:pt x="1394" y="433"/>
                  </a:cubicBezTo>
                  <a:cubicBezTo>
                    <a:pt x="455" y="1019"/>
                    <a:pt x="1" y="1972"/>
                    <a:pt x="368" y="2572"/>
                  </a:cubicBezTo>
                  <a:cubicBezTo>
                    <a:pt x="559" y="2872"/>
                    <a:pt x="925" y="3024"/>
                    <a:pt x="1362" y="3024"/>
                  </a:cubicBezTo>
                  <a:cubicBezTo>
                    <a:pt x="1785" y="3024"/>
                    <a:pt x="2275" y="2881"/>
                    <a:pt x="2738" y="2593"/>
                  </a:cubicBezTo>
                  <a:cubicBezTo>
                    <a:pt x="3677" y="2009"/>
                    <a:pt x="4139" y="1048"/>
                    <a:pt x="3764" y="456"/>
                  </a:cubicBezTo>
                  <a:cubicBezTo>
                    <a:pt x="3577" y="152"/>
                    <a:pt x="3213" y="0"/>
                    <a:pt x="27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36"/>
            <p:cNvSpPr/>
            <p:nvPr/>
          </p:nvSpPr>
          <p:spPr>
            <a:xfrm>
              <a:off x="2323025" y="4118950"/>
              <a:ext cx="45350" cy="30775"/>
            </a:xfrm>
            <a:custGeom>
              <a:avLst/>
              <a:gdLst/>
              <a:ahLst/>
              <a:cxnLst/>
              <a:rect l="l" t="t" r="r" b="b"/>
              <a:pathLst>
                <a:path w="1814" h="1231" extrusionOk="0">
                  <a:moveTo>
                    <a:pt x="1369" y="1"/>
                  </a:moveTo>
                  <a:cubicBezTo>
                    <a:pt x="1172" y="1"/>
                    <a:pt x="918" y="80"/>
                    <a:pt x="673" y="234"/>
                  </a:cubicBezTo>
                  <a:cubicBezTo>
                    <a:pt x="239" y="509"/>
                    <a:pt x="0" y="891"/>
                    <a:pt x="130" y="1101"/>
                  </a:cubicBezTo>
                  <a:cubicBezTo>
                    <a:pt x="185" y="1188"/>
                    <a:pt x="296" y="1230"/>
                    <a:pt x="438" y="1230"/>
                  </a:cubicBezTo>
                  <a:cubicBezTo>
                    <a:pt x="636" y="1230"/>
                    <a:pt x="894" y="1148"/>
                    <a:pt x="1143" y="993"/>
                  </a:cubicBezTo>
                  <a:cubicBezTo>
                    <a:pt x="1576" y="726"/>
                    <a:pt x="1813" y="343"/>
                    <a:pt x="1683" y="133"/>
                  </a:cubicBezTo>
                  <a:cubicBezTo>
                    <a:pt x="1628" y="44"/>
                    <a:pt x="1514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0" name="Google Shape;350;p36"/>
          <p:cNvGrpSpPr/>
          <p:nvPr/>
        </p:nvGrpSpPr>
        <p:grpSpPr>
          <a:xfrm>
            <a:off x="3467338" y="4899395"/>
            <a:ext cx="211059" cy="134662"/>
            <a:chOff x="2097475" y="4160575"/>
            <a:chExt cx="80600" cy="51425"/>
          </a:xfrm>
        </p:grpSpPr>
        <p:sp>
          <p:nvSpPr>
            <p:cNvPr id="351" name="Google Shape;351;p36"/>
            <p:cNvSpPr/>
            <p:nvPr/>
          </p:nvSpPr>
          <p:spPr>
            <a:xfrm>
              <a:off x="2097475" y="4160575"/>
              <a:ext cx="80600" cy="51425"/>
            </a:xfrm>
            <a:custGeom>
              <a:avLst/>
              <a:gdLst/>
              <a:ahLst/>
              <a:cxnLst/>
              <a:rect l="l" t="t" r="r" b="b"/>
              <a:pathLst>
                <a:path w="3224" h="2057" extrusionOk="0">
                  <a:moveTo>
                    <a:pt x="1229" y="1"/>
                  </a:moveTo>
                  <a:cubicBezTo>
                    <a:pt x="703" y="1"/>
                    <a:pt x="274" y="212"/>
                    <a:pt x="160" y="578"/>
                  </a:cubicBezTo>
                  <a:cubicBezTo>
                    <a:pt x="1" y="1082"/>
                    <a:pt x="521" y="1696"/>
                    <a:pt x="1324" y="1949"/>
                  </a:cubicBezTo>
                  <a:cubicBezTo>
                    <a:pt x="1555" y="2022"/>
                    <a:pt x="1784" y="2057"/>
                    <a:pt x="1997" y="2057"/>
                  </a:cubicBezTo>
                  <a:cubicBezTo>
                    <a:pt x="2523" y="2057"/>
                    <a:pt x="2951" y="1847"/>
                    <a:pt x="3064" y="1488"/>
                  </a:cubicBezTo>
                  <a:cubicBezTo>
                    <a:pt x="3224" y="975"/>
                    <a:pt x="2704" y="361"/>
                    <a:pt x="1901" y="108"/>
                  </a:cubicBezTo>
                  <a:cubicBezTo>
                    <a:pt x="1671" y="35"/>
                    <a:pt x="1442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36"/>
            <p:cNvSpPr/>
            <p:nvPr/>
          </p:nvSpPr>
          <p:spPr>
            <a:xfrm>
              <a:off x="2120250" y="4172550"/>
              <a:ext cx="35950" cy="19325"/>
            </a:xfrm>
            <a:custGeom>
              <a:avLst/>
              <a:gdLst/>
              <a:ahLst/>
              <a:cxnLst/>
              <a:rect l="l" t="t" r="r" b="b"/>
              <a:pathLst>
                <a:path w="1438" h="773" extrusionOk="0">
                  <a:moveTo>
                    <a:pt x="444" y="0"/>
                  </a:moveTo>
                  <a:cubicBezTo>
                    <a:pt x="242" y="0"/>
                    <a:pt x="88" y="62"/>
                    <a:pt x="50" y="177"/>
                  </a:cubicBezTo>
                  <a:cubicBezTo>
                    <a:pt x="0" y="359"/>
                    <a:pt x="253" y="596"/>
                    <a:pt x="614" y="713"/>
                  </a:cubicBezTo>
                  <a:cubicBezTo>
                    <a:pt x="744" y="753"/>
                    <a:pt x="872" y="772"/>
                    <a:pt x="985" y="772"/>
                  </a:cubicBezTo>
                  <a:cubicBezTo>
                    <a:pt x="1192" y="772"/>
                    <a:pt x="1350" y="709"/>
                    <a:pt x="1387" y="596"/>
                  </a:cubicBezTo>
                  <a:cubicBezTo>
                    <a:pt x="1437" y="416"/>
                    <a:pt x="1186" y="177"/>
                    <a:pt x="823" y="63"/>
                  </a:cubicBezTo>
                  <a:cubicBezTo>
                    <a:pt x="690" y="20"/>
                    <a:pt x="559" y="0"/>
                    <a:pt x="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3" name="Google Shape;353;p36"/>
          <p:cNvSpPr/>
          <p:nvPr/>
        </p:nvSpPr>
        <p:spPr>
          <a:xfrm flipH="1">
            <a:off x="-532261" y="2693450"/>
            <a:ext cx="1306085" cy="293746"/>
          </a:xfrm>
          <a:custGeom>
            <a:avLst/>
            <a:gdLst/>
            <a:ahLst/>
            <a:cxnLst/>
            <a:rect l="l" t="t" r="r" b="b"/>
            <a:pathLst>
              <a:path w="28258" h="5545" extrusionOk="0">
                <a:moveTo>
                  <a:pt x="10378" y="0"/>
                </a:moveTo>
                <a:cubicBezTo>
                  <a:pt x="8312" y="0"/>
                  <a:pt x="6398" y="1151"/>
                  <a:pt x="5310" y="3326"/>
                </a:cubicBezTo>
                <a:cubicBezTo>
                  <a:pt x="4474" y="2885"/>
                  <a:pt x="3683" y="2665"/>
                  <a:pt x="2977" y="2665"/>
                </a:cubicBezTo>
                <a:cubicBezTo>
                  <a:pt x="1507" y="2665"/>
                  <a:pt x="401" y="3622"/>
                  <a:pt x="1" y="5545"/>
                </a:cubicBezTo>
                <a:lnTo>
                  <a:pt x="28257" y="5545"/>
                </a:lnTo>
                <a:cubicBezTo>
                  <a:pt x="26931" y="3847"/>
                  <a:pt x="25535" y="3011"/>
                  <a:pt x="24074" y="3011"/>
                </a:cubicBezTo>
                <a:cubicBezTo>
                  <a:pt x="23363" y="3011"/>
                  <a:pt x="22637" y="3209"/>
                  <a:pt x="21895" y="3601"/>
                </a:cubicBezTo>
                <a:cubicBezTo>
                  <a:pt x="20794" y="1817"/>
                  <a:pt x="19594" y="928"/>
                  <a:pt x="18291" y="928"/>
                </a:cubicBezTo>
                <a:cubicBezTo>
                  <a:pt x="17352" y="928"/>
                  <a:pt x="16360" y="1389"/>
                  <a:pt x="15315" y="2308"/>
                </a:cubicBezTo>
                <a:cubicBezTo>
                  <a:pt x="13806" y="748"/>
                  <a:pt x="12042" y="0"/>
                  <a:pt x="10378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6"/>
          <p:cNvSpPr txBox="1">
            <a:spLocks noGrp="1"/>
          </p:cNvSpPr>
          <p:nvPr>
            <p:ph type="subTitle" idx="1"/>
          </p:nvPr>
        </p:nvSpPr>
        <p:spPr>
          <a:xfrm>
            <a:off x="1066375" y="2571050"/>
            <a:ext cx="2802900" cy="10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36"/>
          <p:cNvSpPr txBox="1">
            <a:spLocks noGrp="1"/>
          </p:cNvSpPr>
          <p:nvPr>
            <p:ph type="title"/>
          </p:nvPr>
        </p:nvSpPr>
        <p:spPr>
          <a:xfrm>
            <a:off x="1161025" y="1249600"/>
            <a:ext cx="2613600" cy="1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7"/>
          <p:cNvSpPr/>
          <p:nvPr/>
        </p:nvSpPr>
        <p:spPr>
          <a:xfrm>
            <a:off x="-57500" y="3983625"/>
            <a:ext cx="9259000" cy="1226684"/>
          </a:xfrm>
          <a:custGeom>
            <a:avLst/>
            <a:gdLst/>
            <a:ahLst/>
            <a:cxnLst/>
            <a:rect l="l" t="t" r="r" b="b"/>
            <a:pathLst>
              <a:path w="57554" h="20117" extrusionOk="0">
                <a:moveTo>
                  <a:pt x="1" y="0"/>
                </a:moveTo>
                <a:lnTo>
                  <a:pt x="1" y="20116"/>
                </a:lnTo>
                <a:lnTo>
                  <a:pt x="57554" y="20116"/>
                </a:lnTo>
                <a:lnTo>
                  <a:pt x="57554" y="0"/>
                </a:lnTo>
                <a:cubicBezTo>
                  <a:pt x="53249" y="6588"/>
                  <a:pt x="41989" y="11289"/>
                  <a:pt x="28777" y="11289"/>
                </a:cubicBezTo>
                <a:cubicBezTo>
                  <a:pt x="15566" y="11289"/>
                  <a:pt x="4307" y="6588"/>
                  <a:pt x="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7"/>
          <p:cNvSpPr/>
          <p:nvPr/>
        </p:nvSpPr>
        <p:spPr>
          <a:xfrm rot="-429411" flipH="1">
            <a:off x="3824051" y="4607399"/>
            <a:ext cx="2841776" cy="803054"/>
          </a:xfrm>
          <a:custGeom>
            <a:avLst/>
            <a:gdLst/>
            <a:ahLst/>
            <a:cxnLst/>
            <a:rect l="l" t="t" r="r" b="b"/>
            <a:pathLst>
              <a:path w="24134" h="6820" extrusionOk="0">
                <a:moveTo>
                  <a:pt x="21188" y="0"/>
                </a:moveTo>
                <a:cubicBezTo>
                  <a:pt x="17796" y="0"/>
                  <a:pt x="16982" y="2940"/>
                  <a:pt x="16982" y="2940"/>
                </a:cubicBezTo>
                <a:cubicBezTo>
                  <a:pt x="16384" y="2252"/>
                  <a:pt x="15632" y="1828"/>
                  <a:pt x="14862" y="1828"/>
                </a:cubicBezTo>
                <a:cubicBezTo>
                  <a:pt x="14136" y="1828"/>
                  <a:pt x="13394" y="2205"/>
                  <a:pt x="12749" y="3092"/>
                </a:cubicBezTo>
                <a:cubicBezTo>
                  <a:pt x="12103" y="2449"/>
                  <a:pt x="11299" y="2084"/>
                  <a:pt x="10511" y="2084"/>
                </a:cubicBezTo>
                <a:cubicBezTo>
                  <a:pt x="9653" y="2084"/>
                  <a:pt x="8813" y="2517"/>
                  <a:pt x="8214" y="3496"/>
                </a:cubicBezTo>
                <a:cubicBezTo>
                  <a:pt x="7654" y="2860"/>
                  <a:pt x="6945" y="2544"/>
                  <a:pt x="6280" y="2544"/>
                </a:cubicBezTo>
                <a:cubicBezTo>
                  <a:pt x="5419" y="2544"/>
                  <a:pt x="4634" y="3075"/>
                  <a:pt x="4348" y="4132"/>
                </a:cubicBezTo>
                <a:cubicBezTo>
                  <a:pt x="3984" y="3977"/>
                  <a:pt x="3619" y="3908"/>
                  <a:pt x="3265" y="3908"/>
                </a:cubicBezTo>
                <a:cubicBezTo>
                  <a:pt x="1536" y="3908"/>
                  <a:pt x="43" y="5542"/>
                  <a:pt x="1" y="6819"/>
                </a:cubicBezTo>
                <a:lnTo>
                  <a:pt x="24133" y="6320"/>
                </a:lnTo>
                <a:lnTo>
                  <a:pt x="24090" y="585"/>
                </a:lnTo>
                <a:cubicBezTo>
                  <a:pt x="22959" y="168"/>
                  <a:pt x="22000" y="0"/>
                  <a:pt x="21188" y="0"/>
                </a:cubicBezTo>
                <a:close/>
              </a:path>
            </a:pathLst>
          </a:custGeom>
          <a:solidFill>
            <a:srgbClr val="1866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7"/>
          <p:cNvSpPr/>
          <p:nvPr/>
        </p:nvSpPr>
        <p:spPr>
          <a:xfrm>
            <a:off x="1697126" y="4608500"/>
            <a:ext cx="2626579" cy="593404"/>
          </a:xfrm>
          <a:custGeom>
            <a:avLst/>
            <a:gdLst/>
            <a:ahLst/>
            <a:cxnLst/>
            <a:rect l="l" t="t" r="r" b="b"/>
            <a:pathLst>
              <a:path w="20926" h="5883" extrusionOk="0">
                <a:moveTo>
                  <a:pt x="12500" y="1"/>
                </a:moveTo>
                <a:cubicBezTo>
                  <a:pt x="11426" y="1"/>
                  <a:pt x="10383" y="736"/>
                  <a:pt x="9933" y="1678"/>
                </a:cubicBezTo>
                <a:cubicBezTo>
                  <a:pt x="9145" y="774"/>
                  <a:pt x="8378" y="274"/>
                  <a:pt x="7633" y="274"/>
                </a:cubicBezTo>
                <a:cubicBezTo>
                  <a:pt x="6813" y="274"/>
                  <a:pt x="6020" y="881"/>
                  <a:pt x="5260" y="2221"/>
                </a:cubicBezTo>
                <a:cubicBezTo>
                  <a:pt x="2557" y="2438"/>
                  <a:pt x="702" y="3557"/>
                  <a:pt x="0" y="5882"/>
                </a:cubicBezTo>
                <a:lnTo>
                  <a:pt x="20926" y="5882"/>
                </a:lnTo>
                <a:cubicBezTo>
                  <a:pt x="20571" y="3007"/>
                  <a:pt x="19351" y="1728"/>
                  <a:pt x="17438" y="1728"/>
                </a:cubicBezTo>
                <a:cubicBezTo>
                  <a:pt x="16741" y="1728"/>
                  <a:pt x="15953" y="1897"/>
                  <a:pt x="15082" y="2221"/>
                </a:cubicBezTo>
                <a:cubicBezTo>
                  <a:pt x="14477" y="608"/>
                  <a:pt x="13475" y="1"/>
                  <a:pt x="12500" y="1"/>
                </a:cubicBezTo>
                <a:close/>
              </a:path>
            </a:pathLst>
          </a:custGeom>
          <a:solidFill>
            <a:srgbClr val="0649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7"/>
          <p:cNvSpPr/>
          <p:nvPr/>
        </p:nvSpPr>
        <p:spPr>
          <a:xfrm>
            <a:off x="6321215" y="4427032"/>
            <a:ext cx="2841778" cy="803055"/>
          </a:xfrm>
          <a:custGeom>
            <a:avLst/>
            <a:gdLst/>
            <a:ahLst/>
            <a:cxnLst/>
            <a:rect l="l" t="t" r="r" b="b"/>
            <a:pathLst>
              <a:path w="24134" h="6820" extrusionOk="0">
                <a:moveTo>
                  <a:pt x="21188" y="0"/>
                </a:moveTo>
                <a:cubicBezTo>
                  <a:pt x="17796" y="0"/>
                  <a:pt x="16982" y="2940"/>
                  <a:pt x="16982" y="2940"/>
                </a:cubicBezTo>
                <a:cubicBezTo>
                  <a:pt x="16384" y="2252"/>
                  <a:pt x="15632" y="1828"/>
                  <a:pt x="14862" y="1828"/>
                </a:cubicBezTo>
                <a:cubicBezTo>
                  <a:pt x="14136" y="1828"/>
                  <a:pt x="13394" y="2205"/>
                  <a:pt x="12749" y="3092"/>
                </a:cubicBezTo>
                <a:cubicBezTo>
                  <a:pt x="12103" y="2449"/>
                  <a:pt x="11299" y="2084"/>
                  <a:pt x="10511" y="2084"/>
                </a:cubicBezTo>
                <a:cubicBezTo>
                  <a:pt x="9653" y="2084"/>
                  <a:pt x="8813" y="2517"/>
                  <a:pt x="8214" y="3496"/>
                </a:cubicBezTo>
                <a:cubicBezTo>
                  <a:pt x="7654" y="2860"/>
                  <a:pt x="6945" y="2544"/>
                  <a:pt x="6280" y="2544"/>
                </a:cubicBezTo>
                <a:cubicBezTo>
                  <a:pt x="5419" y="2544"/>
                  <a:pt x="4634" y="3075"/>
                  <a:pt x="4348" y="4132"/>
                </a:cubicBezTo>
                <a:cubicBezTo>
                  <a:pt x="3984" y="3977"/>
                  <a:pt x="3619" y="3908"/>
                  <a:pt x="3265" y="3908"/>
                </a:cubicBezTo>
                <a:cubicBezTo>
                  <a:pt x="1536" y="3908"/>
                  <a:pt x="43" y="5542"/>
                  <a:pt x="1" y="6819"/>
                </a:cubicBezTo>
                <a:lnTo>
                  <a:pt x="24133" y="6320"/>
                </a:lnTo>
                <a:lnTo>
                  <a:pt x="24090" y="585"/>
                </a:lnTo>
                <a:cubicBezTo>
                  <a:pt x="22959" y="168"/>
                  <a:pt x="22000" y="0"/>
                  <a:pt x="21188" y="0"/>
                </a:cubicBezTo>
                <a:close/>
              </a:path>
            </a:pathLst>
          </a:custGeom>
          <a:solidFill>
            <a:srgbClr val="1866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1" name="Google Shape;361;p37"/>
          <p:cNvGrpSpPr/>
          <p:nvPr/>
        </p:nvGrpSpPr>
        <p:grpSpPr>
          <a:xfrm>
            <a:off x="-149882" y="4485918"/>
            <a:ext cx="2299589" cy="1073422"/>
            <a:chOff x="-2075169" y="1594547"/>
            <a:chExt cx="1698869" cy="793012"/>
          </a:xfrm>
        </p:grpSpPr>
        <p:sp>
          <p:nvSpPr>
            <p:cNvPr id="362" name="Google Shape;362;p37"/>
            <p:cNvSpPr/>
            <p:nvPr/>
          </p:nvSpPr>
          <p:spPr>
            <a:xfrm>
              <a:off x="-2034655" y="1594547"/>
              <a:ext cx="1658355" cy="793012"/>
            </a:xfrm>
            <a:custGeom>
              <a:avLst/>
              <a:gdLst/>
              <a:ahLst/>
              <a:cxnLst/>
              <a:rect l="l" t="t" r="r" b="b"/>
              <a:pathLst>
                <a:path w="27261" h="13036" extrusionOk="0">
                  <a:moveTo>
                    <a:pt x="5463" y="1"/>
                  </a:moveTo>
                  <a:cubicBezTo>
                    <a:pt x="3591" y="1"/>
                    <a:pt x="1800" y="230"/>
                    <a:pt x="181" y="721"/>
                  </a:cubicBezTo>
                  <a:lnTo>
                    <a:pt x="1" y="13036"/>
                  </a:lnTo>
                  <a:lnTo>
                    <a:pt x="1" y="13036"/>
                  </a:lnTo>
                  <a:lnTo>
                    <a:pt x="27260" y="12855"/>
                  </a:lnTo>
                  <a:lnTo>
                    <a:pt x="25641" y="8558"/>
                  </a:lnTo>
                  <a:cubicBezTo>
                    <a:pt x="21355" y="3512"/>
                    <a:pt x="12792" y="1"/>
                    <a:pt x="5463" y="1"/>
                  </a:cubicBezTo>
                  <a:close/>
                </a:path>
              </a:pathLst>
            </a:custGeom>
            <a:solidFill>
              <a:srgbClr val="7392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37"/>
            <p:cNvSpPr/>
            <p:nvPr/>
          </p:nvSpPr>
          <p:spPr>
            <a:xfrm>
              <a:off x="-2024070" y="1639198"/>
              <a:ext cx="1495263" cy="497062"/>
            </a:xfrm>
            <a:custGeom>
              <a:avLst/>
              <a:gdLst/>
              <a:ahLst/>
              <a:cxnLst/>
              <a:rect l="l" t="t" r="r" b="b"/>
              <a:pathLst>
                <a:path w="24580" h="8171" extrusionOk="0">
                  <a:moveTo>
                    <a:pt x="4897" y="1"/>
                  </a:moveTo>
                  <a:cubicBezTo>
                    <a:pt x="2947" y="1"/>
                    <a:pt x="1264" y="217"/>
                    <a:pt x="0" y="536"/>
                  </a:cubicBezTo>
                  <a:lnTo>
                    <a:pt x="0" y="580"/>
                  </a:lnTo>
                  <a:cubicBezTo>
                    <a:pt x="1257" y="254"/>
                    <a:pt x="2947" y="37"/>
                    <a:pt x="4897" y="37"/>
                  </a:cubicBezTo>
                  <a:cubicBezTo>
                    <a:pt x="10509" y="37"/>
                    <a:pt x="18323" y="1836"/>
                    <a:pt x="24543" y="8164"/>
                  </a:cubicBezTo>
                  <a:cubicBezTo>
                    <a:pt x="24550" y="8171"/>
                    <a:pt x="24557" y="8171"/>
                    <a:pt x="24557" y="8171"/>
                  </a:cubicBezTo>
                  <a:cubicBezTo>
                    <a:pt x="24564" y="8171"/>
                    <a:pt x="24573" y="8171"/>
                    <a:pt x="24573" y="8164"/>
                  </a:cubicBezTo>
                  <a:cubicBezTo>
                    <a:pt x="24580" y="8157"/>
                    <a:pt x="24580" y="8141"/>
                    <a:pt x="24573" y="8134"/>
                  </a:cubicBezTo>
                  <a:cubicBezTo>
                    <a:pt x="18339" y="1800"/>
                    <a:pt x="10516" y="1"/>
                    <a:pt x="4897" y="1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37"/>
            <p:cNvSpPr/>
            <p:nvPr/>
          </p:nvSpPr>
          <p:spPr>
            <a:xfrm>
              <a:off x="-2075169" y="1723572"/>
              <a:ext cx="50187" cy="28226"/>
            </a:xfrm>
            <a:custGeom>
              <a:avLst/>
              <a:gdLst/>
              <a:ahLst/>
              <a:cxnLst/>
              <a:rect l="l" t="t" r="r" b="b"/>
              <a:pathLst>
                <a:path w="825" h="464" extrusionOk="0">
                  <a:moveTo>
                    <a:pt x="824" y="0"/>
                  </a:moveTo>
                  <a:cubicBezTo>
                    <a:pt x="500" y="124"/>
                    <a:pt x="225" y="269"/>
                    <a:pt x="17" y="427"/>
                  </a:cubicBezTo>
                  <a:cubicBezTo>
                    <a:pt x="8" y="434"/>
                    <a:pt x="1" y="449"/>
                    <a:pt x="8" y="456"/>
                  </a:cubicBezTo>
                  <a:cubicBezTo>
                    <a:pt x="17" y="463"/>
                    <a:pt x="24" y="463"/>
                    <a:pt x="24" y="463"/>
                  </a:cubicBezTo>
                  <a:lnTo>
                    <a:pt x="37" y="463"/>
                  </a:lnTo>
                  <a:cubicBezTo>
                    <a:pt x="240" y="304"/>
                    <a:pt x="507" y="160"/>
                    <a:pt x="824" y="44"/>
                  </a:cubicBezTo>
                  <a:lnTo>
                    <a:pt x="824" y="0"/>
                  </a:lnTo>
                  <a:close/>
                </a:path>
              </a:pathLst>
            </a:custGeom>
            <a:solidFill>
              <a:srgbClr val="697E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37"/>
            <p:cNvSpPr/>
            <p:nvPr/>
          </p:nvSpPr>
          <p:spPr>
            <a:xfrm>
              <a:off x="-2025043" y="1690236"/>
              <a:ext cx="1417580" cy="471574"/>
            </a:xfrm>
            <a:custGeom>
              <a:avLst/>
              <a:gdLst/>
              <a:ahLst/>
              <a:cxnLst/>
              <a:rect l="l" t="t" r="r" b="b"/>
              <a:pathLst>
                <a:path w="23303" h="7752" extrusionOk="0">
                  <a:moveTo>
                    <a:pt x="4104" y="1"/>
                  </a:moveTo>
                  <a:cubicBezTo>
                    <a:pt x="2963" y="1"/>
                    <a:pt x="1937" y="87"/>
                    <a:pt x="1099" y="245"/>
                  </a:cubicBezTo>
                  <a:cubicBezTo>
                    <a:pt x="687" y="332"/>
                    <a:pt x="319" y="427"/>
                    <a:pt x="0" y="548"/>
                  </a:cubicBezTo>
                  <a:lnTo>
                    <a:pt x="0" y="592"/>
                  </a:lnTo>
                  <a:cubicBezTo>
                    <a:pt x="319" y="470"/>
                    <a:pt x="694" y="368"/>
                    <a:pt x="1106" y="288"/>
                  </a:cubicBezTo>
                  <a:cubicBezTo>
                    <a:pt x="1944" y="124"/>
                    <a:pt x="2963" y="44"/>
                    <a:pt x="4104" y="44"/>
                  </a:cubicBezTo>
                  <a:cubicBezTo>
                    <a:pt x="7144" y="44"/>
                    <a:pt x="11052" y="635"/>
                    <a:pt x="14635" y="1892"/>
                  </a:cubicBezTo>
                  <a:cubicBezTo>
                    <a:pt x="18225" y="3157"/>
                    <a:pt x="21489" y="5078"/>
                    <a:pt x="23259" y="7736"/>
                  </a:cubicBezTo>
                  <a:cubicBezTo>
                    <a:pt x="23266" y="7743"/>
                    <a:pt x="23273" y="7751"/>
                    <a:pt x="23280" y="7751"/>
                  </a:cubicBezTo>
                  <a:cubicBezTo>
                    <a:pt x="23280" y="7751"/>
                    <a:pt x="23289" y="7751"/>
                    <a:pt x="23289" y="7743"/>
                  </a:cubicBezTo>
                  <a:cubicBezTo>
                    <a:pt x="23302" y="7736"/>
                    <a:pt x="23302" y="7729"/>
                    <a:pt x="23295" y="7715"/>
                  </a:cubicBezTo>
                  <a:cubicBezTo>
                    <a:pt x="21512" y="5049"/>
                    <a:pt x="18239" y="3121"/>
                    <a:pt x="14649" y="1857"/>
                  </a:cubicBezTo>
                  <a:cubicBezTo>
                    <a:pt x="11059" y="600"/>
                    <a:pt x="7151" y="1"/>
                    <a:pt x="4104" y="1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37"/>
            <p:cNvSpPr/>
            <p:nvPr/>
          </p:nvSpPr>
          <p:spPr>
            <a:xfrm>
              <a:off x="-2049194" y="1772786"/>
              <a:ext cx="23786" cy="6205"/>
            </a:xfrm>
            <a:custGeom>
              <a:avLst/>
              <a:gdLst/>
              <a:ahLst/>
              <a:cxnLst/>
              <a:rect l="l" t="t" r="r" b="b"/>
              <a:pathLst>
                <a:path w="391" h="102" extrusionOk="0">
                  <a:moveTo>
                    <a:pt x="390" y="1"/>
                  </a:moveTo>
                  <a:cubicBezTo>
                    <a:pt x="267" y="15"/>
                    <a:pt x="144" y="37"/>
                    <a:pt x="23" y="58"/>
                  </a:cubicBezTo>
                  <a:cubicBezTo>
                    <a:pt x="7" y="58"/>
                    <a:pt x="0" y="74"/>
                    <a:pt x="7" y="81"/>
                  </a:cubicBezTo>
                  <a:cubicBezTo>
                    <a:pt x="7" y="95"/>
                    <a:pt x="14" y="102"/>
                    <a:pt x="23" y="102"/>
                  </a:cubicBezTo>
                  <a:lnTo>
                    <a:pt x="30" y="102"/>
                  </a:lnTo>
                  <a:cubicBezTo>
                    <a:pt x="144" y="81"/>
                    <a:pt x="267" y="58"/>
                    <a:pt x="390" y="37"/>
                  </a:cubicBezTo>
                  <a:lnTo>
                    <a:pt x="390" y="1"/>
                  </a:lnTo>
                  <a:close/>
                </a:path>
              </a:pathLst>
            </a:custGeom>
            <a:solidFill>
              <a:srgbClr val="697E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37"/>
            <p:cNvSpPr/>
            <p:nvPr/>
          </p:nvSpPr>
          <p:spPr>
            <a:xfrm>
              <a:off x="-2025469" y="1753502"/>
              <a:ext cx="1315624" cy="388051"/>
            </a:xfrm>
            <a:custGeom>
              <a:avLst/>
              <a:gdLst/>
              <a:ahLst/>
              <a:cxnLst/>
              <a:rect l="l" t="t" r="r" b="b"/>
              <a:pathLst>
                <a:path w="21627" h="6379" extrusionOk="0">
                  <a:moveTo>
                    <a:pt x="4147" y="1"/>
                  </a:moveTo>
                  <a:cubicBezTo>
                    <a:pt x="2745" y="1"/>
                    <a:pt x="1351" y="101"/>
                    <a:pt x="0" y="318"/>
                  </a:cubicBezTo>
                  <a:lnTo>
                    <a:pt x="0" y="354"/>
                  </a:lnTo>
                  <a:cubicBezTo>
                    <a:pt x="1344" y="145"/>
                    <a:pt x="2738" y="44"/>
                    <a:pt x="4147" y="44"/>
                  </a:cubicBezTo>
                  <a:cubicBezTo>
                    <a:pt x="7694" y="44"/>
                    <a:pt x="11305" y="694"/>
                    <a:pt x="14403" y="1805"/>
                  </a:cubicBezTo>
                  <a:cubicBezTo>
                    <a:pt x="17502" y="2925"/>
                    <a:pt x="20089" y="4508"/>
                    <a:pt x="21583" y="6371"/>
                  </a:cubicBezTo>
                  <a:cubicBezTo>
                    <a:pt x="21590" y="6378"/>
                    <a:pt x="21597" y="6378"/>
                    <a:pt x="21605" y="6378"/>
                  </a:cubicBezTo>
                  <a:cubicBezTo>
                    <a:pt x="21605" y="6378"/>
                    <a:pt x="21612" y="6378"/>
                    <a:pt x="21612" y="6371"/>
                  </a:cubicBezTo>
                  <a:cubicBezTo>
                    <a:pt x="21626" y="6364"/>
                    <a:pt x="21626" y="6356"/>
                    <a:pt x="21619" y="6342"/>
                  </a:cubicBezTo>
                  <a:cubicBezTo>
                    <a:pt x="20109" y="4471"/>
                    <a:pt x="17516" y="2889"/>
                    <a:pt x="14418" y="1771"/>
                  </a:cubicBezTo>
                  <a:cubicBezTo>
                    <a:pt x="11312" y="651"/>
                    <a:pt x="7701" y="1"/>
                    <a:pt x="4147" y="1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37"/>
            <p:cNvSpPr/>
            <p:nvPr/>
          </p:nvSpPr>
          <p:spPr>
            <a:xfrm>
              <a:off x="-2056676" y="1841344"/>
              <a:ext cx="29990" cy="8821"/>
            </a:xfrm>
            <a:custGeom>
              <a:avLst/>
              <a:gdLst/>
              <a:ahLst/>
              <a:cxnLst/>
              <a:rect l="l" t="t" r="r" b="b"/>
              <a:pathLst>
                <a:path w="493" h="145" extrusionOk="0">
                  <a:moveTo>
                    <a:pt x="493" y="1"/>
                  </a:moveTo>
                  <a:cubicBezTo>
                    <a:pt x="333" y="30"/>
                    <a:pt x="174" y="67"/>
                    <a:pt x="23" y="101"/>
                  </a:cubicBezTo>
                  <a:cubicBezTo>
                    <a:pt x="7" y="110"/>
                    <a:pt x="0" y="117"/>
                    <a:pt x="7" y="131"/>
                  </a:cubicBezTo>
                  <a:cubicBezTo>
                    <a:pt x="7" y="138"/>
                    <a:pt x="16" y="145"/>
                    <a:pt x="30" y="145"/>
                  </a:cubicBezTo>
                  <a:cubicBezTo>
                    <a:pt x="181" y="110"/>
                    <a:pt x="333" y="74"/>
                    <a:pt x="493" y="37"/>
                  </a:cubicBezTo>
                  <a:lnTo>
                    <a:pt x="493" y="1"/>
                  </a:lnTo>
                  <a:close/>
                </a:path>
              </a:pathLst>
            </a:custGeom>
            <a:solidFill>
              <a:srgbClr val="697E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37"/>
            <p:cNvSpPr/>
            <p:nvPr/>
          </p:nvSpPr>
          <p:spPr>
            <a:xfrm>
              <a:off x="-2026747" y="1822912"/>
              <a:ext cx="1224619" cy="313348"/>
            </a:xfrm>
            <a:custGeom>
              <a:avLst/>
              <a:gdLst/>
              <a:ahLst/>
              <a:cxnLst/>
              <a:rect l="l" t="t" r="r" b="b"/>
              <a:pathLst>
                <a:path w="20131" h="5151" extrusionOk="0">
                  <a:moveTo>
                    <a:pt x="3511" y="0"/>
                  </a:moveTo>
                  <a:cubicBezTo>
                    <a:pt x="2202" y="0"/>
                    <a:pt x="1004" y="101"/>
                    <a:pt x="1" y="304"/>
                  </a:cubicBezTo>
                  <a:lnTo>
                    <a:pt x="1" y="340"/>
                  </a:lnTo>
                  <a:cubicBezTo>
                    <a:pt x="1004" y="144"/>
                    <a:pt x="2195" y="44"/>
                    <a:pt x="3511" y="44"/>
                  </a:cubicBezTo>
                  <a:cubicBezTo>
                    <a:pt x="6255" y="44"/>
                    <a:pt x="9506" y="477"/>
                    <a:pt x="12517" y="1330"/>
                  </a:cubicBezTo>
                  <a:cubicBezTo>
                    <a:pt x="15530" y="2190"/>
                    <a:pt x="18303" y="3461"/>
                    <a:pt x="20094" y="5144"/>
                  </a:cubicBezTo>
                  <a:cubicBezTo>
                    <a:pt x="20094" y="5151"/>
                    <a:pt x="20101" y="5151"/>
                    <a:pt x="20110" y="5151"/>
                  </a:cubicBezTo>
                  <a:cubicBezTo>
                    <a:pt x="20110" y="5151"/>
                    <a:pt x="20116" y="5151"/>
                    <a:pt x="20123" y="5144"/>
                  </a:cubicBezTo>
                  <a:cubicBezTo>
                    <a:pt x="20130" y="5137"/>
                    <a:pt x="20130" y="5121"/>
                    <a:pt x="20123" y="5114"/>
                  </a:cubicBezTo>
                  <a:cubicBezTo>
                    <a:pt x="18324" y="3424"/>
                    <a:pt x="15543" y="2147"/>
                    <a:pt x="12525" y="1294"/>
                  </a:cubicBezTo>
                  <a:cubicBezTo>
                    <a:pt x="9513" y="434"/>
                    <a:pt x="6262" y="0"/>
                    <a:pt x="3511" y="0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37"/>
            <p:cNvSpPr/>
            <p:nvPr/>
          </p:nvSpPr>
          <p:spPr>
            <a:xfrm>
              <a:off x="-1901128" y="1890618"/>
              <a:ext cx="984331" cy="269792"/>
            </a:xfrm>
            <a:custGeom>
              <a:avLst/>
              <a:gdLst/>
              <a:ahLst/>
              <a:cxnLst/>
              <a:rect l="l" t="t" r="r" b="b"/>
              <a:pathLst>
                <a:path w="16181" h="4435" extrusionOk="0">
                  <a:moveTo>
                    <a:pt x="1770" y="0"/>
                  </a:moveTo>
                  <a:cubicBezTo>
                    <a:pt x="1170" y="0"/>
                    <a:pt x="586" y="21"/>
                    <a:pt x="23" y="71"/>
                  </a:cubicBezTo>
                  <a:cubicBezTo>
                    <a:pt x="16" y="71"/>
                    <a:pt x="0" y="87"/>
                    <a:pt x="7" y="94"/>
                  </a:cubicBezTo>
                  <a:cubicBezTo>
                    <a:pt x="7" y="108"/>
                    <a:pt x="16" y="115"/>
                    <a:pt x="23" y="115"/>
                  </a:cubicBezTo>
                  <a:lnTo>
                    <a:pt x="30" y="115"/>
                  </a:lnTo>
                  <a:cubicBezTo>
                    <a:pt x="586" y="64"/>
                    <a:pt x="1170" y="44"/>
                    <a:pt x="1770" y="44"/>
                  </a:cubicBezTo>
                  <a:cubicBezTo>
                    <a:pt x="4414" y="44"/>
                    <a:pt x="7347" y="505"/>
                    <a:pt x="9940" y="1294"/>
                  </a:cubicBezTo>
                  <a:cubicBezTo>
                    <a:pt x="12541" y="2074"/>
                    <a:pt x="14808" y="3171"/>
                    <a:pt x="16145" y="4435"/>
                  </a:cubicBezTo>
                  <a:lnTo>
                    <a:pt x="16172" y="4435"/>
                  </a:lnTo>
                  <a:cubicBezTo>
                    <a:pt x="16181" y="4421"/>
                    <a:pt x="16181" y="4414"/>
                    <a:pt x="16172" y="4405"/>
                  </a:cubicBezTo>
                  <a:cubicBezTo>
                    <a:pt x="14829" y="3135"/>
                    <a:pt x="12554" y="2037"/>
                    <a:pt x="9954" y="1250"/>
                  </a:cubicBezTo>
                  <a:cubicBezTo>
                    <a:pt x="7354" y="470"/>
                    <a:pt x="4421" y="0"/>
                    <a:pt x="1770" y="0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37"/>
            <p:cNvSpPr/>
            <p:nvPr/>
          </p:nvSpPr>
          <p:spPr>
            <a:xfrm>
              <a:off x="-1692472" y="1978461"/>
              <a:ext cx="707604" cy="209142"/>
            </a:xfrm>
            <a:custGeom>
              <a:avLst/>
              <a:gdLst/>
              <a:ahLst/>
              <a:cxnLst/>
              <a:rect l="l" t="t" r="r" b="b"/>
              <a:pathLst>
                <a:path w="11632" h="3438" extrusionOk="0">
                  <a:moveTo>
                    <a:pt x="23" y="0"/>
                  </a:moveTo>
                  <a:cubicBezTo>
                    <a:pt x="10" y="0"/>
                    <a:pt x="1" y="7"/>
                    <a:pt x="1" y="23"/>
                  </a:cubicBezTo>
                  <a:cubicBezTo>
                    <a:pt x="1" y="30"/>
                    <a:pt x="10" y="37"/>
                    <a:pt x="23" y="37"/>
                  </a:cubicBezTo>
                  <a:cubicBezTo>
                    <a:pt x="7325" y="110"/>
                    <a:pt x="10568" y="2138"/>
                    <a:pt x="11595" y="3431"/>
                  </a:cubicBezTo>
                  <a:cubicBezTo>
                    <a:pt x="11602" y="3438"/>
                    <a:pt x="11602" y="3438"/>
                    <a:pt x="11609" y="3438"/>
                  </a:cubicBezTo>
                  <a:lnTo>
                    <a:pt x="11624" y="3438"/>
                  </a:lnTo>
                  <a:cubicBezTo>
                    <a:pt x="11631" y="3431"/>
                    <a:pt x="11631" y="3417"/>
                    <a:pt x="11624" y="3410"/>
                  </a:cubicBezTo>
                  <a:cubicBezTo>
                    <a:pt x="10591" y="2103"/>
                    <a:pt x="7334" y="66"/>
                    <a:pt x="23" y="0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2" name="Google Shape;372;p37"/>
          <p:cNvSpPr/>
          <p:nvPr/>
        </p:nvSpPr>
        <p:spPr>
          <a:xfrm flipH="1">
            <a:off x="7753898" y="122752"/>
            <a:ext cx="1807523" cy="406546"/>
          </a:xfrm>
          <a:custGeom>
            <a:avLst/>
            <a:gdLst/>
            <a:ahLst/>
            <a:cxnLst/>
            <a:rect l="l" t="t" r="r" b="b"/>
            <a:pathLst>
              <a:path w="28258" h="5545" extrusionOk="0">
                <a:moveTo>
                  <a:pt x="10378" y="0"/>
                </a:moveTo>
                <a:cubicBezTo>
                  <a:pt x="8312" y="0"/>
                  <a:pt x="6398" y="1151"/>
                  <a:pt x="5310" y="3326"/>
                </a:cubicBezTo>
                <a:cubicBezTo>
                  <a:pt x="4474" y="2885"/>
                  <a:pt x="3683" y="2665"/>
                  <a:pt x="2977" y="2665"/>
                </a:cubicBezTo>
                <a:cubicBezTo>
                  <a:pt x="1507" y="2665"/>
                  <a:pt x="401" y="3622"/>
                  <a:pt x="1" y="5545"/>
                </a:cubicBezTo>
                <a:lnTo>
                  <a:pt x="28257" y="5545"/>
                </a:lnTo>
                <a:cubicBezTo>
                  <a:pt x="26931" y="3847"/>
                  <a:pt x="25535" y="3011"/>
                  <a:pt x="24074" y="3011"/>
                </a:cubicBezTo>
                <a:cubicBezTo>
                  <a:pt x="23363" y="3011"/>
                  <a:pt x="22637" y="3209"/>
                  <a:pt x="21895" y="3601"/>
                </a:cubicBezTo>
                <a:cubicBezTo>
                  <a:pt x="20794" y="1817"/>
                  <a:pt x="19594" y="928"/>
                  <a:pt x="18291" y="928"/>
                </a:cubicBezTo>
                <a:cubicBezTo>
                  <a:pt x="17352" y="928"/>
                  <a:pt x="16360" y="1389"/>
                  <a:pt x="15315" y="2308"/>
                </a:cubicBezTo>
                <a:cubicBezTo>
                  <a:pt x="13806" y="748"/>
                  <a:pt x="12042" y="0"/>
                  <a:pt x="10378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37"/>
          <p:cNvSpPr/>
          <p:nvPr/>
        </p:nvSpPr>
        <p:spPr>
          <a:xfrm flipH="1">
            <a:off x="-344225" y="2576426"/>
            <a:ext cx="1375741" cy="309453"/>
          </a:xfrm>
          <a:custGeom>
            <a:avLst/>
            <a:gdLst/>
            <a:ahLst/>
            <a:cxnLst/>
            <a:rect l="l" t="t" r="r" b="b"/>
            <a:pathLst>
              <a:path w="28258" h="5545" extrusionOk="0">
                <a:moveTo>
                  <a:pt x="10378" y="0"/>
                </a:moveTo>
                <a:cubicBezTo>
                  <a:pt x="8312" y="0"/>
                  <a:pt x="6398" y="1151"/>
                  <a:pt x="5310" y="3326"/>
                </a:cubicBezTo>
                <a:cubicBezTo>
                  <a:pt x="4474" y="2885"/>
                  <a:pt x="3683" y="2665"/>
                  <a:pt x="2977" y="2665"/>
                </a:cubicBezTo>
                <a:cubicBezTo>
                  <a:pt x="1507" y="2665"/>
                  <a:pt x="401" y="3622"/>
                  <a:pt x="1" y="5545"/>
                </a:cubicBezTo>
                <a:lnTo>
                  <a:pt x="28257" y="5545"/>
                </a:lnTo>
                <a:cubicBezTo>
                  <a:pt x="26931" y="3847"/>
                  <a:pt x="25535" y="3011"/>
                  <a:pt x="24074" y="3011"/>
                </a:cubicBezTo>
                <a:cubicBezTo>
                  <a:pt x="23363" y="3011"/>
                  <a:pt x="22637" y="3209"/>
                  <a:pt x="21895" y="3601"/>
                </a:cubicBezTo>
                <a:cubicBezTo>
                  <a:pt x="20794" y="1817"/>
                  <a:pt x="19594" y="928"/>
                  <a:pt x="18291" y="928"/>
                </a:cubicBezTo>
                <a:cubicBezTo>
                  <a:pt x="17352" y="928"/>
                  <a:pt x="16360" y="1389"/>
                  <a:pt x="15315" y="2308"/>
                </a:cubicBezTo>
                <a:cubicBezTo>
                  <a:pt x="13806" y="748"/>
                  <a:pt x="12042" y="0"/>
                  <a:pt x="10378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4" name="Google Shape;374;p37"/>
          <p:cNvGrpSpPr/>
          <p:nvPr/>
        </p:nvGrpSpPr>
        <p:grpSpPr>
          <a:xfrm>
            <a:off x="7456281" y="4842004"/>
            <a:ext cx="202621" cy="126392"/>
            <a:chOff x="745525" y="4025025"/>
            <a:chExt cx="79675" cy="49700"/>
          </a:xfrm>
        </p:grpSpPr>
        <p:sp>
          <p:nvSpPr>
            <p:cNvPr id="375" name="Google Shape;375;p37"/>
            <p:cNvSpPr/>
            <p:nvPr/>
          </p:nvSpPr>
          <p:spPr>
            <a:xfrm>
              <a:off x="745525" y="4025025"/>
              <a:ext cx="79675" cy="49700"/>
            </a:xfrm>
            <a:custGeom>
              <a:avLst/>
              <a:gdLst/>
              <a:ahLst/>
              <a:cxnLst/>
              <a:rect l="l" t="t" r="r" b="b"/>
              <a:pathLst>
                <a:path w="3187" h="1988" extrusionOk="0">
                  <a:moveTo>
                    <a:pt x="1858" y="1"/>
                  </a:moveTo>
                  <a:cubicBezTo>
                    <a:pt x="1711" y="1"/>
                    <a:pt x="1558" y="16"/>
                    <a:pt x="1402" y="47"/>
                  </a:cubicBezTo>
                  <a:cubicBezTo>
                    <a:pt x="579" y="213"/>
                    <a:pt x="0" y="770"/>
                    <a:pt x="102" y="1290"/>
                  </a:cubicBezTo>
                  <a:cubicBezTo>
                    <a:pt x="184" y="1716"/>
                    <a:pt x="690" y="1987"/>
                    <a:pt x="1316" y="1987"/>
                  </a:cubicBezTo>
                  <a:cubicBezTo>
                    <a:pt x="1465" y="1987"/>
                    <a:pt x="1619" y="1972"/>
                    <a:pt x="1777" y="1940"/>
                  </a:cubicBezTo>
                  <a:cubicBezTo>
                    <a:pt x="2600" y="1781"/>
                    <a:pt x="3186" y="1224"/>
                    <a:pt x="3086" y="697"/>
                  </a:cubicBezTo>
                  <a:cubicBezTo>
                    <a:pt x="2997" y="275"/>
                    <a:pt x="2487" y="1"/>
                    <a:pt x="1858" y="1"/>
                  </a:cubicBez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37"/>
            <p:cNvSpPr/>
            <p:nvPr/>
          </p:nvSpPr>
          <p:spPr>
            <a:xfrm>
              <a:off x="765750" y="4037125"/>
              <a:ext cx="35950" cy="17975"/>
            </a:xfrm>
            <a:custGeom>
              <a:avLst/>
              <a:gdLst/>
              <a:ahLst/>
              <a:cxnLst/>
              <a:rect l="l" t="t" r="r" b="b"/>
              <a:pathLst>
                <a:path w="1438" h="719" extrusionOk="0">
                  <a:moveTo>
                    <a:pt x="915" y="0"/>
                  </a:moveTo>
                  <a:cubicBezTo>
                    <a:pt x="832" y="0"/>
                    <a:pt x="743" y="8"/>
                    <a:pt x="651" y="26"/>
                  </a:cubicBezTo>
                  <a:cubicBezTo>
                    <a:pt x="275" y="99"/>
                    <a:pt x="1" y="307"/>
                    <a:pt x="37" y="496"/>
                  </a:cubicBezTo>
                  <a:cubicBezTo>
                    <a:pt x="64" y="632"/>
                    <a:pt x="265" y="719"/>
                    <a:pt x="523" y="719"/>
                  </a:cubicBezTo>
                  <a:cubicBezTo>
                    <a:pt x="606" y="719"/>
                    <a:pt x="696" y="709"/>
                    <a:pt x="788" y="690"/>
                  </a:cubicBezTo>
                  <a:cubicBezTo>
                    <a:pt x="1164" y="619"/>
                    <a:pt x="1438" y="409"/>
                    <a:pt x="1401" y="220"/>
                  </a:cubicBezTo>
                  <a:cubicBezTo>
                    <a:pt x="1375" y="83"/>
                    <a:pt x="1176" y="0"/>
                    <a:pt x="9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7" name="Google Shape;377;p37"/>
          <p:cNvGrpSpPr/>
          <p:nvPr/>
        </p:nvGrpSpPr>
        <p:grpSpPr>
          <a:xfrm>
            <a:off x="8633502" y="4718440"/>
            <a:ext cx="317526" cy="220203"/>
            <a:chOff x="465800" y="3989200"/>
            <a:chExt cx="104950" cy="72775"/>
          </a:xfrm>
        </p:grpSpPr>
        <p:sp>
          <p:nvSpPr>
            <p:cNvPr id="378" name="Google Shape;378;p37"/>
            <p:cNvSpPr/>
            <p:nvPr/>
          </p:nvSpPr>
          <p:spPr>
            <a:xfrm>
              <a:off x="465800" y="3989200"/>
              <a:ext cx="104950" cy="72775"/>
            </a:xfrm>
            <a:custGeom>
              <a:avLst/>
              <a:gdLst/>
              <a:ahLst/>
              <a:cxnLst/>
              <a:rect l="l" t="t" r="r" b="b"/>
              <a:pathLst>
                <a:path w="4198" h="2911" extrusionOk="0">
                  <a:moveTo>
                    <a:pt x="1432" y="0"/>
                  </a:moveTo>
                  <a:cubicBezTo>
                    <a:pt x="924" y="0"/>
                    <a:pt x="504" y="185"/>
                    <a:pt x="320" y="542"/>
                  </a:cubicBezTo>
                  <a:cubicBezTo>
                    <a:pt x="1" y="1163"/>
                    <a:pt x="537" y="2080"/>
                    <a:pt x="1518" y="2586"/>
                  </a:cubicBezTo>
                  <a:cubicBezTo>
                    <a:pt x="1942" y="2804"/>
                    <a:pt x="2380" y="2910"/>
                    <a:pt x="2766" y="2910"/>
                  </a:cubicBezTo>
                  <a:cubicBezTo>
                    <a:pt x="3275" y="2910"/>
                    <a:pt x="3695" y="2726"/>
                    <a:pt x="3881" y="2369"/>
                  </a:cubicBezTo>
                  <a:cubicBezTo>
                    <a:pt x="4198" y="1747"/>
                    <a:pt x="3664" y="830"/>
                    <a:pt x="2681" y="326"/>
                  </a:cubicBezTo>
                  <a:cubicBezTo>
                    <a:pt x="2256" y="107"/>
                    <a:pt x="1819" y="0"/>
                    <a:pt x="1432" y="0"/>
                  </a:cubicBezTo>
                  <a:close/>
                </a:path>
              </a:pathLst>
            </a:custGeom>
            <a:solidFill>
              <a:srgbClr val="B8DE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37"/>
            <p:cNvSpPr/>
            <p:nvPr/>
          </p:nvSpPr>
          <p:spPr>
            <a:xfrm>
              <a:off x="499225" y="4000700"/>
              <a:ext cx="46450" cy="28925"/>
            </a:xfrm>
            <a:custGeom>
              <a:avLst/>
              <a:gdLst/>
              <a:ahLst/>
              <a:cxnLst/>
              <a:rect l="l" t="t" r="r" b="b"/>
              <a:pathLst>
                <a:path w="1858" h="1157" extrusionOk="0">
                  <a:moveTo>
                    <a:pt x="478" y="1"/>
                  </a:moveTo>
                  <a:cubicBezTo>
                    <a:pt x="305" y="1"/>
                    <a:pt x="171" y="53"/>
                    <a:pt x="117" y="160"/>
                  </a:cubicBezTo>
                  <a:cubicBezTo>
                    <a:pt x="0" y="377"/>
                    <a:pt x="274" y="746"/>
                    <a:pt x="730" y="977"/>
                  </a:cubicBezTo>
                  <a:cubicBezTo>
                    <a:pt x="961" y="1097"/>
                    <a:pt x="1195" y="1157"/>
                    <a:pt x="1382" y="1157"/>
                  </a:cubicBezTo>
                  <a:cubicBezTo>
                    <a:pt x="1557" y="1157"/>
                    <a:pt x="1693" y="1104"/>
                    <a:pt x="1748" y="999"/>
                  </a:cubicBezTo>
                  <a:cubicBezTo>
                    <a:pt x="1857" y="783"/>
                    <a:pt x="1583" y="413"/>
                    <a:pt x="1134" y="183"/>
                  </a:cubicBezTo>
                  <a:cubicBezTo>
                    <a:pt x="901" y="63"/>
                    <a:pt x="666" y="1"/>
                    <a:pt x="4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0" name="Google Shape;380;p37"/>
          <p:cNvGrpSpPr/>
          <p:nvPr/>
        </p:nvGrpSpPr>
        <p:grpSpPr>
          <a:xfrm flipH="1">
            <a:off x="5330881" y="4951304"/>
            <a:ext cx="202621" cy="126392"/>
            <a:chOff x="745525" y="4025025"/>
            <a:chExt cx="79675" cy="49700"/>
          </a:xfrm>
        </p:grpSpPr>
        <p:sp>
          <p:nvSpPr>
            <p:cNvPr id="381" name="Google Shape;381;p37"/>
            <p:cNvSpPr/>
            <p:nvPr/>
          </p:nvSpPr>
          <p:spPr>
            <a:xfrm>
              <a:off x="745525" y="4025025"/>
              <a:ext cx="79675" cy="49700"/>
            </a:xfrm>
            <a:custGeom>
              <a:avLst/>
              <a:gdLst/>
              <a:ahLst/>
              <a:cxnLst/>
              <a:rect l="l" t="t" r="r" b="b"/>
              <a:pathLst>
                <a:path w="3187" h="1988" extrusionOk="0">
                  <a:moveTo>
                    <a:pt x="1858" y="1"/>
                  </a:moveTo>
                  <a:cubicBezTo>
                    <a:pt x="1711" y="1"/>
                    <a:pt x="1558" y="16"/>
                    <a:pt x="1402" y="47"/>
                  </a:cubicBezTo>
                  <a:cubicBezTo>
                    <a:pt x="579" y="213"/>
                    <a:pt x="0" y="770"/>
                    <a:pt x="102" y="1290"/>
                  </a:cubicBezTo>
                  <a:cubicBezTo>
                    <a:pt x="184" y="1716"/>
                    <a:pt x="690" y="1987"/>
                    <a:pt x="1316" y="1987"/>
                  </a:cubicBezTo>
                  <a:cubicBezTo>
                    <a:pt x="1465" y="1987"/>
                    <a:pt x="1619" y="1972"/>
                    <a:pt x="1777" y="1940"/>
                  </a:cubicBezTo>
                  <a:cubicBezTo>
                    <a:pt x="2600" y="1781"/>
                    <a:pt x="3186" y="1224"/>
                    <a:pt x="3086" y="697"/>
                  </a:cubicBezTo>
                  <a:cubicBezTo>
                    <a:pt x="2997" y="275"/>
                    <a:pt x="2487" y="1"/>
                    <a:pt x="1858" y="1"/>
                  </a:cubicBez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37"/>
            <p:cNvSpPr/>
            <p:nvPr/>
          </p:nvSpPr>
          <p:spPr>
            <a:xfrm>
              <a:off x="765750" y="4037125"/>
              <a:ext cx="35950" cy="17975"/>
            </a:xfrm>
            <a:custGeom>
              <a:avLst/>
              <a:gdLst/>
              <a:ahLst/>
              <a:cxnLst/>
              <a:rect l="l" t="t" r="r" b="b"/>
              <a:pathLst>
                <a:path w="1438" h="719" extrusionOk="0">
                  <a:moveTo>
                    <a:pt x="915" y="0"/>
                  </a:moveTo>
                  <a:cubicBezTo>
                    <a:pt x="832" y="0"/>
                    <a:pt x="743" y="8"/>
                    <a:pt x="651" y="26"/>
                  </a:cubicBezTo>
                  <a:cubicBezTo>
                    <a:pt x="275" y="99"/>
                    <a:pt x="1" y="307"/>
                    <a:pt x="37" y="496"/>
                  </a:cubicBezTo>
                  <a:cubicBezTo>
                    <a:pt x="64" y="632"/>
                    <a:pt x="265" y="719"/>
                    <a:pt x="523" y="719"/>
                  </a:cubicBezTo>
                  <a:cubicBezTo>
                    <a:pt x="606" y="719"/>
                    <a:pt x="696" y="709"/>
                    <a:pt x="788" y="690"/>
                  </a:cubicBezTo>
                  <a:cubicBezTo>
                    <a:pt x="1164" y="619"/>
                    <a:pt x="1438" y="409"/>
                    <a:pt x="1401" y="220"/>
                  </a:cubicBezTo>
                  <a:cubicBezTo>
                    <a:pt x="1375" y="83"/>
                    <a:pt x="1176" y="0"/>
                    <a:pt x="9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3" name="Google Shape;383;p37"/>
          <p:cNvGrpSpPr/>
          <p:nvPr/>
        </p:nvGrpSpPr>
        <p:grpSpPr>
          <a:xfrm>
            <a:off x="3228884" y="4834930"/>
            <a:ext cx="202627" cy="140521"/>
            <a:chOff x="465800" y="3989200"/>
            <a:chExt cx="104950" cy="72775"/>
          </a:xfrm>
        </p:grpSpPr>
        <p:sp>
          <p:nvSpPr>
            <p:cNvPr id="384" name="Google Shape;384;p37"/>
            <p:cNvSpPr/>
            <p:nvPr/>
          </p:nvSpPr>
          <p:spPr>
            <a:xfrm>
              <a:off x="465800" y="3989200"/>
              <a:ext cx="104950" cy="72775"/>
            </a:xfrm>
            <a:custGeom>
              <a:avLst/>
              <a:gdLst/>
              <a:ahLst/>
              <a:cxnLst/>
              <a:rect l="l" t="t" r="r" b="b"/>
              <a:pathLst>
                <a:path w="4198" h="2911" extrusionOk="0">
                  <a:moveTo>
                    <a:pt x="1432" y="0"/>
                  </a:moveTo>
                  <a:cubicBezTo>
                    <a:pt x="924" y="0"/>
                    <a:pt x="504" y="185"/>
                    <a:pt x="320" y="542"/>
                  </a:cubicBezTo>
                  <a:cubicBezTo>
                    <a:pt x="1" y="1163"/>
                    <a:pt x="537" y="2080"/>
                    <a:pt x="1518" y="2586"/>
                  </a:cubicBezTo>
                  <a:cubicBezTo>
                    <a:pt x="1942" y="2804"/>
                    <a:pt x="2380" y="2910"/>
                    <a:pt x="2766" y="2910"/>
                  </a:cubicBezTo>
                  <a:cubicBezTo>
                    <a:pt x="3275" y="2910"/>
                    <a:pt x="3695" y="2726"/>
                    <a:pt x="3881" y="2369"/>
                  </a:cubicBezTo>
                  <a:cubicBezTo>
                    <a:pt x="4198" y="1747"/>
                    <a:pt x="3664" y="830"/>
                    <a:pt x="2681" y="326"/>
                  </a:cubicBezTo>
                  <a:cubicBezTo>
                    <a:pt x="2256" y="107"/>
                    <a:pt x="1819" y="0"/>
                    <a:pt x="1432" y="0"/>
                  </a:cubicBezTo>
                  <a:close/>
                </a:path>
              </a:pathLst>
            </a:custGeom>
            <a:solidFill>
              <a:srgbClr val="B8DE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37"/>
            <p:cNvSpPr/>
            <p:nvPr/>
          </p:nvSpPr>
          <p:spPr>
            <a:xfrm>
              <a:off x="499225" y="4000700"/>
              <a:ext cx="46450" cy="28925"/>
            </a:xfrm>
            <a:custGeom>
              <a:avLst/>
              <a:gdLst/>
              <a:ahLst/>
              <a:cxnLst/>
              <a:rect l="l" t="t" r="r" b="b"/>
              <a:pathLst>
                <a:path w="1858" h="1157" extrusionOk="0">
                  <a:moveTo>
                    <a:pt x="478" y="1"/>
                  </a:moveTo>
                  <a:cubicBezTo>
                    <a:pt x="305" y="1"/>
                    <a:pt x="171" y="53"/>
                    <a:pt x="117" y="160"/>
                  </a:cubicBezTo>
                  <a:cubicBezTo>
                    <a:pt x="0" y="377"/>
                    <a:pt x="274" y="746"/>
                    <a:pt x="730" y="977"/>
                  </a:cubicBezTo>
                  <a:cubicBezTo>
                    <a:pt x="961" y="1097"/>
                    <a:pt x="1195" y="1157"/>
                    <a:pt x="1382" y="1157"/>
                  </a:cubicBezTo>
                  <a:cubicBezTo>
                    <a:pt x="1557" y="1157"/>
                    <a:pt x="1693" y="1104"/>
                    <a:pt x="1748" y="999"/>
                  </a:cubicBezTo>
                  <a:cubicBezTo>
                    <a:pt x="1857" y="783"/>
                    <a:pt x="1583" y="413"/>
                    <a:pt x="1134" y="183"/>
                  </a:cubicBezTo>
                  <a:cubicBezTo>
                    <a:pt x="901" y="63"/>
                    <a:pt x="666" y="1"/>
                    <a:pt x="4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6" name="Google Shape;386;p37"/>
          <p:cNvGrpSpPr/>
          <p:nvPr/>
        </p:nvGrpSpPr>
        <p:grpSpPr>
          <a:xfrm>
            <a:off x="2488843" y="4915038"/>
            <a:ext cx="202621" cy="126402"/>
            <a:chOff x="745525" y="4025025"/>
            <a:chExt cx="79675" cy="49700"/>
          </a:xfrm>
        </p:grpSpPr>
        <p:sp>
          <p:nvSpPr>
            <p:cNvPr id="387" name="Google Shape;387;p37"/>
            <p:cNvSpPr/>
            <p:nvPr/>
          </p:nvSpPr>
          <p:spPr>
            <a:xfrm>
              <a:off x="745525" y="4025025"/>
              <a:ext cx="79675" cy="49700"/>
            </a:xfrm>
            <a:custGeom>
              <a:avLst/>
              <a:gdLst/>
              <a:ahLst/>
              <a:cxnLst/>
              <a:rect l="l" t="t" r="r" b="b"/>
              <a:pathLst>
                <a:path w="3187" h="1988" extrusionOk="0">
                  <a:moveTo>
                    <a:pt x="1858" y="1"/>
                  </a:moveTo>
                  <a:cubicBezTo>
                    <a:pt x="1711" y="1"/>
                    <a:pt x="1558" y="16"/>
                    <a:pt x="1402" y="47"/>
                  </a:cubicBezTo>
                  <a:cubicBezTo>
                    <a:pt x="579" y="213"/>
                    <a:pt x="0" y="770"/>
                    <a:pt x="102" y="1290"/>
                  </a:cubicBezTo>
                  <a:cubicBezTo>
                    <a:pt x="184" y="1716"/>
                    <a:pt x="690" y="1987"/>
                    <a:pt x="1316" y="1987"/>
                  </a:cubicBezTo>
                  <a:cubicBezTo>
                    <a:pt x="1465" y="1987"/>
                    <a:pt x="1619" y="1972"/>
                    <a:pt x="1777" y="1940"/>
                  </a:cubicBezTo>
                  <a:cubicBezTo>
                    <a:pt x="2600" y="1781"/>
                    <a:pt x="3186" y="1224"/>
                    <a:pt x="3086" y="697"/>
                  </a:cubicBezTo>
                  <a:cubicBezTo>
                    <a:pt x="2997" y="275"/>
                    <a:pt x="2487" y="1"/>
                    <a:pt x="1858" y="1"/>
                  </a:cubicBez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37"/>
            <p:cNvSpPr/>
            <p:nvPr/>
          </p:nvSpPr>
          <p:spPr>
            <a:xfrm>
              <a:off x="765750" y="4037125"/>
              <a:ext cx="35950" cy="17975"/>
            </a:xfrm>
            <a:custGeom>
              <a:avLst/>
              <a:gdLst/>
              <a:ahLst/>
              <a:cxnLst/>
              <a:rect l="l" t="t" r="r" b="b"/>
              <a:pathLst>
                <a:path w="1438" h="719" extrusionOk="0">
                  <a:moveTo>
                    <a:pt x="915" y="0"/>
                  </a:moveTo>
                  <a:cubicBezTo>
                    <a:pt x="832" y="0"/>
                    <a:pt x="743" y="8"/>
                    <a:pt x="651" y="26"/>
                  </a:cubicBezTo>
                  <a:cubicBezTo>
                    <a:pt x="275" y="99"/>
                    <a:pt x="1" y="307"/>
                    <a:pt x="37" y="496"/>
                  </a:cubicBezTo>
                  <a:cubicBezTo>
                    <a:pt x="64" y="632"/>
                    <a:pt x="265" y="719"/>
                    <a:pt x="523" y="719"/>
                  </a:cubicBezTo>
                  <a:cubicBezTo>
                    <a:pt x="606" y="719"/>
                    <a:pt x="696" y="709"/>
                    <a:pt x="788" y="690"/>
                  </a:cubicBezTo>
                  <a:cubicBezTo>
                    <a:pt x="1164" y="619"/>
                    <a:pt x="1438" y="409"/>
                    <a:pt x="1401" y="220"/>
                  </a:cubicBezTo>
                  <a:cubicBezTo>
                    <a:pt x="1375" y="83"/>
                    <a:pt x="1176" y="0"/>
                    <a:pt x="9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9" name="Google Shape;389;p37"/>
          <p:cNvSpPr txBox="1">
            <a:spLocks noGrp="1"/>
          </p:cNvSpPr>
          <p:nvPr>
            <p:ph type="title"/>
          </p:nvPr>
        </p:nvSpPr>
        <p:spPr>
          <a:xfrm>
            <a:off x="1284188" y="1406538"/>
            <a:ext cx="5979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90" name="Google Shape;390;p37"/>
          <p:cNvSpPr txBox="1">
            <a:spLocks noGrp="1"/>
          </p:cNvSpPr>
          <p:nvPr>
            <p:ph type="subTitle" idx="1"/>
          </p:nvPr>
        </p:nvSpPr>
        <p:spPr>
          <a:xfrm>
            <a:off x="2032263" y="1551512"/>
            <a:ext cx="23769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37"/>
          <p:cNvSpPr txBox="1">
            <a:spLocks noGrp="1"/>
          </p:cNvSpPr>
          <p:nvPr>
            <p:ph type="subTitle" idx="2"/>
          </p:nvPr>
        </p:nvSpPr>
        <p:spPr>
          <a:xfrm>
            <a:off x="2032263" y="1180913"/>
            <a:ext cx="23769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2" name="Google Shape;392;p37"/>
          <p:cNvSpPr txBox="1">
            <a:spLocks noGrp="1"/>
          </p:cNvSpPr>
          <p:nvPr>
            <p:ph type="title" idx="3"/>
          </p:nvPr>
        </p:nvSpPr>
        <p:spPr>
          <a:xfrm>
            <a:off x="720000" y="4036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37"/>
          <p:cNvSpPr txBox="1">
            <a:spLocks noGrp="1"/>
          </p:cNvSpPr>
          <p:nvPr>
            <p:ph type="title" idx="4"/>
          </p:nvPr>
        </p:nvSpPr>
        <p:spPr>
          <a:xfrm>
            <a:off x="1284188" y="2536063"/>
            <a:ext cx="5979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94" name="Google Shape;394;p37"/>
          <p:cNvSpPr txBox="1">
            <a:spLocks noGrp="1"/>
          </p:cNvSpPr>
          <p:nvPr>
            <p:ph type="subTitle" idx="5"/>
          </p:nvPr>
        </p:nvSpPr>
        <p:spPr>
          <a:xfrm>
            <a:off x="2032263" y="2681037"/>
            <a:ext cx="23769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5" name="Google Shape;395;p37"/>
          <p:cNvSpPr txBox="1">
            <a:spLocks noGrp="1"/>
          </p:cNvSpPr>
          <p:nvPr>
            <p:ph type="subTitle" idx="6"/>
          </p:nvPr>
        </p:nvSpPr>
        <p:spPr>
          <a:xfrm>
            <a:off x="2032275" y="2310450"/>
            <a:ext cx="23769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6" name="Google Shape;396;p37"/>
          <p:cNvSpPr txBox="1">
            <a:spLocks noGrp="1"/>
          </p:cNvSpPr>
          <p:nvPr>
            <p:ph type="title" idx="7"/>
          </p:nvPr>
        </p:nvSpPr>
        <p:spPr>
          <a:xfrm>
            <a:off x="1284188" y="3665588"/>
            <a:ext cx="5979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97" name="Google Shape;397;p37"/>
          <p:cNvSpPr txBox="1">
            <a:spLocks noGrp="1"/>
          </p:cNvSpPr>
          <p:nvPr>
            <p:ph type="subTitle" idx="8"/>
          </p:nvPr>
        </p:nvSpPr>
        <p:spPr>
          <a:xfrm>
            <a:off x="2032263" y="3810562"/>
            <a:ext cx="23769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37"/>
          <p:cNvSpPr txBox="1">
            <a:spLocks noGrp="1"/>
          </p:cNvSpPr>
          <p:nvPr>
            <p:ph type="subTitle" idx="9"/>
          </p:nvPr>
        </p:nvSpPr>
        <p:spPr>
          <a:xfrm>
            <a:off x="2032275" y="3439975"/>
            <a:ext cx="23769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9" name="Google Shape;399;p37"/>
          <p:cNvSpPr txBox="1">
            <a:spLocks noGrp="1"/>
          </p:cNvSpPr>
          <p:nvPr>
            <p:ph type="title" idx="13"/>
          </p:nvPr>
        </p:nvSpPr>
        <p:spPr>
          <a:xfrm>
            <a:off x="4788088" y="1406538"/>
            <a:ext cx="5979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00" name="Google Shape;400;p37"/>
          <p:cNvSpPr txBox="1">
            <a:spLocks noGrp="1"/>
          </p:cNvSpPr>
          <p:nvPr>
            <p:ph type="subTitle" idx="14"/>
          </p:nvPr>
        </p:nvSpPr>
        <p:spPr>
          <a:xfrm>
            <a:off x="5536163" y="1551512"/>
            <a:ext cx="23769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1" name="Google Shape;401;p37"/>
          <p:cNvSpPr txBox="1">
            <a:spLocks noGrp="1"/>
          </p:cNvSpPr>
          <p:nvPr>
            <p:ph type="subTitle" idx="15"/>
          </p:nvPr>
        </p:nvSpPr>
        <p:spPr>
          <a:xfrm>
            <a:off x="5536163" y="1180913"/>
            <a:ext cx="23769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02" name="Google Shape;402;p37"/>
          <p:cNvSpPr txBox="1">
            <a:spLocks noGrp="1"/>
          </p:cNvSpPr>
          <p:nvPr>
            <p:ph type="title" idx="16"/>
          </p:nvPr>
        </p:nvSpPr>
        <p:spPr>
          <a:xfrm>
            <a:off x="4788088" y="2536063"/>
            <a:ext cx="5979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03" name="Google Shape;403;p37"/>
          <p:cNvSpPr txBox="1">
            <a:spLocks noGrp="1"/>
          </p:cNvSpPr>
          <p:nvPr>
            <p:ph type="subTitle" idx="17"/>
          </p:nvPr>
        </p:nvSpPr>
        <p:spPr>
          <a:xfrm>
            <a:off x="5536163" y="2681037"/>
            <a:ext cx="23769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37"/>
          <p:cNvSpPr txBox="1">
            <a:spLocks noGrp="1"/>
          </p:cNvSpPr>
          <p:nvPr>
            <p:ph type="subTitle" idx="18"/>
          </p:nvPr>
        </p:nvSpPr>
        <p:spPr>
          <a:xfrm>
            <a:off x="5536175" y="2310450"/>
            <a:ext cx="23769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05" name="Google Shape;405;p37"/>
          <p:cNvSpPr txBox="1">
            <a:spLocks noGrp="1"/>
          </p:cNvSpPr>
          <p:nvPr>
            <p:ph type="title" idx="19"/>
          </p:nvPr>
        </p:nvSpPr>
        <p:spPr>
          <a:xfrm>
            <a:off x="4788088" y="3665588"/>
            <a:ext cx="5979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06" name="Google Shape;406;p37"/>
          <p:cNvSpPr txBox="1">
            <a:spLocks noGrp="1"/>
          </p:cNvSpPr>
          <p:nvPr>
            <p:ph type="subTitle" idx="20"/>
          </p:nvPr>
        </p:nvSpPr>
        <p:spPr>
          <a:xfrm>
            <a:off x="5536163" y="3810562"/>
            <a:ext cx="23769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7" name="Google Shape;407;p37"/>
          <p:cNvSpPr txBox="1">
            <a:spLocks noGrp="1"/>
          </p:cNvSpPr>
          <p:nvPr>
            <p:ph type="subTitle" idx="21"/>
          </p:nvPr>
        </p:nvSpPr>
        <p:spPr>
          <a:xfrm>
            <a:off x="5536175" y="3439975"/>
            <a:ext cx="23769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8"/>
          <p:cNvSpPr/>
          <p:nvPr/>
        </p:nvSpPr>
        <p:spPr>
          <a:xfrm>
            <a:off x="-57500" y="3607124"/>
            <a:ext cx="9259000" cy="1603224"/>
          </a:xfrm>
          <a:custGeom>
            <a:avLst/>
            <a:gdLst/>
            <a:ahLst/>
            <a:cxnLst/>
            <a:rect l="l" t="t" r="r" b="b"/>
            <a:pathLst>
              <a:path w="57554" h="20117" extrusionOk="0">
                <a:moveTo>
                  <a:pt x="1" y="0"/>
                </a:moveTo>
                <a:lnTo>
                  <a:pt x="1" y="20116"/>
                </a:lnTo>
                <a:lnTo>
                  <a:pt x="57554" y="20116"/>
                </a:lnTo>
                <a:lnTo>
                  <a:pt x="57554" y="0"/>
                </a:lnTo>
                <a:cubicBezTo>
                  <a:pt x="53249" y="6588"/>
                  <a:pt x="41989" y="11289"/>
                  <a:pt x="28777" y="11289"/>
                </a:cubicBezTo>
                <a:cubicBezTo>
                  <a:pt x="15566" y="11289"/>
                  <a:pt x="4307" y="6588"/>
                  <a:pt x="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0" name="Google Shape;410;p38"/>
          <p:cNvGrpSpPr/>
          <p:nvPr/>
        </p:nvGrpSpPr>
        <p:grpSpPr>
          <a:xfrm>
            <a:off x="-66275" y="3944700"/>
            <a:ext cx="9295743" cy="1326342"/>
            <a:chOff x="-66275" y="3944700"/>
            <a:chExt cx="9295743" cy="1326342"/>
          </a:xfrm>
        </p:grpSpPr>
        <p:sp>
          <p:nvSpPr>
            <p:cNvPr id="411" name="Google Shape;411;p38"/>
            <p:cNvSpPr/>
            <p:nvPr/>
          </p:nvSpPr>
          <p:spPr>
            <a:xfrm>
              <a:off x="-66275" y="3944700"/>
              <a:ext cx="4584356" cy="1326342"/>
            </a:xfrm>
            <a:custGeom>
              <a:avLst/>
              <a:gdLst/>
              <a:ahLst/>
              <a:cxnLst/>
              <a:rect l="l" t="t" r="r" b="b"/>
              <a:pathLst>
                <a:path w="47745" h="13737" extrusionOk="0">
                  <a:moveTo>
                    <a:pt x="3987" y="0"/>
                  </a:moveTo>
                  <a:cubicBezTo>
                    <a:pt x="2591" y="0"/>
                    <a:pt x="1175" y="489"/>
                    <a:pt x="0" y="1392"/>
                  </a:cubicBezTo>
                  <a:lnTo>
                    <a:pt x="0" y="13737"/>
                  </a:lnTo>
                  <a:lnTo>
                    <a:pt x="47745" y="12986"/>
                  </a:lnTo>
                  <a:cubicBezTo>
                    <a:pt x="47138" y="9432"/>
                    <a:pt x="42262" y="9114"/>
                    <a:pt x="42262" y="9114"/>
                  </a:cubicBezTo>
                  <a:cubicBezTo>
                    <a:pt x="42235" y="7520"/>
                    <a:pt x="41388" y="6795"/>
                    <a:pt x="40476" y="6795"/>
                  </a:cubicBezTo>
                  <a:cubicBezTo>
                    <a:pt x="40122" y="6795"/>
                    <a:pt x="39759" y="6903"/>
                    <a:pt x="39431" y="7113"/>
                  </a:cubicBezTo>
                  <a:cubicBezTo>
                    <a:pt x="39086" y="5805"/>
                    <a:pt x="38293" y="5098"/>
                    <a:pt x="37487" y="5098"/>
                  </a:cubicBezTo>
                  <a:cubicBezTo>
                    <a:pt x="36874" y="5098"/>
                    <a:pt x="36254" y="5508"/>
                    <a:pt x="35820" y="6376"/>
                  </a:cubicBezTo>
                  <a:cubicBezTo>
                    <a:pt x="35550" y="6023"/>
                    <a:pt x="35159" y="5841"/>
                    <a:pt x="34758" y="5841"/>
                  </a:cubicBezTo>
                  <a:cubicBezTo>
                    <a:pt x="34075" y="5841"/>
                    <a:pt x="33361" y="6370"/>
                    <a:pt x="33161" y="7489"/>
                  </a:cubicBezTo>
                  <a:cubicBezTo>
                    <a:pt x="32387" y="6565"/>
                    <a:pt x="31634" y="6119"/>
                    <a:pt x="30902" y="6119"/>
                  </a:cubicBezTo>
                  <a:cubicBezTo>
                    <a:pt x="30146" y="6119"/>
                    <a:pt x="29413" y="6596"/>
                    <a:pt x="28704" y="7517"/>
                  </a:cubicBezTo>
                  <a:cubicBezTo>
                    <a:pt x="27974" y="6365"/>
                    <a:pt x="26783" y="5425"/>
                    <a:pt x="25517" y="5425"/>
                  </a:cubicBezTo>
                  <a:cubicBezTo>
                    <a:pt x="24616" y="5425"/>
                    <a:pt x="23677" y="5901"/>
                    <a:pt x="22839" y="7113"/>
                  </a:cubicBezTo>
                  <a:cubicBezTo>
                    <a:pt x="22375" y="6239"/>
                    <a:pt x="21812" y="5905"/>
                    <a:pt x="21188" y="5905"/>
                  </a:cubicBezTo>
                  <a:cubicBezTo>
                    <a:pt x="20724" y="5905"/>
                    <a:pt x="20227" y="6090"/>
                    <a:pt x="19712" y="6376"/>
                  </a:cubicBezTo>
                  <a:cubicBezTo>
                    <a:pt x="18956" y="4354"/>
                    <a:pt x="17298" y="3044"/>
                    <a:pt x="15579" y="3044"/>
                  </a:cubicBezTo>
                  <a:cubicBezTo>
                    <a:pt x="14473" y="3044"/>
                    <a:pt x="13342" y="3586"/>
                    <a:pt x="12409" y="4830"/>
                  </a:cubicBezTo>
                  <a:cubicBezTo>
                    <a:pt x="12032" y="4253"/>
                    <a:pt x="11570" y="3995"/>
                    <a:pt x="11108" y="3995"/>
                  </a:cubicBezTo>
                  <a:cubicBezTo>
                    <a:pt x="10604" y="3995"/>
                    <a:pt x="10100" y="4300"/>
                    <a:pt x="9701" y="4830"/>
                  </a:cubicBezTo>
                  <a:cubicBezTo>
                    <a:pt x="8784" y="1481"/>
                    <a:pt x="6417" y="0"/>
                    <a:pt x="39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38"/>
            <p:cNvSpPr/>
            <p:nvPr/>
          </p:nvSpPr>
          <p:spPr>
            <a:xfrm>
              <a:off x="2031150" y="4240400"/>
              <a:ext cx="4442281" cy="996952"/>
            </a:xfrm>
            <a:custGeom>
              <a:avLst/>
              <a:gdLst/>
              <a:ahLst/>
              <a:cxnLst/>
              <a:rect l="l" t="t" r="r" b="b"/>
              <a:pathLst>
                <a:path w="38298" h="9429" extrusionOk="0">
                  <a:moveTo>
                    <a:pt x="17984" y="0"/>
                  </a:moveTo>
                  <a:cubicBezTo>
                    <a:pt x="15608" y="0"/>
                    <a:pt x="13417" y="346"/>
                    <a:pt x="11595" y="1028"/>
                  </a:cubicBezTo>
                  <a:cubicBezTo>
                    <a:pt x="7037" y="2726"/>
                    <a:pt x="2204" y="7211"/>
                    <a:pt x="1" y="9428"/>
                  </a:cubicBezTo>
                  <a:lnTo>
                    <a:pt x="38298" y="9428"/>
                  </a:lnTo>
                  <a:cubicBezTo>
                    <a:pt x="36362" y="7038"/>
                    <a:pt x="34021" y="5030"/>
                    <a:pt x="31385" y="3498"/>
                  </a:cubicBezTo>
                  <a:cubicBezTo>
                    <a:pt x="29927" y="2654"/>
                    <a:pt x="28373" y="1960"/>
                    <a:pt x="26763" y="1433"/>
                  </a:cubicBezTo>
                  <a:cubicBezTo>
                    <a:pt x="26574" y="1367"/>
                    <a:pt x="26387" y="1310"/>
                    <a:pt x="26200" y="1253"/>
                  </a:cubicBezTo>
                  <a:cubicBezTo>
                    <a:pt x="26120" y="1230"/>
                    <a:pt x="26040" y="1210"/>
                    <a:pt x="25960" y="1187"/>
                  </a:cubicBezTo>
                  <a:cubicBezTo>
                    <a:pt x="25803" y="1137"/>
                    <a:pt x="25643" y="1093"/>
                    <a:pt x="25484" y="1050"/>
                  </a:cubicBezTo>
                  <a:cubicBezTo>
                    <a:pt x="25404" y="1028"/>
                    <a:pt x="25333" y="1007"/>
                    <a:pt x="25253" y="984"/>
                  </a:cubicBezTo>
                  <a:cubicBezTo>
                    <a:pt x="25166" y="963"/>
                    <a:pt x="25087" y="941"/>
                    <a:pt x="25000" y="920"/>
                  </a:cubicBezTo>
                  <a:cubicBezTo>
                    <a:pt x="24270" y="733"/>
                    <a:pt x="23540" y="573"/>
                    <a:pt x="22819" y="443"/>
                  </a:cubicBezTo>
                  <a:cubicBezTo>
                    <a:pt x="21163" y="147"/>
                    <a:pt x="19534" y="0"/>
                    <a:pt x="179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38"/>
            <p:cNvSpPr/>
            <p:nvPr/>
          </p:nvSpPr>
          <p:spPr>
            <a:xfrm>
              <a:off x="6011873" y="4325700"/>
              <a:ext cx="3217595" cy="911648"/>
            </a:xfrm>
            <a:custGeom>
              <a:avLst/>
              <a:gdLst/>
              <a:ahLst/>
              <a:cxnLst/>
              <a:rect l="l" t="t" r="r" b="b"/>
              <a:pathLst>
                <a:path w="23059" h="7747" extrusionOk="0">
                  <a:moveTo>
                    <a:pt x="18650" y="1"/>
                  </a:moveTo>
                  <a:cubicBezTo>
                    <a:pt x="13493" y="1"/>
                    <a:pt x="9429" y="4243"/>
                    <a:pt x="9429" y="4243"/>
                  </a:cubicBezTo>
                  <a:cubicBezTo>
                    <a:pt x="8634" y="3343"/>
                    <a:pt x="7746" y="2919"/>
                    <a:pt x="6934" y="2919"/>
                  </a:cubicBezTo>
                  <a:cubicBezTo>
                    <a:pt x="5870" y="2919"/>
                    <a:pt x="4936" y="3645"/>
                    <a:pt x="4510" y="4980"/>
                  </a:cubicBezTo>
                  <a:cubicBezTo>
                    <a:pt x="4092" y="4805"/>
                    <a:pt x="3657" y="4725"/>
                    <a:pt x="3237" y="4725"/>
                  </a:cubicBezTo>
                  <a:cubicBezTo>
                    <a:pt x="1495" y="4725"/>
                    <a:pt x="1" y="6100"/>
                    <a:pt x="949" y="7747"/>
                  </a:cubicBezTo>
                  <a:lnTo>
                    <a:pt x="22517" y="7747"/>
                  </a:lnTo>
                  <a:lnTo>
                    <a:pt x="23058" y="1123"/>
                  </a:lnTo>
                  <a:cubicBezTo>
                    <a:pt x="21548" y="317"/>
                    <a:pt x="20058" y="1"/>
                    <a:pt x="18650" y="1"/>
                  </a:cubicBezTo>
                  <a:close/>
                </a:path>
              </a:pathLst>
            </a:custGeom>
            <a:solidFill>
              <a:srgbClr val="1866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4" name="Google Shape;414;p38"/>
          <p:cNvGrpSpPr/>
          <p:nvPr/>
        </p:nvGrpSpPr>
        <p:grpSpPr>
          <a:xfrm>
            <a:off x="817518" y="4608330"/>
            <a:ext cx="253183" cy="185047"/>
            <a:chOff x="2300825" y="4105475"/>
            <a:chExt cx="103475" cy="75625"/>
          </a:xfrm>
        </p:grpSpPr>
        <p:sp>
          <p:nvSpPr>
            <p:cNvPr id="415" name="Google Shape;415;p38"/>
            <p:cNvSpPr/>
            <p:nvPr/>
          </p:nvSpPr>
          <p:spPr>
            <a:xfrm>
              <a:off x="2300825" y="4105475"/>
              <a:ext cx="103475" cy="75625"/>
            </a:xfrm>
            <a:custGeom>
              <a:avLst/>
              <a:gdLst/>
              <a:ahLst/>
              <a:cxnLst/>
              <a:rect l="l" t="t" r="r" b="b"/>
              <a:pathLst>
                <a:path w="4139" h="3025" extrusionOk="0">
                  <a:moveTo>
                    <a:pt x="2777" y="0"/>
                  </a:moveTo>
                  <a:cubicBezTo>
                    <a:pt x="2352" y="0"/>
                    <a:pt x="1858" y="145"/>
                    <a:pt x="1394" y="433"/>
                  </a:cubicBezTo>
                  <a:cubicBezTo>
                    <a:pt x="455" y="1019"/>
                    <a:pt x="1" y="1972"/>
                    <a:pt x="368" y="2572"/>
                  </a:cubicBezTo>
                  <a:cubicBezTo>
                    <a:pt x="559" y="2872"/>
                    <a:pt x="925" y="3024"/>
                    <a:pt x="1362" y="3024"/>
                  </a:cubicBezTo>
                  <a:cubicBezTo>
                    <a:pt x="1785" y="3024"/>
                    <a:pt x="2275" y="2881"/>
                    <a:pt x="2738" y="2593"/>
                  </a:cubicBezTo>
                  <a:cubicBezTo>
                    <a:pt x="3677" y="2009"/>
                    <a:pt x="4139" y="1048"/>
                    <a:pt x="3764" y="456"/>
                  </a:cubicBezTo>
                  <a:cubicBezTo>
                    <a:pt x="3577" y="152"/>
                    <a:pt x="3213" y="0"/>
                    <a:pt x="27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38"/>
            <p:cNvSpPr/>
            <p:nvPr/>
          </p:nvSpPr>
          <p:spPr>
            <a:xfrm>
              <a:off x="2323025" y="4118950"/>
              <a:ext cx="45350" cy="30775"/>
            </a:xfrm>
            <a:custGeom>
              <a:avLst/>
              <a:gdLst/>
              <a:ahLst/>
              <a:cxnLst/>
              <a:rect l="l" t="t" r="r" b="b"/>
              <a:pathLst>
                <a:path w="1814" h="1231" extrusionOk="0">
                  <a:moveTo>
                    <a:pt x="1369" y="1"/>
                  </a:moveTo>
                  <a:cubicBezTo>
                    <a:pt x="1172" y="1"/>
                    <a:pt x="918" y="80"/>
                    <a:pt x="673" y="234"/>
                  </a:cubicBezTo>
                  <a:cubicBezTo>
                    <a:pt x="239" y="509"/>
                    <a:pt x="0" y="891"/>
                    <a:pt x="130" y="1101"/>
                  </a:cubicBezTo>
                  <a:cubicBezTo>
                    <a:pt x="185" y="1188"/>
                    <a:pt x="296" y="1230"/>
                    <a:pt x="438" y="1230"/>
                  </a:cubicBezTo>
                  <a:cubicBezTo>
                    <a:pt x="636" y="1230"/>
                    <a:pt x="894" y="1148"/>
                    <a:pt x="1143" y="993"/>
                  </a:cubicBezTo>
                  <a:cubicBezTo>
                    <a:pt x="1576" y="726"/>
                    <a:pt x="1813" y="343"/>
                    <a:pt x="1683" y="133"/>
                  </a:cubicBezTo>
                  <a:cubicBezTo>
                    <a:pt x="1628" y="44"/>
                    <a:pt x="1514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7" name="Google Shape;417;p38"/>
          <p:cNvGrpSpPr/>
          <p:nvPr/>
        </p:nvGrpSpPr>
        <p:grpSpPr>
          <a:xfrm>
            <a:off x="267007" y="4341297"/>
            <a:ext cx="330347" cy="210801"/>
            <a:chOff x="2097475" y="4160575"/>
            <a:chExt cx="80600" cy="51425"/>
          </a:xfrm>
        </p:grpSpPr>
        <p:sp>
          <p:nvSpPr>
            <p:cNvPr id="418" name="Google Shape;418;p38"/>
            <p:cNvSpPr/>
            <p:nvPr/>
          </p:nvSpPr>
          <p:spPr>
            <a:xfrm>
              <a:off x="2097475" y="4160575"/>
              <a:ext cx="80600" cy="51425"/>
            </a:xfrm>
            <a:custGeom>
              <a:avLst/>
              <a:gdLst/>
              <a:ahLst/>
              <a:cxnLst/>
              <a:rect l="l" t="t" r="r" b="b"/>
              <a:pathLst>
                <a:path w="3224" h="2057" extrusionOk="0">
                  <a:moveTo>
                    <a:pt x="1229" y="1"/>
                  </a:moveTo>
                  <a:cubicBezTo>
                    <a:pt x="703" y="1"/>
                    <a:pt x="274" y="212"/>
                    <a:pt x="160" y="578"/>
                  </a:cubicBezTo>
                  <a:cubicBezTo>
                    <a:pt x="1" y="1082"/>
                    <a:pt x="521" y="1696"/>
                    <a:pt x="1324" y="1949"/>
                  </a:cubicBezTo>
                  <a:cubicBezTo>
                    <a:pt x="1555" y="2022"/>
                    <a:pt x="1784" y="2057"/>
                    <a:pt x="1997" y="2057"/>
                  </a:cubicBezTo>
                  <a:cubicBezTo>
                    <a:pt x="2523" y="2057"/>
                    <a:pt x="2951" y="1847"/>
                    <a:pt x="3064" y="1488"/>
                  </a:cubicBezTo>
                  <a:cubicBezTo>
                    <a:pt x="3224" y="975"/>
                    <a:pt x="2704" y="361"/>
                    <a:pt x="1901" y="108"/>
                  </a:cubicBezTo>
                  <a:cubicBezTo>
                    <a:pt x="1671" y="35"/>
                    <a:pt x="1442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38"/>
            <p:cNvSpPr/>
            <p:nvPr/>
          </p:nvSpPr>
          <p:spPr>
            <a:xfrm>
              <a:off x="2120250" y="4172550"/>
              <a:ext cx="35950" cy="19325"/>
            </a:xfrm>
            <a:custGeom>
              <a:avLst/>
              <a:gdLst/>
              <a:ahLst/>
              <a:cxnLst/>
              <a:rect l="l" t="t" r="r" b="b"/>
              <a:pathLst>
                <a:path w="1438" h="773" extrusionOk="0">
                  <a:moveTo>
                    <a:pt x="444" y="0"/>
                  </a:moveTo>
                  <a:cubicBezTo>
                    <a:pt x="242" y="0"/>
                    <a:pt x="88" y="62"/>
                    <a:pt x="50" y="177"/>
                  </a:cubicBezTo>
                  <a:cubicBezTo>
                    <a:pt x="0" y="359"/>
                    <a:pt x="253" y="596"/>
                    <a:pt x="614" y="713"/>
                  </a:cubicBezTo>
                  <a:cubicBezTo>
                    <a:pt x="744" y="753"/>
                    <a:pt x="872" y="772"/>
                    <a:pt x="985" y="772"/>
                  </a:cubicBezTo>
                  <a:cubicBezTo>
                    <a:pt x="1192" y="772"/>
                    <a:pt x="1350" y="709"/>
                    <a:pt x="1387" y="596"/>
                  </a:cubicBezTo>
                  <a:cubicBezTo>
                    <a:pt x="1437" y="416"/>
                    <a:pt x="1186" y="177"/>
                    <a:pt x="823" y="63"/>
                  </a:cubicBezTo>
                  <a:cubicBezTo>
                    <a:pt x="690" y="20"/>
                    <a:pt x="559" y="0"/>
                    <a:pt x="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0" name="Google Shape;420;p38"/>
          <p:cNvGrpSpPr/>
          <p:nvPr/>
        </p:nvGrpSpPr>
        <p:grpSpPr>
          <a:xfrm>
            <a:off x="1366066" y="4446951"/>
            <a:ext cx="253173" cy="161552"/>
            <a:chOff x="2097475" y="4160575"/>
            <a:chExt cx="80600" cy="51425"/>
          </a:xfrm>
        </p:grpSpPr>
        <p:sp>
          <p:nvSpPr>
            <p:cNvPr id="421" name="Google Shape;421;p38"/>
            <p:cNvSpPr/>
            <p:nvPr/>
          </p:nvSpPr>
          <p:spPr>
            <a:xfrm>
              <a:off x="2097475" y="4160575"/>
              <a:ext cx="80600" cy="51425"/>
            </a:xfrm>
            <a:custGeom>
              <a:avLst/>
              <a:gdLst/>
              <a:ahLst/>
              <a:cxnLst/>
              <a:rect l="l" t="t" r="r" b="b"/>
              <a:pathLst>
                <a:path w="3224" h="2057" extrusionOk="0">
                  <a:moveTo>
                    <a:pt x="1229" y="1"/>
                  </a:moveTo>
                  <a:cubicBezTo>
                    <a:pt x="703" y="1"/>
                    <a:pt x="274" y="212"/>
                    <a:pt x="160" y="578"/>
                  </a:cubicBezTo>
                  <a:cubicBezTo>
                    <a:pt x="1" y="1082"/>
                    <a:pt x="521" y="1696"/>
                    <a:pt x="1324" y="1949"/>
                  </a:cubicBezTo>
                  <a:cubicBezTo>
                    <a:pt x="1555" y="2022"/>
                    <a:pt x="1784" y="2057"/>
                    <a:pt x="1997" y="2057"/>
                  </a:cubicBezTo>
                  <a:cubicBezTo>
                    <a:pt x="2523" y="2057"/>
                    <a:pt x="2951" y="1847"/>
                    <a:pt x="3064" y="1488"/>
                  </a:cubicBezTo>
                  <a:cubicBezTo>
                    <a:pt x="3224" y="975"/>
                    <a:pt x="2704" y="361"/>
                    <a:pt x="1901" y="108"/>
                  </a:cubicBezTo>
                  <a:cubicBezTo>
                    <a:pt x="1671" y="35"/>
                    <a:pt x="1442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38"/>
            <p:cNvSpPr/>
            <p:nvPr/>
          </p:nvSpPr>
          <p:spPr>
            <a:xfrm>
              <a:off x="2120250" y="4172550"/>
              <a:ext cx="35950" cy="19325"/>
            </a:xfrm>
            <a:custGeom>
              <a:avLst/>
              <a:gdLst/>
              <a:ahLst/>
              <a:cxnLst/>
              <a:rect l="l" t="t" r="r" b="b"/>
              <a:pathLst>
                <a:path w="1438" h="773" extrusionOk="0">
                  <a:moveTo>
                    <a:pt x="444" y="0"/>
                  </a:moveTo>
                  <a:cubicBezTo>
                    <a:pt x="242" y="0"/>
                    <a:pt x="88" y="62"/>
                    <a:pt x="50" y="177"/>
                  </a:cubicBezTo>
                  <a:cubicBezTo>
                    <a:pt x="0" y="359"/>
                    <a:pt x="253" y="596"/>
                    <a:pt x="614" y="713"/>
                  </a:cubicBezTo>
                  <a:cubicBezTo>
                    <a:pt x="744" y="753"/>
                    <a:pt x="872" y="772"/>
                    <a:pt x="985" y="772"/>
                  </a:cubicBezTo>
                  <a:cubicBezTo>
                    <a:pt x="1192" y="772"/>
                    <a:pt x="1350" y="709"/>
                    <a:pt x="1387" y="596"/>
                  </a:cubicBezTo>
                  <a:cubicBezTo>
                    <a:pt x="1437" y="416"/>
                    <a:pt x="1186" y="177"/>
                    <a:pt x="823" y="63"/>
                  </a:cubicBezTo>
                  <a:cubicBezTo>
                    <a:pt x="690" y="20"/>
                    <a:pt x="559" y="0"/>
                    <a:pt x="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3" name="Google Shape;423;p38"/>
          <p:cNvGrpSpPr/>
          <p:nvPr/>
        </p:nvGrpSpPr>
        <p:grpSpPr>
          <a:xfrm rot="1495863">
            <a:off x="1891924" y="4767380"/>
            <a:ext cx="194417" cy="142094"/>
            <a:chOff x="2300825" y="4105475"/>
            <a:chExt cx="103475" cy="75625"/>
          </a:xfrm>
        </p:grpSpPr>
        <p:sp>
          <p:nvSpPr>
            <p:cNvPr id="424" name="Google Shape;424;p38"/>
            <p:cNvSpPr/>
            <p:nvPr/>
          </p:nvSpPr>
          <p:spPr>
            <a:xfrm>
              <a:off x="2300825" y="4105475"/>
              <a:ext cx="103475" cy="75625"/>
            </a:xfrm>
            <a:custGeom>
              <a:avLst/>
              <a:gdLst/>
              <a:ahLst/>
              <a:cxnLst/>
              <a:rect l="l" t="t" r="r" b="b"/>
              <a:pathLst>
                <a:path w="4139" h="3025" extrusionOk="0">
                  <a:moveTo>
                    <a:pt x="2777" y="0"/>
                  </a:moveTo>
                  <a:cubicBezTo>
                    <a:pt x="2352" y="0"/>
                    <a:pt x="1858" y="145"/>
                    <a:pt x="1394" y="433"/>
                  </a:cubicBezTo>
                  <a:cubicBezTo>
                    <a:pt x="455" y="1019"/>
                    <a:pt x="1" y="1972"/>
                    <a:pt x="368" y="2572"/>
                  </a:cubicBezTo>
                  <a:cubicBezTo>
                    <a:pt x="559" y="2872"/>
                    <a:pt x="925" y="3024"/>
                    <a:pt x="1362" y="3024"/>
                  </a:cubicBezTo>
                  <a:cubicBezTo>
                    <a:pt x="1785" y="3024"/>
                    <a:pt x="2275" y="2881"/>
                    <a:pt x="2738" y="2593"/>
                  </a:cubicBezTo>
                  <a:cubicBezTo>
                    <a:pt x="3677" y="2009"/>
                    <a:pt x="4139" y="1048"/>
                    <a:pt x="3764" y="456"/>
                  </a:cubicBezTo>
                  <a:cubicBezTo>
                    <a:pt x="3577" y="152"/>
                    <a:pt x="3213" y="0"/>
                    <a:pt x="27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38"/>
            <p:cNvSpPr/>
            <p:nvPr/>
          </p:nvSpPr>
          <p:spPr>
            <a:xfrm>
              <a:off x="2323025" y="4118950"/>
              <a:ext cx="45350" cy="30775"/>
            </a:xfrm>
            <a:custGeom>
              <a:avLst/>
              <a:gdLst/>
              <a:ahLst/>
              <a:cxnLst/>
              <a:rect l="l" t="t" r="r" b="b"/>
              <a:pathLst>
                <a:path w="1814" h="1231" extrusionOk="0">
                  <a:moveTo>
                    <a:pt x="1369" y="1"/>
                  </a:moveTo>
                  <a:cubicBezTo>
                    <a:pt x="1172" y="1"/>
                    <a:pt x="918" y="80"/>
                    <a:pt x="673" y="234"/>
                  </a:cubicBezTo>
                  <a:cubicBezTo>
                    <a:pt x="239" y="509"/>
                    <a:pt x="0" y="891"/>
                    <a:pt x="130" y="1101"/>
                  </a:cubicBezTo>
                  <a:cubicBezTo>
                    <a:pt x="185" y="1188"/>
                    <a:pt x="296" y="1230"/>
                    <a:pt x="438" y="1230"/>
                  </a:cubicBezTo>
                  <a:cubicBezTo>
                    <a:pt x="636" y="1230"/>
                    <a:pt x="894" y="1148"/>
                    <a:pt x="1143" y="993"/>
                  </a:cubicBezTo>
                  <a:cubicBezTo>
                    <a:pt x="1576" y="726"/>
                    <a:pt x="1813" y="343"/>
                    <a:pt x="1683" y="133"/>
                  </a:cubicBezTo>
                  <a:cubicBezTo>
                    <a:pt x="1628" y="44"/>
                    <a:pt x="1514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6" name="Google Shape;426;p38"/>
          <p:cNvGrpSpPr/>
          <p:nvPr/>
        </p:nvGrpSpPr>
        <p:grpSpPr>
          <a:xfrm rot="-2700000">
            <a:off x="7888149" y="4554065"/>
            <a:ext cx="330342" cy="210803"/>
            <a:chOff x="2097475" y="4160575"/>
            <a:chExt cx="80600" cy="51425"/>
          </a:xfrm>
        </p:grpSpPr>
        <p:sp>
          <p:nvSpPr>
            <p:cNvPr id="427" name="Google Shape;427;p38"/>
            <p:cNvSpPr/>
            <p:nvPr/>
          </p:nvSpPr>
          <p:spPr>
            <a:xfrm>
              <a:off x="2097475" y="4160575"/>
              <a:ext cx="80600" cy="51425"/>
            </a:xfrm>
            <a:custGeom>
              <a:avLst/>
              <a:gdLst/>
              <a:ahLst/>
              <a:cxnLst/>
              <a:rect l="l" t="t" r="r" b="b"/>
              <a:pathLst>
                <a:path w="3224" h="2057" extrusionOk="0">
                  <a:moveTo>
                    <a:pt x="1229" y="1"/>
                  </a:moveTo>
                  <a:cubicBezTo>
                    <a:pt x="703" y="1"/>
                    <a:pt x="274" y="212"/>
                    <a:pt x="160" y="578"/>
                  </a:cubicBezTo>
                  <a:cubicBezTo>
                    <a:pt x="1" y="1082"/>
                    <a:pt x="521" y="1696"/>
                    <a:pt x="1324" y="1949"/>
                  </a:cubicBezTo>
                  <a:cubicBezTo>
                    <a:pt x="1555" y="2022"/>
                    <a:pt x="1784" y="2057"/>
                    <a:pt x="1997" y="2057"/>
                  </a:cubicBezTo>
                  <a:cubicBezTo>
                    <a:pt x="2523" y="2057"/>
                    <a:pt x="2951" y="1847"/>
                    <a:pt x="3064" y="1488"/>
                  </a:cubicBezTo>
                  <a:cubicBezTo>
                    <a:pt x="3224" y="975"/>
                    <a:pt x="2704" y="361"/>
                    <a:pt x="1901" y="108"/>
                  </a:cubicBezTo>
                  <a:cubicBezTo>
                    <a:pt x="1671" y="35"/>
                    <a:pt x="1442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38"/>
            <p:cNvSpPr/>
            <p:nvPr/>
          </p:nvSpPr>
          <p:spPr>
            <a:xfrm>
              <a:off x="2120250" y="4172550"/>
              <a:ext cx="35950" cy="19325"/>
            </a:xfrm>
            <a:custGeom>
              <a:avLst/>
              <a:gdLst/>
              <a:ahLst/>
              <a:cxnLst/>
              <a:rect l="l" t="t" r="r" b="b"/>
              <a:pathLst>
                <a:path w="1438" h="773" extrusionOk="0">
                  <a:moveTo>
                    <a:pt x="444" y="0"/>
                  </a:moveTo>
                  <a:cubicBezTo>
                    <a:pt x="242" y="0"/>
                    <a:pt x="88" y="62"/>
                    <a:pt x="50" y="177"/>
                  </a:cubicBezTo>
                  <a:cubicBezTo>
                    <a:pt x="0" y="359"/>
                    <a:pt x="253" y="596"/>
                    <a:pt x="614" y="713"/>
                  </a:cubicBezTo>
                  <a:cubicBezTo>
                    <a:pt x="744" y="753"/>
                    <a:pt x="872" y="772"/>
                    <a:pt x="985" y="772"/>
                  </a:cubicBezTo>
                  <a:cubicBezTo>
                    <a:pt x="1192" y="772"/>
                    <a:pt x="1350" y="709"/>
                    <a:pt x="1387" y="596"/>
                  </a:cubicBezTo>
                  <a:cubicBezTo>
                    <a:pt x="1437" y="416"/>
                    <a:pt x="1186" y="177"/>
                    <a:pt x="823" y="63"/>
                  </a:cubicBezTo>
                  <a:cubicBezTo>
                    <a:pt x="690" y="20"/>
                    <a:pt x="559" y="0"/>
                    <a:pt x="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9" name="Google Shape;429;p38"/>
          <p:cNvGrpSpPr/>
          <p:nvPr/>
        </p:nvGrpSpPr>
        <p:grpSpPr>
          <a:xfrm rot="1495892">
            <a:off x="8422277" y="4664162"/>
            <a:ext cx="271909" cy="198729"/>
            <a:chOff x="2300825" y="4105475"/>
            <a:chExt cx="103475" cy="75625"/>
          </a:xfrm>
        </p:grpSpPr>
        <p:sp>
          <p:nvSpPr>
            <p:cNvPr id="430" name="Google Shape;430;p38"/>
            <p:cNvSpPr/>
            <p:nvPr/>
          </p:nvSpPr>
          <p:spPr>
            <a:xfrm>
              <a:off x="2300825" y="4105475"/>
              <a:ext cx="103475" cy="75625"/>
            </a:xfrm>
            <a:custGeom>
              <a:avLst/>
              <a:gdLst/>
              <a:ahLst/>
              <a:cxnLst/>
              <a:rect l="l" t="t" r="r" b="b"/>
              <a:pathLst>
                <a:path w="4139" h="3025" extrusionOk="0">
                  <a:moveTo>
                    <a:pt x="2777" y="0"/>
                  </a:moveTo>
                  <a:cubicBezTo>
                    <a:pt x="2352" y="0"/>
                    <a:pt x="1858" y="145"/>
                    <a:pt x="1394" y="433"/>
                  </a:cubicBezTo>
                  <a:cubicBezTo>
                    <a:pt x="455" y="1019"/>
                    <a:pt x="1" y="1972"/>
                    <a:pt x="368" y="2572"/>
                  </a:cubicBezTo>
                  <a:cubicBezTo>
                    <a:pt x="559" y="2872"/>
                    <a:pt x="925" y="3024"/>
                    <a:pt x="1362" y="3024"/>
                  </a:cubicBezTo>
                  <a:cubicBezTo>
                    <a:pt x="1785" y="3024"/>
                    <a:pt x="2275" y="2881"/>
                    <a:pt x="2738" y="2593"/>
                  </a:cubicBezTo>
                  <a:cubicBezTo>
                    <a:pt x="3677" y="2009"/>
                    <a:pt x="4139" y="1048"/>
                    <a:pt x="3764" y="456"/>
                  </a:cubicBezTo>
                  <a:cubicBezTo>
                    <a:pt x="3577" y="152"/>
                    <a:pt x="3213" y="0"/>
                    <a:pt x="27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38"/>
            <p:cNvSpPr/>
            <p:nvPr/>
          </p:nvSpPr>
          <p:spPr>
            <a:xfrm>
              <a:off x="2323025" y="4118950"/>
              <a:ext cx="45350" cy="30775"/>
            </a:xfrm>
            <a:custGeom>
              <a:avLst/>
              <a:gdLst/>
              <a:ahLst/>
              <a:cxnLst/>
              <a:rect l="l" t="t" r="r" b="b"/>
              <a:pathLst>
                <a:path w="1814" h="1231" extrusionOk="0">
                  <a:moveTo>
                    <a:pt x="1369" y="1"/>
                  </a:moveTo>
                  <a:cubicBezTo>
                    <a:pt x="1172" y="1"/>
                    <a:pt x="918" y="80"/>
                    <a:pt x="673" y="234"/>
                  </a:cubicBezTo>
                  <a:cubicBezTo>
                    <a:pt x="239" y="509"/>
                    <a:pt x="0" y="891"/>
                    <a:pt x="130" y="1101"/>
                  </a:cubicBezTo>
                  <a:cubicBezTo>
                    <a:pt x="185" y="1188"/>
                    <a:pt x="296" y="1230"/>
                    <a:pt x="438" y="1230"/>
                  </a:cubicBezTo>
                  <a:cubicBezTo>
                    <a:pt x="636" y="1230"/>
                    <a:pt x="894" y="1148"/>
                    <a:pt x="1143" y="993"/>
                  </a:cubicBezTo>
                  <a:cubicBezTo>
                    <a:pt x="1576" y="726"/>
                    <a:pt x="1813" y="343"/>
                    <a:pt x="1683" y="133"/>
                  </a:cubicBezTo>
                  <a:cubicBezTo>
                    <a:pt x="1628" y="44"/>
                    <a:pt x="1514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2" name="Google Shape;432;p38"/>
          <p:cNvSpPr txBox="1">
            <a:spLocks noGrp="1"/>
          </p:cNvSpPr>
          <p:nvPr>
            <p:ph type="title"/>
          </p:nvPr>
        </p:nvSpPr>
        <p:spPr>
          <a:xfrm>
            <a:off x="720000" y="4036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3" name="Google Shape;433;p38"/>
          <p:cNvSpPr txBox="1">
            <a:spLocks noGrp="1"/>
          </p:cNvSpPr>
          <p:nvPr>
            <p:ph type="subTitle" idx="1"/>
          </p:nvPr>
        </p:nvSpPr>
        <p:spPr>
          <a:xfrm>
            <a:off x="720010" y="1848447"/>
            <a:ext cx="1982700" cy="12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38"/>
          <p:cNvSpPr txBox="1">
            <a:spLocks noGrp="1"/>
          </p:cNvSpPr>
          <p:nvPr>
            <p:ph type="subTitle" idx="2"/>
          </p:nvPr>
        </p:nvSpPr>
        <p:spPr>
          <a:xfrm>
            <a:off x="720000" y="1477875"/>
            <a:ext cx="19827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35" name="Google Shape;435;p38"/>
          <p:cNvSpPr txBox="1">
            <a:spLocks noGrp="1"/>
          </p:cNvSpPr>
          <p:nvPr>
            <p:ph type="subTitle" idx="3"/>
          </p:nvPr>
        </p:nvSpPr>
        <p:spPr>
          <a:xfrm>
            <a:off x="6441300" y="2551659"/>
            <a:ext cx="1982700" cy="12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38"/>
          <p:cNvSpPr txBox="1">
            <a:spLocks noGrp="1"/>
          </p:cNvSpPr>
          <p:nvPr>
            <p:ph type="subTitle" idx="4"/>
          </p:nvPr>
        </p:nvSpPr>
        <p:spPr>
          <a:xfrm>
            <a:off x="6441300" y="2181088"/>
            <a:ext cx="19827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9"/>
          <p:cNvSpPr/>
          <p:nvPr/>
        </p:nvSpPr>
        <p:spPr>
          <a:xfrm>
            <a:off x="-57500" y="4151498"/>
            <a:ext cx="9259000" cy="1058909"/>
          </a:xfrm>
          <a:custGeom>
            <a:avLst/>
            <a:gdLst/>
            <a:ahLst/>
            <a:cxnLst/>
            <a:rect l="l" t="t" r="r" b="b"/>
            <a:pathLst>
              <a:path w="57554" h="20117" extrusionOk="0">
                <a:moveTo>
                  <a:pt x="1" y="0"/>
                </a:moveTo>
                <a:lnTo>
                  <a:pt x="1" y="20116"/>
                </a:lnTo>
                <a:lnTo>
                  <a:pt x="57554" y="20116"/>
                </a:lnTo>
                <a:lnTo>
                  <a:pt x="57554" y="0"/>
                </a:lnTo>
                <a:cubicBezTo>
                  <a:pt x="53249" y="6588"/>
                  <a:pt x="41989" y="11289"/>
                  <a:pt x="28777" y="11289"/>
                </a:cubicBezTo>
                <a:cubicBezTo>
                  <a:pt x="15566" y="11289"/>
                  <a:pt x="4307" y="6588"/>
                  <a:pt x="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9" name="Google Shape;439;p39"/>
          <p:cNvGrpSpPr/>
          <p:nvPr/>
        </p:nvGrpSpPr>
        <p:grpSpPr>
          <a:xfrm>
            <a:off x="2215705" y="4663770"/>
            <a:ext cx="4712610" cy="648499"/>
            <a:chOff x="2249838" y="4433000"/>
            <a:chExt cx="4644338" cy="735844"/>
          </a:xfrm>
        </p:grpSpPr>
        <p:sp>
          <p:nvSpPr>
            <p:cNvPr id="440" name="Google Shape;440;p39"/>
            <p:cNvSpPr/>
            <p:nvPr/>
          </p:nvSpPr>
          <p:spPr>
            <a:xfrm>
              <a:off x="2249838" y="4433000"/>
              <a:ext cx="2603938" cy="735844"/>
            </a:xfrm>
            <a:custGeom>
              <a:avLst/>
              <a:gdLst/>
              <a:ahLst/>
              <a:cxnLst/>
              <a:rect l="l" t="t" r="r" b="b"/>
              <a:pathLst>
                <a:path w="24134" h="6820" extrusionOk="0">
                  <a:moveTo>
                    <a:pt x="21188" y="0"/>
                  </a:moveTo>
                  <a:cubicBezTo>
                    <a:pt x="17796" y="0"/>
                    <a:pt x="16982" y="2940"/>
                    <a:pt x="16982" y="2940"/>
                  </a:cubicBezTo>
                  <a:cubicBezTo>
                    <a:pt x="16384" y="2252"/>
                    <a:pt x="15632" y="1828"/>
                    <a:pt x="14862" y="1828"/>
                  </a:cubicBezTo>
                  <a:cubicBezTo>
                    <a:pt x="14136" y="1828"/>
                    <a:pt x="13394" y="2205"/>
                    <a:pt x="12749" y="3092"/>
                  </a:cubicBezTo>
                  <a:cubicBezTo>
                    <a:pt x="12103" y="2449"/>
                    <a:pt x="11299" y="2084"/>
                    <a:pt x="10511" y="2084"/>
                  </a:cubicBezTo>
                  <a:cubicBezTo>
                    <a:pt x="9653" y="2084"/>
                    <a:pt x="8813" y="2517"/>
                    <a:pt x="8214" y="3496"/>
                  </a:cubicBezTo>
                  <a:cubicBezTo>
                    <a:pt x="7654" y="2860"/>
                    <a:pt x="6945" y="2544"/>
                    <a:pt x="6280" y="2544"/>
                  </a:cubicBezTo>
                  <a:cubicBezTo>
                    <a:pt x="5419" y="2544"/>
                    <a:pt x="4634" y="3075"/>
                    <a:pt x="4348" y="4132"/>
                  </a:cubicBezTo>
                  <a:cubicBezTo>
                    <a:pt x="3984" y="3977"/>
                    <a:pt x="3619" y="3908"/>
                    <a:pt x="3265" y="3908"/>
                  </a:cubicBezTo>
                  <a:cubicBezTo>
                    <a:pt x="1536" y="3908"/>
                    <a:pt x="43" y="5542"/>
                    <a:pt x="1" y="6819"/>
                  </a:cubicBezTo>
                  <a:lnTo>
                    <a:pt x="24133" y="6320"/>
                  </a:lnTo>
                  <a:lnTo>
                    <a:pt x="24090" y="585"/>
                  </a:lnTo>
                  <a:cubicBezTo>
                    <a:pt x="22959" y="168"/>
                    <a:pt x="22000" y="0"/>
                    <a:pt x="211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39"/>
            <p:cNvSpPr/>
            <p:nvPr/>
          </p:nvSpPr>
          <p:spPr>
            <a:xfrm flipH="1">
              <a:off x="4290238" y="4433000"/>
              <a:ext cx="2603938" cy="735844"/>
            </a:xfrm>
            <a:custGeom>
              <a:avLst/>
              <a:gdLst/>
              <a:ahLst/>
              <a:cxnLst/>
              <a:rect l="l" t="t" r="r" b="b"/>
              <a:pathLst>
                <a:path w="24134" h="6820" extrusionOk="0">
                  <a:moveTo>
                    <a:pt x="21188" y="0"/>
                  </a:moveTo>
                  <a:cubicBezTo>
                    <a:pt x="17796" y="0"/>
                    <a:pt x="16982" y="2940"/>
                    <a:pt x="16982" y="2940"/>
                  </a:cubicBezTo>
                  <a:cubicBezTo>
                    <a:pt x="16384" y="2252"/>
                    <a:pt x="15632" y="1828"/>
                    <a:pt x="14862" y="1828"/>
                  </a:cubicBezTo>
                  <a:cubicBezTo>
                    <a:pt x="14136" y="1828"/>
                    <a:pt x="13394" y="2205"/>
                    <a:pt x="12749" y="3092"/>
                  </a:cubicBezTo>
                  <a:cubicBezTo>
                    <a:pt x="12103" y="2449"/>
                    <a:pt x="11299" y="2084"/>
                    <a:pt x="10511" y="2084"/>
                  </a:cubicBezTo>
                  <a:cubicBezTo>
                    <a:pt x="9653" y="2084"/>
                    <a:pt x="8813" y="2517"/>
                    <a:pt x="8214" y="3496"/>
                  </a:cubicBezTo>
                  <a:cubicBezTo>
                    <a:pt x="7654" y="2860"/>
                    <a:pt x="6945" y="2544"/>
                    <a:pt x="6280" y="2544"/>
                  </a:cubicBezTo>
                  <a:cubicBezTo>
                    <a:pt x="5419" y="2544"/>
                    <a:pt x="4634" y="3075"/>
                    <a:pt x="4348" y="4132"/>
                  </a:cubicBezTo>
                  <a:cubicBezTo>
                    <a:pt x="3984" y="3977"/>
                    <a:pt x="3619" y="3908"/>
                    <a:pt x="3265" y="3908"/>
                  </a:cubicBezTo>
                  <a:cubicBezTo>
                    <a:pt x="1536" y="3908"/>
                    <a:pt x="43" y="5542"/>
                    <a:pt x="1" y="6819"/>
                  </a:cubicBezTo>
                  <a:lnTo>
                    <a:pt x="24133" y="6320"/>
                  </a:lnTo>
                  <a:lnTo>
                    <a:pt x="24090" y="585"/>
                  </a:lnTo>
                  <a:cubicBezTo>
                    <a:pt x="22959" y="168"/>
                    <a:pt x="22000" y="0"/>
                    <a:pt x="211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2" name="Google Shape;442;p39"/>
          <p:cNvSpPr/>
          <p:nvPr/>
        </p:nvSpPr>
        <p:spPr>
          <a:xfrm>
            <a:off x="6194035" y="4457296"/>
            <a:ext cx="3072741" cy="815229"/>
          </a:xfrm>
          <a:custGeom>
            <a:avLst/>
            <a:gdLst/>
            <a:ahLst/>
            <a:cxnLst/>
            <a:rect l="l" t="t" r="r" b="b"/>
            <a:pathLst>
              <a:path w="24134" h="6820" extrusionOk="0">
                <a:moveTo>
                  <a:pt x="21188" y="0"/>
                </a:moveTo>
                <a:cubicBezTo>
                  <a:pt x="17796" y="0"/>
                  <a:pt x="16982" y="2940"/>
                  <a:pt x="16982" y="2940"/>
                </a:cubicBezTo>
                <a:cubicBezTo>
                  <a:pt x="16384" y="2252"/>
                  <a:pt x="15632" y="1828"/>
                  <a:pt x="14862" y="1828"/>
                </a:cubicBezTo>
                <a:cubicBezTo>
                  <a:pt x="14136" y="1828"/>
                  <a:pt x="13394" y="2205"/>
                  <a:pt x="12749" y="3092"/>
                </a:cubicBezTo>
                <a:cubicBezTo>
                  <a:pt x="12103" y="2449"/>
                  <a:pt x="11299" y="2084"/>
                  <a:pt x="10511" y="2084"/>
                </a:cubicBezTo>
                <a:cubicBezTo>
                  <a:pt x="9653" y="2084"/>
                  <a:pt x="8813" y="2517"/>
                  <a:pt x="8214" y="3496"/>
                </a:cubicBezTo>
                <a:cubicBezTo>
                  <a:pt x="7654" y="2860"/>
                  <a:pt x="6945" y="2544"/>
                  <a:pt x="6280" y="2544"/>
                </a:cubicBezTo>
                <a:cubicBezTo>
                  <a:pt x="5419" y="2544"/>
                  <a:pt x="4634" y="3075"/>
                  <a:pt x="4348" y="4132"/>
                </a:cubicBezTo>
                <a:cubicBezTo>
                  <a:pt x="3984" y="3977"/>
                  <a:pt x="3619" y="3908"/>
                  <a:pt x="3265" y="3908"/>
                </a:cubicBezTo>
                <a:cubicBezTo>
                  <a:pt x="1536" y="3908"/>
                  <a:pt x="43" y="5542"/>
                  <a:pt x="1" y="6819"/>
                </a:cubicBezTo>
                <a:lnTo>
                  <a:pt x="24133" y="6320"/>
                </a:lnTo>
                <a:lnTo>
                  <a:pt x="24090" y="585"/>
                </a:lnTo>
                <a:cubicBezTo>
                  <a:pt x="22959" y="168"/>
                  <a:pt x="22000" y="0"/>
                  <a:pt x="2118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9"/>
          <p:cNvSpPr/>
          <p:nvPr/>
        </p:nvSpPr>
        <p:spPr>
          <a:xfrm flipH="1">
            <a:off x="-72879" y="4497051"/>
            <a:ext cx="2884858" cy="815229"/>
          </a:xfrm>
          <a:custGeom>
            <a:avLst/>
            <a:gdLst/>
            <a:ahLst/>
            <a:cxnLst/>
            <a:rect l="l" t="t" r="r" b="b"/>
            <a:pathLst>
              <a:path w="24134" h="6820" extrusionOk="0">
                <a:moveTo>
                  <a:pt x="21188" y="0"/>
                </a:moveTo>
                <a:cubicBezTo>
                  <a:pt x="17796" y="0"/>
                  <a:pt x="16982" y="2940"/>
                  <a:pt x="16982" y="2940"/>
                </a:cubicBezTo>
                <a:cubicBezTo>
                  <a:pt x="16384" y="2252"/>
                  <a:pt x="15632" y="1828"/>
                  <a:pt x="14862" y="1828"/>
                </a:cubicBezTo>
                <a:cubicBezTo>
                  <a:pt x="14136" y="1828"/>
                  <a:pt x="13394" y="2205"/>
                  <a:pt x="12749" y="3092"/>
                </a:cubicBezTo>
                <a:cubicBezTo>
                  <a:pt x="12103" y="2449"/>
                  <a:pt x="11299" y="2084"/>
                  <a:pt x="10511" y="2084"/>
                </a:cubicBezTo>
                <a:cubicBezTo>
                  <a:pt x="9653" y="2084"/>
                  <a:pt x="8813" y="2517"/>
                  <a:pt x="8214" y="3496"/>
                </a:cubicBezTo>
                <a:cubicBezTo>
                  <a:pt x="7654" y="2860"/>
                  <a:pt x="6945" y="2544"/>
                  <a:pt x="6280" y="2544"/>
                </a:cubicBezTo>
                <a:cubicBezTo>
                  <a:pt x="5419" y="2544"/>
                  <a:pt x="4634" y="3075"/>
                  <a:pt x="4348" y="4132"/>
                </a:cubicBezTo>
                <a:cubicBezTo>
                  <a:pt x="3984" y="3977"/>
                  <a:pt x="3619" y="3908"/>
                  <a:pt x="3265" y="3908"/>
                </a:cubicBezTo>
                <a:cubicBezTo>
                  <a:pt x="1536" y="3908"/>
                  <a:pt x="43" y="5542"/>
                  <a:pt x="1" y="6819"/>
                </a:cubicBezTo>
                <a:lnTo>
                  <a:pt x="24133" y="6320"/>
                </a:lnTo>
                <a:lnTo>
                  <a:pt x="24090" y="585"/>
                </a:lnTo>
                <a:cubicBezTo>
                  <a:pt x="22959" y="168"/>
                  <a:pt x="22000" y="0"/>
                  <a:pt x="2118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4" name="Google Shape;444;p39"/>
          <p:cNvGrpSpPr/>
          <p:nvPr/>
        </p:nvGrpSpPr>
        <p:grpSpPr>
          <a:xfrm>
            <a:off x="1352040" y="4827422"/>
            <a:ext cx="288385" cy="210774"/>
            <a:chOff x="2300825" y="4105475"/>
            <a:chExt cx="103475" cy="75625"/>
          </a:xfrm>
        </p:grpSpPr>
        <p:sp>
          <p:nvSpPr>
            <p:cNvPr id="445" name="Google Shape;445;p39"/>
            <p:cNvSpPr/>
            <p:nvPr/>
          </p:nvSpPr>
          <p:spPr>
            <a:xfrm>
              <a:off x="2300825" y="4105475"/>
              <a:ext cx="103475" cy="75625"/>
            </a:xfrm>
            <a:custGeom>
              <a:avLst/>
              <a:gdLst/>
              <a:ahLst/>
              <a:cxnLst/>
              <a:rect l="l" t="t" r="r" b="b"/>
              <a:pathLst>
                <a:path w="4139" h="3025" extrusionOk="0">
                  <a:moveTo>
                    <a:pt x="2777" y="0"/>
                  </a:moveTo>
                  <a:cubicBezTo>
                    <a:pt x="2352" y="0"/>
                    <a:pt x="1858" y="145"/>
                    <a:pt x="1394" y="433"/>
                  </a:cubicBezTo>
                  <a:cubicBezTo>
                    <a:pt x="455" y="1019"/>
                    <a:pt x="1" y="1972"/>
                    <a:pt x="368" y="2572"/>
                  </a:cubicBezTo>
                  <a:cubicBezTo>
                    <a:pt x="559" y="2872"/>
                    <a:pt x="925" y="3024"/>
                    <a:pt x="1362" y="3024"/>
                  </a:cubicBezTo>
                  <a:cubicBezTo>
                    <a:pt x="1785" y="3024"/>
                    <a:pt x="2275" y="2881"/>
                    <a:pt x="2738" y="2593"/>
                  </a:cubicBezTo>
                  <a:cubicBezTo>
                    <a:pt x="3677" y="2009"/>
                    <a:pt x="4139" y="1048"/>
                    <a:pt x="3764" y="456"/>
                  </a:cubicBezTo>
                  <a:cubicBezTo>
                    <a:pt x="3577" y="152"/>
                    <a:pt x="3213" y="0"/>
                    <a:pt x="27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39"/>
            <p:cNvSpPr/>
            <p:nvPr/>
          </p:nvSpPr>
          <p:spPr>
            <a:xfrm>
              <a:off x="2323025" y="4118950"/>
              <a:ext cx="45350" cy="30775"/>
            </a:xfrm>
            <a:custGeom>
              <a:avLst/>
              <a:gdLst/>
              <a:ahLst/>
              <a:cxnLst/>
              <a:rect l="l" t="t" r="r" b="b"/>
              <a:pathLst>
                <a:path w="1814" h="1231" extrusionOk="0">
                  <a:moveTo>
                    <a:pt x="1369" y="1"/>
                  </a:moveTo>
                  <a:cubicBezTo>
                    <a:pt x="1172" y="1"/>
                    <a:pt x="918" y="80"/>
                    <a:pt x="673" y="234"/>
                  </a:cubicBezTo>
                  <a:cubicBezTo>
                    <a:pt x="239" y="509"/>
                    <a:pt x="0" y="891"/>
                    <a:pt x="130" y="1101"/>
                  </a:cubicBezTo>
                  <a:cubicBezTo>
                    <a:pt x="185" y="1188"/>
                    <a:pt x="296" y="1230"/>
                    <a:pt x="438" y="1230"/>
                  </a:cubicBezTo>
                  <a:cubicBezTo>
                    <a:pt x="636" y="1230"/>
                    <a:pt x="894" y="1148"/>
                    <a:pt x="1143" y="993"/>
                  </a:cubicBezTo>
                  <a:cubicBezTo>
                    <a:pt x="1576" y="726"/>
                    <a:pt x="1813" y="343"/>
                    <a:pt x="1683" y="133"/>
                  </a:cubicBezTo>
                  <a:cubicBezTo>
                    <a:pt x="1628" y="44"/>
                    <a:pt x="1514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7" name="Google Shape;447;p39"/>
          <p:cNvGrpSpPr/>
          <p:nvPr/>
        </p:nvGrpSpPr>
        <p:grpSpPr>
          <a:xfrm>
            <a:off x="200234" y="4663933"/>
            <a:ext cx="330347" cy="210765"/>
            <a:chOff x="2097475" y="4160575"/>
            <a:chExt cx="80600" cy="51425"/>
          </a:xfrm>
        </p:grpSpPr>
        <p:sp>
          <p:nvSpPr>
            <p:cNvPr id="448" name="Google Shape;448;p39"/>
            <p:cNvSpPr/>
            <p:nvPr/>
          </p:nvSpPr>
          <p:spPr>
            <a:xfrm>
              <a:off x="2097475" y="4160575"/>
              <a:ext cx="80600" cy="51425"/>
            </a:xfrm>
            <a:custGeom>
              <a:avLst/>
              <a:gdLst/>
              <a:ahLst/>
              <a:cxnLst/>
              <a:rect l="l" t="t" r="r" b="b"/>
              <a:pathLst>
                <a:path w="3224" h="2057" extrusionOk="0">
                  <a:moveTo>
                    <a:pt x="1229" y="1"/>
                  </a:moveTo>
                  <a:cubicBezTo>
                    <a:pt x="703" y="1"/>
                    <a:pt x="274" y="212"/>
                    <a:pt x="160" y="578"/>
                  </a:cubicBezTo>
                  <a:cubicBezTo>
                    <a:pt x="1" y="1082"/>
                    <a:pt x="521" y="1696"/>
                    <a:pt x="1324" y="1949"/>
                  </a:cubicBezTo>
                  <a:cubicBezTo>
                    <a:pt x="1555" y="2022"/>
                    <a:pt x="1784" y="2057"/>
                    <a:pt x="1997" y="2057"/>
                  </a:cubicBezTo>
                  <a:cubicBezTo>
                    <a:pt x="2523" y="2057"/>
                    <a:pt x="2951" y="1847"/>
                    <a:pt x="3064" y="1488"/>
                  </a:cubicBezTo>
                  <a:cubicBezTo>
                    <a:pt x="3224" y="975"/>
                    <a:pt x="2704" y="361"/>
                    <a:pt x="1901" y="108"/>
                  </a:cubicBezTo>
                  <a:cubicBezTo>
                    <a:pt x="1671" y="35"/>
                    <a:pt x="1442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39"/>
            <p:cNvSpPr/>
            <p:nvPr/>
          </p:nvSpPr>
          <p:spPr>
            <a:xfrm>
              <a:off x="2120250" y="4172550"/>
              <a:ext cx="35950" cy="19325"/>
            </a:xfrm>
            <a:custGeom>
              <a:avLst/>
              <a:gdLst/>
              <a:ahLst/>
              <a:cxnLst/>
              <a:rect l="l" t="t" r="r" b="b"/>
              <a:pathLst>
                <a:path w="1438" h="773" extrusionOk="0">
                  <a:moveTo>
                    <a:pt x="444" y="0"/>
                  </a:moveTo>
                  <a:cubicBezTo>
                    <a:pt x="242" y="0"/>
                    <a:pt x="88" y="62"/>
                    <a:pt x="50" y="177"/>
                  </a:cubicBezTo>
                  <a:cubicBezTo>
                    <a:pt x="0" y="359"/>
                    <a:pt x="253" y="596"/>
                    <a:pt x="614" y="713"/>
                  </a:cubicBezTo>
                  <a:cubicBezTo>
                    <a:pt x="744" y="753"/>
                    <a:pt x="872" y="772"/>
                    <a:pt x="985" y="772"/>
                  </a:cubicBezTo>
                  <a:cubicBezTo>
                    <a:pt x="1192" y="772"/>
                    <a:pt x="1350" y="709"/>
                    <a:pt x="1387" y="596"/>
                  </a:cubicBezTo>
                  <a:cubicBezTo>
                    <a:pt x="1437" y="416"/>
                    <a:pt x="1186" y="177"/>
                    <a:pt x="823" y="63"/>
                  </a:cubicBezTo>
                  <a:cubicBezTo>
                    <a:pt x="690" y="20"/>
                    <a:pt x="559" y="0"/>
                    <a:pt x="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0" name="Google Shape;450;p39"/>
          <p:cNvSpPr/>
          <p:nvPr/>
        </p:nvSpPr>
        <p:spPr>
          <a:xfrm>
            <a:off x="8428899" y="2170450"/>
            <a:ext cx="1141270" cy="256678"/>
          </a:xfrm>
          <a:custGeom>
            <a:avLst/>
            <a:gdLst/>
            <a:ahLst/>
            <a:cxnLst/>
            <a:rect l="l" t="t" r="r" b="b"/>
            <a:pathLst>
              <a:path w="28258" h="5545" extrusionOk="0">
                <a:moveTo>
                  <a:pt x="10378" y="0"/>
                </a:moveTo>
                <a:cubicBezTo>
                  <a:pt x="8312" y="0"/>
                  <a:pt x="6398" y="1151"/>
                  <a:pt x="5310" y="3326"/>
                </a:cubicBezTo>
                <a:cubicBezTo>
                  <a:pt x="4474" y="2885"/>
                  <a:pt x="3683" y="2665"/>
                  <a:pt x="2977" y="2665"/>
                </a:cubicBezTo>
                <a:cubicBezTo>
                  <a:pt x="1507" y="2665"/>
                  <a:pt x="401" y="3622"/>
                  <a:pt x="1" y="5545"/>
                </a:cubicBezTo>
                <a:lnTo>
                  <a:pt x="28257" y="5545"/>
                </a:lnTo>
                <a:cubicBezTo>
                  <a:pt x="26931" y="3847"/>
                  <a:pt x="25535" y="3011"/>
                  <a:pt x="24074" y="3011"/>
                </a:cubicBezTo>
                <a:cubicBezTo>
                  <a:pt x="23363" y="3011"/>
                  <a:pt x="22637" y="3209"/>
                  <a:pt x="21895" y="3601"/>
                </a:cubicBezTo>
                <a:cubicBezTo>
                  <a:pt x="20794" y="1817"/>
                  <a:pt x="19594" y="928"/>
                  <a:pt x="18291" y="928"/>
                </a:cubicBezTo>
                <a:cubicBezTo>
                  <a:pt x="17352" y="928"/>
                  <a:pt x="16360" y="1389"/>
                  <a:pt x="15315" y="2308"/>
                </a:cubicBezTo>
                <a:cubicBezTo>
                  <a:pt x="13806" y="748"/>
                  <a:pt x="12042" y="0"/>
                  <a:pt x="10378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9"/>
          <p:cNvSpPr/>
          <p:nvPr/>
        </p:nvSpPr>
        <p:spPr>
          <a:xfrm>
            <a:off x="3365498" y="-55129"/>
            <a:ext cx="2683520" cy="458806"/>
          </a:xfrm>
          <a:custGeom>
            <a:avLst/>
            <a:gdLst/>
            <a:ahLst/>
            <a:cxnLst/>
            <a:rect l="l" t="t" r="r" b="b"/>
            <a:pathLst>
              <a:path w="28455" h="4865" extrusionOk="0">
                <a:moveTo>
                  <a:pt x="18226" y="0"/>
                </a:moveTo>
                <a:cubicBezTo>
                  <a:pt x="16791" y="0"/>
                  <a:pt x="14567" y="945"/>
                  <a:pt x="11645" y="3580"/>
                </a:cubicBezTo>
                <a:cubicBezTo>
                  <a:pt x="11972" y="2555"/>
                  <a:pt x="11763" y="2033"/>
                  <a:pt x="10999" y="2033"/>
                </a:cubicBezTo>
                <a:cubicBezTo>
                  <a:pt x="10243" y="2033"/>
                  <a:pt x="8946" y="2542"/>
                  <a:pt x="7088" y="3580"/>
                </a:cubicBezTo>
                <a:cubicBezTo>
                  <a:pt x="7296" y="2950"/>
                  <a:pt x="7225" y="2536"/>
                  <a:pt x="6626" y="2536"/>
                </a:cubicBezTo>
                <a:cubicBezTo>
                  <a:pt x="5981" y="2536"/>
                  <a:pt x="4724" y="3016"/>
                  <a:pt x="2544" y="4221"/>
                </a:cubicBezTo>
                <a:cubicBezTo>
                  <a:pt x="2882" y="3683"/>
                  <a:pt x="2896" y="3441"/>
                  <a:pt x="2648" y="3441"/>
                </a:cubicBezTo>
                <a:cubicBezTo>
                  <a:pt x="2280" y="3441"/>
                  <a:pt x="1334" y="3972"/>
                  <a:pt x="1" y="4864"/>
                </a:cubicBezTo>
                <a:lnTo>
                  <a:pt x="27167" y="4864"/>
                </a:lnTo>
                <a:cubicBezTo>
                  <a:pt x="28455" y="3310"/>
                  <a:pt x="28409" y="2484"/>
                  <a:pt x="26845" y="2484"/>
                </a:cubicBezTo>
                <a:cubicBezTo>
                  <a:pt x="25741" y="2484"/>
                  <a:pt x="23881" y="2895"/>
                  <a:pt x="21200" y="3753"/>
                </a:cubicBezTo>
                <a:cubicBezTo>
                  <a:pt x="21915" y="3068"/>
                  <a:pt x="21868" y="2531"/>
                  <a:pt x="21296" y="2531"/>
                </a:cubicBezTo>
                <a:cubicBezTo>
                  <a:pt x="20897" y="2531"/>
                  <a:pt x="20241" y="2793"/>
                  <a:pt x="19409" y="3450"/>
                </a:cubicBezTo>
                <a:cubicBezTo>
                  <a:pt x="20684" y="1806"/>
                  <a:pt x="20209" y="0"/>
                  <a:pt x="18226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2" name="Google Shape;452;p39"/>
          <p:cNvGrpSpPr/>
          <p:nvPr/>
        </p:nvGrpSpPr>
        <p:grpSpPr>
          <a:xfrm>
            <a:off x="7928475" y="4827417"/>
            <a:ext cx="263030" cy="167825"/>
            <a:chOff x="2097475" y="4160575"/>
            <a:chExt cx="80600" cy="51425"/>
          </a:xfrm>
        </p:grpSpPr>
        <p:sp>
          <p:nvSpPr>
            <p:cNvPr id="453" name="Google Shape;453;p39"/>
            <p:cNvSpPr/>
            <p:nvPr/>
          </p:nvSpPr>
          <p:spPr>
            <a:xfrm>
              <a:off x="2097475" y="4160575"/>
              <a:ext cx="80600" cy="51425"/>
            </a:xfrm>
            <a:custGeom>
              <a:avLst/>
              <a:gdLst/>
              <a:ahLst/>
              <a:cxnLst/>
              <a:rect l="l" t="t" r="r" b="b"/>
              <a:pathLst>
                <a:path w="3224" h="2057" extrusionOk="0">
                  <a:moveTo>
                    <a:pt x="1229" y="1"/>
                  </a:moveTo>
                  <a:cubicBezTo>
                    <a:pt x="703" y="1"/>
                    <a:pt x="274" y="212"/>
                    <a:pt x="160" y="578"/>
                  </a:cubicBezTo>
                  <a:cubicBezTo>
                    <a:pt x="1" y="1082"/>
                    <a:pt x="521" y="1696"/>
                    <a:pt x="1324" y="1949"/>
                  </a:cubicBezTo>
                  <a:cubicBezTo>
                    <a:pt x="1555" y="2022"/>
                    <a:pt x="1784" y="2057"/>
                    <a:pt x="1997" y="2057"/>
                  </a:cubicBezTo>
                  <a:cubicBezTo>
                    <a:pt x="2523" y="2057"/>
                    <a:pt x="2951" y="1847"/>
                    <a:pt x="3064" y="1488"/>
                  </a:cubicBezTo>
                  <a:cubicBezTo>
                    <a:pt x="3224" y="975"/>
                    <a:pt x="2704" y="361"/>
                    <a:pt x="1901" y="108"/>
                  </a:cubicBezTo>
                  <a:cubicBezTo>
                    <a:pt x="1671" y="35"/>
                    <a:pt x="1442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39"/>
            <p:cNvSpPr/>
            <p:nvPr/>
          </p:nvSpPr>
          <p:spPr>
            <a:xfrm>
              <a:off x="2120250" y="4172550"/>
              <a:ext cx="35950" cy="19325"/>
            </a:xfrm>
            <a:custGeom>
              <a:avLst/>
              <a:gdLst/>
              <a:ahLst/>
              <a:cxnLst/>
              <a:rect l="l" t="t" r="r" b="b"/>
              <a:pathLst>
                <a:path w="1438" h="773" extrusionOk="0">
                  <a:moveTo>
                    <a:pt x="444" y="0"/>
                  </a:moveTo>
                  <a:cubicBezTo>
                    <a:pt x="242" y="0"/>
                    <a:pt x="88" y="62"/>
                    <a:pt x="50" y="177"/>
                  </a:cubicBezTo>
                  <a:cubicBezTo>
                    <a:pt x="0" y="359"/>
                    <a:pt x="253" y="596"/>
                    <a:pt x="614" y="713"/>
                  </a:cubicBezTo>
                  <a:cubicBezTo>
                    <a:pt x="744" y="753"/>
                    <a:pt x="872" y="772"/>
                    <a:pt x="985" y="772"/>
                  </a:cubicBezTo>
                  <a:cubicBezTo>
                    <a:pt x="1192" y="772"/>
                    <a:pt x="1350" y="709"/>
                    <a:pt x="1387" y="596"/>
                  </a:cubicBezTo>
                  <a:cubicBezTo>
                    <a:pt x="1437" y="416"/>
                    <a:pt x="1186" y="177"/>
                    <a:pt x="823" y="63"/>
                  </a:cubicBezTo>
                  <a:cubicBezTo>
                    <a:pt x="690" y="20"/>
                    <a:pt x="559" y="0"/>
                    <a:pt x="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5" name="Google Shape;455;p39"/>
          <p:cNvGrpSpPr/>
          <p:nvPr/>
        </p:nvGrpSpPr>
        <p:grpSpPr>
          <a:xfrm>
            <a:off x="8613446" y="4640973"/>
            <a:ext cx="351173" cy="256671"/>
            <a:chOff x="2300825" y="4105475"/>
            <a:chExt cx="103475" cy="75625"/>
          </a:xfrm>
        </p:grpSpPr>
        <p:sp>
          <p:nvSpPr>
            <p:cNvPr id="456" name="Google Shape;456;p39"/>
            <p:cNvSpPr/>
            <p:nvPr/>
          </p:nvSpPr>
          <p:spPr>
            <a:xfrm>
              <a:off x="2300825" y="4105475"/>
              <a:ext cx="103475" cy="75625"/>
            </a:xfrm>
            <a:custGeom>
              <a:avLst/>
              <a:gdLst/>
              <a:ahLst/>
              <a:cxnLst/>
              <a:rect l="l" t="t" r="r" b="b"/>
              <a:pathLst>
                <a:path w="4139" h="3025" extrusionOk="0">
                  <a:moveTo>
                    <a:pt x="2777" y="0"/>
                  </a:moveTo>
                  <a:cubicBezTo>
                    <a:pt x="2352" y="0"/>
                    <a:pt x="1858" y="145"/>
                    <a:pt x="1394" y="433"/>
                  </a:cubicBezTo>
                  <a:cubicBezTo>
                    <a:pt x="455" y="1019"/>
                    <a:pt x="1" y="1972"/>
                    <a:pt x="368" y="2572"/>
                  </a:cubicBezTo>
                  <a:cubicBezTo>
                    <a:pt x="559" y="2872"/>
                    <a:pt x="925" y="3024"/>
                    <a:pt x="1362" y="3024"/>
                  </a:cubicBezTo>
                  <a:cubicBezTo>
                    <a:pt x="1785" y="3024"/>
                    <a:pt x="2275" y="2881"/>
                    <a:pt x="2738" y="2593"/>
                  </a:cubicBezTo>
                  <a:cubicBezTo>
                    <a:pt x="3677" y="2009"/>
                    <a:pt x="4139" y="1048"/>
                    <a:pt x="3764" y="456"/>
                  </a:cubicBezTo>
                  <a:cubicBezTo>
                    <a:pt x="3577" y="152"/>
                    <a:pt x="3213" y="0"/>
                    <a:pt x="27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39"/>
            <p:cNvSpPr/>
            <p:nvPr/>
          </p:nvSpPr>
          <p:spPr>
            <a:xfrm>
              <a:off x="2323025" y="4118950"/>
              <a:ext cx="45350" cy="30775"/>
            </a:xfrm>
            <a:custGeom>
              <a:avLst/>
              <a:gdLst/>
              <a:ahLst/>
              <a:cxnLst/>
              <a:rect l="l" t="t" r="r" b="b"/>
              <a:pathLst>
                <a:path w="1814" h="1231" extrusionOk="0">
                  <a:moveTo>
                    <a:pt x="1369" y="1"/>
                  </a:moveTo>
                  <a:cubicBezTo>
                    <a:pt x="1172" y="1"/>
                    <a:pt x="918" y="80"/>
                    <a:pt x="673" y="234"/>
                  </a:cubicBezTo>
                  <a:cubicBezTo>
                    <a:pt x="239" y="509"/>
                    <a:pt x="0" y="891"/>
                    <a:pt x="130" y="1101"/>
                  </a:cubicBezTo>
                  <a:cubicBezTo>
                    <a:pt x="185" y="1188"/>
                    <a:pt x="296" y="1230"/>
                    <a:pt x="438" y="1230"/>
                  </a:cubicBezTo>
                  <a:cubicBezTo>
                    <a:pt x="636" y="1230"/>
                    <a:pt x="894" y="1148"/>
                    <a:pt x="1143" y="993"/>
                  </a:cubicBezTo>
                  <a:cubicBezTo>
                    <a:pt x="1576" y="726"/>
                    <a:pt x="1813" y="343"/>
                    <a:pt x="1683" y="133"/>
                  </a:cubicBezTo>
                  <a:cubicBezTo>
                    <a:pt x="1628" y="44"/>
                    <a:pt x="1514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8" name="Google Shape;458;p39"/>
          <p:cNvGrpSpPr/>
          <p:nvPr/>
        </p:nvGrpSpPr>
        <p:grpSpPr>
          <a:xfrm>
            <a:off x="6896008" y="4900321"/>
            <a:ext cx="148731" cy="94900"/>
            <a:chOff x="2097475" y="4160575"/>
            <a:chExt cx="80600" cy="51425"/>
          </a:xfrm>
        </p:grpSpPr>
        <p:sp>
          <p:nvSpPr>
            <p:cNvPr id="459" name="Google Shape;459;p39"/>
            <p:cNvSpPr/>
            <p:nvPr/>
          </p:nvSpPr>
          <p:spPr>
            <a:xfrm>
              <a:off x="2097475" y="4160575"/>
              <a:ext cx="80600" cy="51425"/>
            </a:xfrm>
            <a:custGeom>
              <a:avLst/>
              <a:gdLst/>
              <a:ahLst/>
              <a:cxnLst/>
              <a:rect l="l" t="t" r="r" b="b"/>
              <a:pathLst>
                <a:path w="3224" h="2057" extrusionOk="0">
                  <a:moveTo>
                    <a:pt x="1229" y="1"/>
                  </a:moveTo>
                  <a:cubicBezTo>
                    <a:pt x="703" y="1"/>
                    <a:pt x="274" y="212"/>
                    <a:pt x="160" y="578"/>
                  </a:cubicBezTo>
                  <a:cubicBezTo>
                    <a:pt x="1" y="1082"/>
                    <a:pt x="521" y="1696"/>
                    <a:pt x="1324" y="1949"/>
                  </a:cubicBezTo>
                  <a:cubicBezTo>
                    <a:pt x="1555" y="2022"/>
                    <a:pt x="1784" y="2057"/>
                    <a:pt x="1997" y="2057"/>
                  </a:cubicBezTo>
                  <a:cubicBezTo>
                    <a:pt x="2523" y="2057"/>
                    <a:pt x="2951" y="1847"/>
                    <a:pt x="3064" y="1488"/>
                  </a:cubicBezTo>
                  <a:cubicBezTo>
                    <a:pt x="3224" y="975"/>
                    <a:pt x="2704" y="361"/>
                    <a:pt x="1901" y="108"/>
                  </a:cubicBezTo>
                  <a:cubicBezTo>
                    <a:pt x="1671" y="35"/>
                    <a:pt x="1442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39"/>
            <p:cNvSpPr/>
            <p:nvPr/>
          </p:nvSpPr>
          <p:spPr>
            <a:xfrm>
              <a:off x="2120250" y="4172550"/>
              <a:ext cx="35950" cy="19325"/>
            </a:xfrm>
            <a:custGeom>
              <a:avLst/>
              <a:gdLst/>
              <a:ahLst/>
              <a:cxnLst/>
              <a:rect l="l" t="t" r="r" b="b"/>
              <a:pathLst>
                <a:path w="1438" h="773" extrusionOk="0">
                  <a:moveTo>
                    <a:pt x="444" y="0"/>
                  </a:moveTo>
                  <a:cubicBezTo>
                    <a:pt x="242" y="0"/>
                    <a:pt x="88" y="62"/>
                    <a:pt x="50" y="177"/>
                  </a:cubicBezTo>
                  <a:cubicBezTo>
                    <a:pt x="0" y="359"/>
                    <a:pt x="253" y="596"/>
                    <a:pt x="614" y="713"/>
                  </a:cubicBezTo>
                  <a:cubicBezTo>
                    <a:pt x="744" y="753"/>
                    <a:pt x="872" y="772"/>
                    <a:pt x="985" y="772"/>
                  </a:cubicBezTo>
                  <a:cubicBezTo>
                    <a:pt x="1192" y="772"/>
                    <a:pt x="1350" y="709"/>
                    <a:pt x="1387" y="596"/>
                  </a:cubicBezTo>
                  <a:cubicBezTo>
                    <a:pt x="1437" y="416"/>
                    <a:pt x="1186" y="177"/>
                    <a:pt x="823" y="63"/>
                  </a:cubicBezTo>
                  <a:cubicBezTo>
                    <a:pt x="690" y="20"/>
                    <a:pt x="559" y="0"/>
                    <a:pt x="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1" name="Google Shape;461;p39"/>
          <p:cNvSpPr/>
          <p:nvPr/>
        </p:nvSpPr>
        <p:spPr>
          <a:xfrm>
            <a:off x="-376401" y="2631975"/>
            <a:ext cx="1141270" cy="256678"/>
          </a:xfrm>
          <a:custGeom>
            <a:avLst/>
            <a:gdLst/>
            <a:ahLst/>
            <a:cxnLst/>
            <a:rect l="l" t="t" r="r" b="b"/>
            <a:pathLst>
              <a:path w="28258" h="5545" extrusionOk="0">
                <a:moveTo>
                  <a:pt x="10378" y="0"/>
                </a:moveTo>
                <a:cubicBezTo>
                  <a:pt x="8312" y="0"/>
                  <a:pt x="6398" y="1151"/>
                  <a:pt x="5310" y="3326"/>
                </a:cubicBezTo>
                <a:cubicBezTo>
                  <a:pt x="4474" y="2885"/>
                  <a:pt x="3683" y="2665"/>
                  <a:pt x="2977" y="2665"/>
                </a:cubicBezTo>
                <a:cubicBezTo>
                  <a:pt x="1507" y="2665"/>
                  <a:pt x="401" y="3622"/>
                  <a:pt x="1" y="5545"/>
                </a:cubicBezTo>
                <a:lnTo>
                  <a:pt x="28257" y="5545"/>
                </a:lnTo>
                <a:cubicBezTo>
                  <a:pt x="26931" y="3847"/>
                  <a:pt x="25535" y="3011"/>
                  <a:pt x="24074" y="3011"/>
                </a:cubicBezTo>
                <a:cubicBezTo>
                  <a:pt x="23363" y="3011"/>
                  <a:pt x="22637" y="3209"/>
                  <a:pt x="21895" y="3601"/>
                </a:cubicBezTo>
                <a:cubicBezTo>
                  <a:pt x="20794" y="1817"/>
                  <a:pt x="19594" y="928"/>
                  <a:pt x="18291" y="928"/>
                </a:cubicBezTo>
                <a:cubicBezTo>
                  <a:pt x="17352" y="928"/>
                  <a:pt x="16360" y="1389"/>
                  <a:pt x="15315" y="2308"/>
                </a:cubicBezTo>
                <a:cubicBezTo>
                  <a:pt x="13806" y="748"/>
                  <a:pt x="12042" y="0"/>
                  <a:pt x="10378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9"/>
          <p:cNvSpPr txBox="1">
            <a:spLocks noGrp="1"/>
          </p:cNvSpPr>
          <p:nvPr>
            <p:ph type="title"/>
          </p:nvPr>
        </p:nvSpPr>
        <p:spPr>
          <a:xfrm>
            <a:off x="720000" y="4036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2"/>
          <p:cNvSpPr/>
          <p:nvPr/>
        </p:nvSpPr>
        <p:spPr>
          <a:xfrm>
            <a:off x="-57500" y="4317601"/>
            <a:ext cx="9259000" cy="892792"/>
          </a:xfrm>
          <a:custGeom>
            <a:avLst/>
            <a:gdLst/>
            <a:ahLst/>
            <a:cxnLst/>
            <a:rect l="l" t="t" r="r" b="b"/>
            <a:pathLst>
              <a:path w="57554" h="20117" extrusionOk="0">
                <a:moveTo>
                  <a:pt x="1" y="0"/>
                </a:moveTo>
                <a:lnTo>
                  <a:pt x="1" y="20116"/>
                </a:lnTo>
                <a:lnTo>
                  <a:pt x="57554" y="20116"/>
                </a:lnTo>
                <a:lnTo>
                  <a:pt x="57554" y="0"/>
                </a:lnTo>
                <a:cubicBezTo>
                  <a:pt x="53249" y="6588"/>
                  <a:pt x="41989" y="11289"/>
                  <a:pt x="28777" y="11289"/>
                </a:cubicBezTo>
                <a:cubicBezTo>
                  <a:pt x="15566" y="11289"/>
                  <a:pt x="4307" y="6588"/>
                  <a:pt x="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42"/>
          <p:cNvSpPr/>
          <p:nvPr/>
        </p:nvSpPr>
        <p:spPr>
          <a:xfrm>
            <a:off x="3376575" y="4442400"/>
            <a:ext cx="6161854" cy="1271596"/>
          </a:xfrm>
          <a:custGeom>
            <a:avLst/>
            <a:gdLst/>
            <a:ahLst/>
            <a:cxnLst/>
            <a:rect l="l" t="t" r="r" b="b"/>
            <a:pathLst>
              <a:path w="45996" h="9492" extrusionOk="0">
                <a:moveTo>
                  <a:pt x="34548" y="0"/>
                </a:moveTo>
                <a:cubicBezTo>
                  <a:pt x="33978" y="0"/>
                  <a:pt x="33404" y="262"/>
                  <a:pt x="32973" y="817"/>
                </a:cubicBezTo>
                <a:cubicBezTo>
                  <a:pt x="32624" y="515"/>
                  <a:pt x="32212" y="371"/>
                  <a:pt x="31798" y="371"/>
                </a:cubicBezTo>
                <a:cubicBezTo>
                  <a:pt x="30837" y="371"/>
                  <a:pt x="29865" y="1150"/>
                  <a:pt x="29643" y="2528"/>
                </a:cubicBezTo>
                <a:cubicBezTo>
                  <a:pt x="29082" y="1980"/>
                  <a:pt x="28493" y="1709"/>
                  <a:pt x="27964" y="1709"/>
                </a:cubicBezTo>
                <a:cubicBezTo>
                  <a:pt x="27205" y="1709"/>
                  <a:pt x="26569" y="2266"/>
                  <a:pt x="26313" y="3360"/>
                </a:cubicBezTo>
                <a:lnTo>
                  <a:pt x="23070" y="3714"/>
                </a:lnTo>
                <a:cubicBezTo>
                  <a:pt x="22576" y="2273"/>
                  <a:pt x="21469" y="1611"/>
                  <a:pt x="20300" y="1611"/>
                </a:cubicBezTo>
                <a:cubicBezTo>
                  <a:pt x="19693" y="1611"/>
                  <a:pt x="19069" y="1790"/>
                  <a:pt x="18505" y="2131"/>
                </a:cubicBezTo>
                <a:cubicBezTo>
                  <a:pt x="18216" y="1952"/>
                  <a:pt x="17889" y="1845"/>
                  <a:pt x="17573" y="1845"/>
                </a:cubicBezTo>
                <a:cubicBezTo>
                  <a:pt x="17085" y="1845"/>
                  <a:pt x="16622" y="2101"/>
                  <a:pt x="16359" y="2745"/>
                </a:cubicBezTo>
                <a:cubicBezTo>
                  <a:pt x="15960" y="1516"/>
                  <a:pt x="15153" y="962"/>
                  <a:pt x="14283" y="962"/>
                </a:cubicBezTo>
                <a:cubicBezTo>
                  <a:pt x="13661" y="962"/>
                  <a:pt x="13006" y="1246"/>
                  <a:pt x="12445" y="1770"/>
                </a:cubicBezTo>
                <a:cubicBezTo>
                  <a:pt x="12043" y="1223"/>
                  <a:pt x="11524" y="987"/>
                  <a:pt x="11026" y="987"/>
                </a:cubicBezTo>
                <a:cubicBezTo>
                  <a:pt x="10155" y="987"/>
                  <a:pt x="9346" y="1707"/>
                  <a:pt x="9332" y="2745"/>
                </a:cubicBezTo>
                <a:cubicBezTo>
                  <a:pt x="8882" y="2695"/>
                  <a:pt x="8455" y="2671"/>
                  <a:pt x="8049" y="2671"/>
                </a:cubicBezTo>
                <a:cubicBezTo>
                  <a:pt x="2212" y="2671"/>
                  <a:pt x="695" y="7534"/>
                  <a:pt x="0" y="9492"/>
                </a:cubicBezTo>
                <a:lnTo>
                  <a:pt x="44978" y="9145"/>
                </a:lnTo>
                <a:cubicBezTo>
                  <a:pt x="45996" y="6833"/>
                  <a:pt x="44275" y="5627"/>
                  <a:pt x="42653" y="5627"/>
                </a:cubicBezTo>
                <a:cubicBezTo>
                  <a:pt x="42020" y="5627"/>
                  <a:pt x="41402" y="5811"/>
                  <a:pt x="40968" y="6184"/>
                </a:cubicBezTo>
                <a:cubicBezTo>
                  <a:pt x="41288" y="5080"/>
                  <a:pt x="40781" y="4355"/>
                  <a:pt x="40132" y="4355"/>
                </a:cubicBezTo>
                <a:cubicBezTo>
                  <a:pt x="39867" y="4355"/>
                  <a:pt x="39580" y="4475"/>
                  <a:pt x="39315" y="4738"/>
                </a:cubicBezTo>
                <a:cubicBezTo>
                  <a:pt x="39501" y="3267"/>
                  <a:pt x="38702" y="2373"/>
                  <a:pt x="37592" y="2373"/>
                </a:cubicBezTo>
                <a:cubicBezTo>
                  <a:pt x="37328" y="2373"/>
                  <a:pt x="37047" y="2423"/>
                  <a:pt x="36758" y="2528"/>
                </a:cubicBezTo>
                <a:cubicBezTo>
                  <a:pt x="36664" y="911"/>
                  <a:pt x="35612" y="0"/>
                  <a:pt x="3454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42"/>
          <p:cNvSpPr/>
          <p:nvPr/>
        </p:nvSpPr>
        <p:spPr>
          <a:xfrm>
            <a:off x="-248450" y="4369525"/>
            <a:ext cx="4475019" cy="1200717"/>
          </a:xfrm>
          <a:custGeom>
            <a:avLst/>
            <a:gdLst/>
            <a:ahLst/>
            <a:cxnLst/>
            <a:rect l="l" t="t" r="r" b="b"/>
            <a:pathLst>
              <a:path w="47745" h="13737" extrusionOk="0">
                <a:moveTo>
                  <a:pt x="3987" y="0"/>
                </a:moveTo>
                <a:cubicBezTo>
                  <a:pt x="2591" y="0"/>
                  <a:pt x="1175" y="489"/>
                  <a:pt x="0" y="1392"/>
                </a:cubicBezTo>
                <a:lnTo>
                  <a:pt x="0" y="13737"/>
                </a:lnTo>
                <a:lnTo>
                  <a:pt x="47745" y="12986"/>
                </a:lnTo>
                <a:cubicBezTo>
                  <a:pt x="47138" y="9432"/>
                  <a:pt x="42262" y="9114"/>
                  <a:pt x="42262" y="9114"/>
                </a:cubicBezTo>
                <a:cubicBezTo>
                  <a:pt x="42235" y="7520"/>
                  <a:pt x="41388" y="6795"/>
                  <a:pt x="40476" y="6795"/>
                </a:cubicBezTo>
                <a:cubicBezTo>
                  <a:pt x="40122" y="6795"/>
                  <a:pt x="39759" y="6903"/>
                  <a:pt x="39431" y="7113"/>
                </a:cubicBezTo>
                <a:cubicBezTo>
                  <a:pt x="39086" y="5805"/>
                  <a:pt x="38293" y="5098"/>
                  <a:pt x="37487" y="5098"/>
                </a:cubicBezTo>
                <a:cubicBezTo>
                  <a:pt x="36874" y="5098"/>
                  <a:pt x="36254" y="5508"/>
                  <a:pt x="35820" y="6376"/>
                </a:cubicBezTo>
                <a:cubicBezTo>
                  <a:pt x="35550" y="6023"/>
                  <a:pt x="35159" y="5841"/>
                  <a:pt x="34758" y="5841"/>
                </a:cubicBezTo>
                <a:cubicBezTo>
                  <a:pt x="34075" y="5841"/>
                  <a:pt x="33361" y="6370"/>
                  <a:pt x="33161" y="7489"/>
                </a:cubicBezTo>
                <a:cubicBezTo>
                  <a:pt x="32387" y="6565"/>
                  <a:pt x="31634" y="6119"/>
                  <a:pt x="30902" y="6119"/>
                </a:cubicBezTo>
                <a:cubicBezTo>
                  <a:pt x="30146" y="6119"/>
                  <a:pt x="29413" y="6596"/>
                  <a:pt x="28704" y="7517"/>
                </a:cubicBezTo>
                <a:cubicBezTo>
                  <a:pt x="27974" y="6365"/>
                  <a:pt x="26783" y="5425"/>
                  <a:pt x="25517" y="5425"/>
                </a:cubicBezTo>
                <a:cubicBezTo>
                  <a:pt x="24616" y="5425"/>
                  <a:pt x="23677" y="5901"/>
                  <a:pt x="22839" y="7113"/>
                </a:cubicBezTo>
                <a:cubicBezTo>
                  <a:pt x="22375" y="6239"/>
                  <a:pt x="21812" y="5905"/>
                  <a:pt x="21188" y="5905"/>
                </a:cubicBezTo>
                <a:cubicBezTo>
                  <a:pt x="20724" y="5905"/>
                  <a:pt x="20227" y="6090"/>
                  <a:pt x="19712" y="6376"/>
                </a:cubicBezTo>
                <a:cubicBezTo>
                  <a:pt x="18956" y="4354"/>
                  <a:pt x="17298" y="3044"/>
                  <a:pt x="15579" y="3044"/>
                </a:cubicBezTo>
                <a:cubicBezTo>
                  <a:pt x="14473" y="3044"/>
                  <a:pt x="13342" y="3586"/>
                  <a:pt x="12409" y="4830"/>
                </a:cubicBezTo>
                <a:cubicBezTo>
                  <a:pt x="12032" y="4253"/>
                  <a:pt x="11570" y="3995"/>
                  <a:pt x="11108" y="3995"/>
                </a:cubicBezTo>
                <a:cubicBezTo>
                  <a:pt x="10604" y="3995"/>
                  <a:pt x="10100" y="4300"/>
                  <a:pt x="9701" y="4830"/>
                </a:cubicBezTo>
                <a:cubicBezTo>
                  <a:pt x="8784" y="1481"/>
                  <a:pt x="6417" y="0"/>
                  <a:pt x="3987" y="0"/>
                </a:cubicBezTo>
                <a:close/>
              </a:path>
            </a:pathLst>
          </a:custGeom>
          <a:solidFill>
            <a:srgbClr val="1866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4" name="Google Shape;534;p42"/>
          <p:cNvGrpSpPr/>
          <p:nvPr/>
        </p:nvGrpSpPr>
        <p:grpSpPr>
          <a:xfrm>
            <a:off x="5592627" y="3497931"/>
            <a:ext cx="4904932" cy="2334163"/>
            <a:chOff x="2164927" y="6181665"/>
            <a:chExt cx="4624677" cy="2200795"/>
          </a:xfrm>
        </p:grpSpPr>
        <p:sp>
          <p:nvSpPr>
            <p:cNvPr id="535" name="Google Shape;535;p42"/>
            <p:cNvSpPr/>
            <p:nvPr/>
          </p:nvSpPr>
          <p:spPr>
            <a:xfrm>
              <a:off x="2164927" y="6181665"/>
              <a:ext cx="3508613" cy="2200795"/>
            </a:xfrm>
            <a:custGeom>
              <a:avLst/>
              <a:gdLst/>
              <a:ahLst/>
              <a:cxnLst/>
              <a:rect l="l" t="t" r="r" b="b"/>
              <a:pathLst>
                <a:path w="27995" h="17560" extrusionOk="0">
                  <a:moveTo>
                    <a:pt x="27994" y="0"/>
                  </a:moveTo>
                  <a:cubicBezTo>
                    <a:pt x="11266" y="413"/>
                    <a:pt x="3392" y="7324"/>
                    <a:pt x="792" y="14584"/>
                  </a:cubicBezTo>
                  <a:cubicBezTo>
                    <a:pt x="0" y="16791"/>
                    <a:pt x="2212" y="17559"/>
                    <a:pt x="5671" y="17559"/>
                  </a:cubicBezTo>
                  <a:cubicBezTo>
                    <a:pt x="13575" y="17559"/>
                    <a:pt x="27994" y="13551"/>
                    <a:pt x="27994" y="13551"/>
                  </a:cubicBezTo>
                  <a:lnTo>
                    <a:pt x="279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42"/>
            <p:cNvSpPr/>
            <p:nvPr/>
          </p:nvSpPr>
          <p:spPr>
            <a:xfrm>
              <a:off x="2441656" y="6296593"/>
              <a:ext cx="3188395" cy="1506968"/>
            </a:xfrm>
            <a:custGeom>
              <a:avLst/>
              <a:gdLst/>
              <a:ahLst/>
              <a:cxnLst/>
              <a:rect l="l" t="t" r="r" b="b"/>
              <a:pathLst>
                <a:path w="25440" h="12024" extrusionOk="0">
                  <a:moveTo>
                    <a:pt x="23699" y="0"/>
                  </a:moveTo>
                  <a:cubicBezTo>
                    <a:pt x="19986" y="0"/>
                    <a:pt x="15096" y="1359"/>
                    <a:pt x="10625" y="3540"/>
                  </a:cubicBezTo>
                  <a:cubicBezTo>
                    <a:pt x="6147" y="5714"/>
                    <a:pt x="2081" y="8711"/>
                    <a:pt x="7" y="11991"/>
                  </a:cubicBezTo>
                  <a:cubicBezTo>
                    <a:pt x="0" y="11998"/>
                    <a:pt x="7" y="12012"/>
                    <a:pt x="14" y="12020"/>
                  </a:cubicBezTo>
                  <a:cubicBezTo>
                    <a:pt x="16" y="12022"/>
                    <a:pt x="19" y="12023"/>
                    <a:pt x="22" y="12023"/>
                  </a:cubicBezTo>
                  <a:cubicBezTo>
                    <a:pt x="29" y="12023"/>
                    <a:pt x="39" y="12018"/>
                    <a:pt x="44" y="12012"/>
                  </a:cubicBezTo>
                  <a:cubicBezTo>
                    <a:pt x="2108" y="8740"/>
                    <a:pt x="6168" y="5750"/>
                    <a:pt x="10639" y="3576"/>
                  </a:cubicBezTo>
                  <a:cubicBezTo>
                    <a:pt x="15110" y="1402"/>
                    <a:pt x="19993" y="43"/>
                    <a:pt x="23699" y="43"/>
                  </a:cubicBezTo>
                  <a:cubicBezTo>
                    <a:pt x="24306" y="43"/>
                    <a:pt x="24876" y="80"/>
                    <a:pt x="25410" y="153"/>
                  </a:cubicBezTo>
                  <a:cubicBezTo>
                    <a:pt x="25414" y="154"/>
                    <a:pt x="25417" y="155"/>
                    <a:pt x="25420" y="155"/>
                  </a:cubicBezTo>
                  <a:cubicBezTo>
                    <a:pt x="25428" y="155"/>
                    <a:pt x="25433" y="148"/>
                    <a:pt x="25433" y="137"/>
                  </a:cubicBezTo>
                  <a:cubicBezTo>
                    <a:pt x="25440" y="123"/>
                    <a:pt x="25433" y="116"/>
                    <a:pt x="25417" y="116"/>
                  </a:cubicBezTo>
                  <a:cubicBezTo>
                    <a:pt x="24883" y="36"/>
                    <a:pt x="24306" y="0"/>
                    <a:pt x="2369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42"/>
            <p:cNvSpPr/>
            <p:nvPr/>
          </p:nvSpPr>
          <p:spPr>
            <a:xfrm>
              <a:off x="2557461" y="6448618"/>
              <a:ext cx="3131495" cy="1452073"/>
            </a:xfrm>
            <a:custGeom>
              <a:avLst/>
              <a:gdLst/>
              <a:ahLst/>
              <a:cxnLst/>
              <a:rect l="l" t="t" r="r" b="b"/>
              <a:pathLst>
                <a:path w="24986" h="11586" extrusionOk="0">
                  <a:moveTo>
                    <a:pt x="22956" y="0"/>
                  </a:moveTo>
                  <a:cubicBezTo>
                    <a:pt x="19416" y="0"/>
                    <a:pt x="14785" y="1250"/>
                    <a:pt x="10488" y="3324"/>
                  </a:cubicBezTo>
                  <a:cubicBezTo>
                    <a:pt x="6198" y="5397"/>
                    <a:pt x="2224" y="8285"/>
                    <a:pt x="7" y="11551"/>
                  </a:cubicBezTo>
                  <a:cubicBezTo>
                    <a:pt x="0" y="11565"/>
                    <a:pt x="0" y="11572"/>
                    <a:pt x="7" y="11579"/>
                  </a:cubicBezTo>
                  <a:cubicBezTo>
                    <a:pt x="15" y="11583"/>
                    <a:pt x="21" y="11585"/>
                    <a:pt x="25" y="11585"/>
                  </a:cubicBezTo>
                  <a:cubicBezTo>
                    <a:pt x="30" y="11585"/>
                    <a:pt x="33" y="11583"/>
                    <a:pt x="37" y="11579"/>
                  </a:cubicBezTo>
                  <a:cubicBezTo>
                    <a:pt x="2254" y="8314"/>
                    <a:pt x="6220" y="5433"/>
                    <a:pt x="10511" y="3360"/>
                  </a:cubicBezTo>
                  <a:cubicBezTo>
                    <a:pt x="14801" y="1294"/>
                    <a:pt x="19423" y="37"/>
                    <a:pt x="22956" y="37"/>
                  </a:cubicBezTo>
                  <a:cubicBezTo>
                    <a:pt x="23670" y="37"/>
                    <a:pt x="24342" y="94"/>
                    <a:pt x="24956" y="196"/>
                  </a:cubicBezTo>
                  <a:cubicBezTo>
                    <a:pt x="24960" y="198"/>
                    <a:pt x="24963" y="199"/>
                    <a:pt x="24966" y="199"/>
                  </a:cubicBezTo>
                  <a:cubicBezTo>
                    <a:pt x="24974" y="199"/>
                    <a:pt x="24979" y="192"/>
                    <a:pt x="24986" y="181"/>
                  </a:cubicBezTo>
                  <a:cubicBezTo>
                    <a:pt x="24986" y="174"/>
                    <a:pt x="24977" y="160"/>
                    <a:pt x="24963" y="160"/>
                  </a:cubicBezTo>
                  <a:cubicBezTo>
                    <a:pt x="24349" y="51"/>
                    <a:pt x="23670" y="0"/>
                    <a:pt x="2295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42"/>
            <p:cNvSpPr/>
            <p:nvPr/>
          </p:nvSpPr>
          <p:spPr>
            <a:xfrm>
              <a:off x="2757487" y="6649522"/>
              <a:ext cx="2998395" cy="1369230"/>
            </a:xfrm>
            <a:custGeom>
              <a:avLst/>
              <a:gdLst/>
              <a:ahLst/>
              <a:cxnLst/>
              <a:rect l="l" t="t" r="r" b="b"/>
              <a:pathLst>
                <a:path w="23924" h="10925" extrusionOk="0">
                  <a:moveTo>
                    <a:pt x="23476" y="1"/>
                  </a:moveTo>
                  <a:cubicBezTo>
                    <a:pt x="11695" y="1"/>
                    <a:pt x="3931" y="5072"/>
                    <a:pt x="8" y="10894"/>
                  </a:cubicBezTo>
                  <a:cubicBezTo>
                    <a:pt x="1" y="10901"/>
                    <a:pt x="8" y="10915"/>
                    <a:pt x="15" y="10922"/>
                  </a:cubicBezTo>
                  <a:cubicBezTo>
                    <a:pt x="17" y="10924"/>
                    <a:pt x="20" y="10925"/>
                    <a:pt x="23" y="10925"/>
                  </a:cubicBezTo>
                  <a:cubicBezTo>
                    <a:pt x="30" y="10925"/>
                    <a:pt x="39" y="10920"/>
                    <a:pt x="44" y="10915"/>
                  </a:cubicBezTo>
                  <a:cubicBezTo>
                    <a:pt x="3958" y="5108"/>
                    <a:pt x="11709" y="44"/>
                    <a:pt x="23476" y="44"/>
                  </a:cubicBezTo>
                  <a:lnTo>
                    <a:pt x="23901" y="44"/>
                  </a:lnTo>
                  <a:cubicBezTo>
                    <a:pt x="23916" y="44"/>
                    <a:pt x="23923" y="37"/>
                    <a:pt x="23923" y="24"/>
                  </a:cubicBezTo>
                  <a:cubicBezTo>
                    <a:pt x="23923" y="17"/>
                    <a:pt x="23916" y="1"/>
                    <a:pt x="2390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42"/>
            <p:cNvSpPr/>
            <p:nvPr/>
          </p:nvSpPr>
          <p:spPr>
            <a:xfrm>
              <a:off x="3505332" y="7136680"/>
              <a:ext cx="3149292" cy="1019309"/>
            </a:xfrm>
            <a:custGeom>
              <a:avLst/>
              <a:gdLst/>
              <a:ahLst/>
              <a:cxnLst/>
              <a:rect l="l" t="t" r="r" b="b"/>
              <a:pathLst>
                <a:path w="25128" h="8133" extrusionOk="0">
                  <a:moveTo>
                    <a:pt x="19806" y="1"/>
                  </a:moveTo>
                  <a:cubicBezTo>
                    <a:pt x="10653" y="1"/>
                    <a:pt x="3972" y="3598"/>
                    <a:pt x="8" y="8098"/>
                  </a:cubicBezTo>
                  <a:cubicBezTo>
                    <a:pt x="1" y="8105"/>
                    <a:pt x="8" y="8119"/>
                    <a:pt x="14" y="8126"/>
                  </a:cubicBezTo>
                  <a:cubicBezTo>
                    <a:pt x="18" y="8130"/>
                    <a:pt x="23" y="8132"/>
                    <a:pt x="29" y="8132"/>
                  </a:cubicBezTo>
                  <a:cubicBezTo>
                    <a:pt x="34" y="8132"/>
                    <a:pt x="40" y="8130"/>
                    <a:pt x="44" y="8126"/>
                  </a:cubicBezTo>
                  <a:cubicBezTo>
                    <a:pt x="4002" y="3634"/>
                    <a:pt x="10669" y="37"/>
                    <a:pt x="19806" y="37"/>
                  </a:cubicBezTo>
                  <a:cubicBezTo>
                    <a:pt x="21488" y="37"/>
                    <a:pt x="23258" y="160"/>
                    <a:pt x="25107" y="420"/>
                  </a:cubicBezTo>
                  <a:cubicBezTo>
                    <a:pt x="25108" y="421"/>
                    <a:pt x="25110" y="422"/>
                    <a:pt x="25111" y="422"/>
                  </a:cubicBezTo>
                  <a:cubicBezTo>
                    <a:pt x="25119" y="422"/>
                    <a:pt x="25128" y="410"/>
                    <a:pt x="25128" y="404"/>
                  </a:cubicBezTo>
                  <a:cubicBezTo>
                    <a:pt x="25128" y="391"/>
                    <a:pt x="25121" y="384"/>
                    <a:pt x="25107" y="384"/>
                  </a:cubicBezTo>
                  <a:cubicBezTo>
                    <a:pt x="23258" y="124"/>
                    <a:pt x="21488" y="1"/>
                    <a:pt x="1980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42"/>
            <p:cNvSpPr/>
            <p:nvPr/>
          </p:nvSpPr>
          <p:spPr>
            <a:xfrm>
              <a:off x="3640061" y="7328560"/>
              <a:ext cx="3149543" cy="1019309"/>
            </a:xfrm>
            <a:custGeom>
              <a:avLst/>
              <a:gdLst/>
              <a:ahLst/>
              <a:cxnLst/>
              <a:rect l="l" t="t" r="r" b="b"/>
              <a:pathLst>
                <a:path w="25130" h="8133" extrusionOk="0">
                  <a:moveTo>
                    <a:pt x="19806" y="0"/>
                  </a:moveTo>
                  <a:cubicBezTo>
                    <a:pt x="10655" y="0"/>
                    <a:pt x="3974" y="3597"/>
                    <a:pt x="9" y="8097"/>
                  </a:cubicBezTo>
                  <a:cubicBezTo>
                    <a:pt x="0" y="8104"/>
                    <a:pt x="0" y="8120"/>
                    <a:pt x="9" y="8127"/>
                  </a:cubicBezTo>
                  <a:cubicBezTo>
                    <a:pt x="13" y="8130"/>
                    <a:pt x="18" y="8132"/>
                    <a:pt x="23" y="8132"/>
                  </a:cubicBezTo>
                  <a:cubicBezTo>
                    <a:pt x="28" y="8132"/>
                    <a:pt x="33" y="8130"/>
                    <a:pt x="37" y="8127"/>
                  </a:cubicBezTo>
                  <a:cubicBezTo>
                    <a:pt x="3996" y="3627"/>
                    <a:pt x="10662" y="37"/>
                    <a:pt x="19806" y="37"/>
                  </a:cubicBezTo>
                  <a:cubicBezTo>
                    <a:pt x="21489" y="37"/>
                    <a:pt x="23252" y="160"/>
                    <a:pt x="25102" y="420"/>
                  </a:cubicBezTo>
                  <a:cubicBezTo>
                    <a:pt x="25116" y="420"/>
                    <a:pt x="25123" y="413"/>
                    <a:pt x="25123" y="406"/>
                  </a:cubicBezTo>
                  <a:cubicBezTo>
                    <a:pt x="25130" y="390"/>
                    <a:pt x="25123" y="383"/>
                    <a:pt x="25109" y="383"/>
                  </a:cubicBezTo>
                  <a:cubicBezTo>
                    <a:pt x="23259" y="123"/>
                    <a:pt x="21489" y="0"/>
                    <a:pt x="198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42"/>
            <p:cNvSpPr/>
            <p:nvPr/>
          </p:nvSpPr>
          <p:spPr>
            <a:xfrm>
              <a:off x="2910515" y="6801672"/>
              <a:ext cx="2964806" cy="1236506"/>
            </a:xfrm>
            <a:custGeom>
              <a:avLst/>
              <a:gdLst/>
              <a:ahLst/>
              <a:cxnLst/>
              <a:rect l="l" t="t" r="r" b="b"/>
              <a:pathLst>
                <a:path w="23656" h="9866" extrusionOk="0">
                  <a:moveTo>
                    <a:pt x="23633" y="0"/>
                  </a:moveTo>
                  <a:cubicBezTo>
                    <a:pt x="19655" y="110"/>
                    <a:pt x="15942" y="406"/>
                    <a:pt x="12128" y="1750"/>
                  </a:cubicBezTo>
                  <a:cubicBezTo>
                    <a:pt x="8314" y="3093"/>
                    <a:pt x="4400" y="5490"/>
                    <a:pt x="14" y="9831"/>
                  </a:cubicBezTo>
                  <a:cubicBezTo>
                    <a:pt x="0" y="9838"/>
                    <a:pt x="0" y="9845"/>
                    <a:pt x="14" y="9861"/>
                  </a:cubicBezTo>
                  <a:cubicBezTo>
                    <a:pt x="18" y="9864"/>
                    <a:pt x="22" y="9866"/>
                    <a:pt x="26" y="9866"/>
                  </a:cubicBezTo>
                  <a:cubicBezTo>
                    <a:pt x="30" y="9866"/>
                    <a:pt x="33" y="9864"/>
                    <a:pt x="37" y="9861"/>
                  </a:cubicBezTo>
                  <a:cubicBezTo>
                    <a:pt x="4421" y="5527"/>
                    <a:pt x="8328" y="3128"/>
                    <a:pt x="12142" y="1784"/>
                  </a:cubicBezTo>
                  <a:cubicBezTo>
                    <a:pt x="15949" y="441"/>
                    <a:pt x="19655" y="153"/>
                    <a:pt x="23633" y="37"/>
                  </a:cubicBezTo>
                  <a:cubicBezTo>
                    <a:pt x="23649" y="37"/>
                    <a:pt x="23656" y="30"/>
                    <a:pt x="23656" y="16"/>
                  </a:cubicBezTo>
                  <a:cubicBezTo>
                    <a:pt x="23656" y="7"/>
                    <a:pt x="23649" y="0"/>
                    <a:pt x="236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42"/>
            <p:cNvSpPr/>
            <p:nvPr/>
          </p:nvSpPr>
          <p:spPr>
            <a:xfrm>
              <a:off x="3079711" y="6944799"/>
              <a:ext cx="2713269" cy="1345543"/>
            </a:xfrm>
            <a:custGeom>
              <a:avLst/>
              <a:gdLst/>
              <a:ahLst/>
              <a:cxnLst/>
              <a:rect l="l" t="t" r="r" b="b"/>
              <a:pathLst>
                <a:path w="21649" h="10736" extrusionOk="0">
                  <a:moveTo>
                    <a:pt x="21626" y="1"/>
                  </a:moveTo>
                  <a:cubicBezTo>
                    <a:pt x="13191" y="282"/>
                    <a:pt x="4291" y="4232"/>
                    <a:pt x="8" y="10705"/>
                  </a:cubicBezTo>
                  <a:cubicBezTo>
                    <a:pt x="1" y="10712"/>
                    <a:pt x="8" y="10726"/>
                    <a:pt x="16" y="10733"/>
                  </a:cubicBezTo>
                  <a:cubicBezTo>
                    <a:pt x="18" y="10735"/>
                    <a:pt x="21" y="10736"/>
                    <a:pt x="24" y="10736"/>
                  </a:cubicBezTo>
                  <a:cubicBezTo>
                    <a:pt x="31" y="10736"/>
                    <a:pt x="39" y="10731"/>
                    <a:pt x="44" y="10726"/>
                  </a:cubicBezTo>
                  <a:cubicBezTo>
                    <a:pt x="4314" y="4276"/>
                    <a:pt x="13198" y="318"/>
                    <a:pt x="21626" y="44"/>
                  </a:cubicBezTo>
                  <a:cubicBezTo>
                    <a:pt x="21642" y="44"/>
                    <a:pt x="21649" y="36"/>
                    <a:pt x="21649" y="22"/>
                  </a:cubicBezTo>
                  <a:cubicBezTo>
                    <a:pt x="21649" y="15"/>
                    <a:pt x="21642" y="1"/>
                    <a:pt x="2162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3" name="Google Shape;543;p42"/>
          <p:cNvGrpSpPr/>
          <p:nvPr/>
        </p:nvGrpSpPr>
        <p:grpSpPr>
          <a:xfrm>
            <a:off x="64544" y="4849173"/>
            <a:ext cx="330354" cy="241448"/>
            <a:chOff x="2300825" y="4105475"/>
            <a:chExt cx="103475" cy="75625"/>
          </a:xfrm>
        </p:grpSpPr>
        <p:sp>
          <p:nvSpPr>
            <p:cNvPr id="544" name="Google Shape;544;p42"/>
            <p:cNvSpPr/>
            <p:nvPr/>
          </p:nvSpPr>
          <p:spPr>
            <a:xfrm>
              <a:off x="2300825" y="4105475"/>
              <a:ext cx="103475" cy="75625"/>
            </a:xfrm>
            <a:custGeom>
              <a:avLst/>
              <a:gdLst/>
              <a:ahLst/>
              <a:cxnLst/>
              <a:rect l="l" t="t" r="r" b="b"/>
              <a:pathLst>
                <a:path w="4139" h="3025" extrusionOk="0">
                  <a:moveTo>
                    <a:pt x="2777" y="0"/>
                  </a:moveTo>
                  <a:cubicBezTo>
                    <a:pt x="2352" y="0"/>
                    <a:pt x="1858" y="145"/>
                    <a:pt x="1394" y="433"/>
                  </a:cubicBezTo>
                  <a:cubicBezTo>
                    <a:pt x="455" y="1019"/>
                    <a:pt x="1" y="1972"/>
                    <a:pt x="368" y="2572"/>
                  </a:cubicBezTo>
                  <a:cubicBezTo>
                    <a:pt x="559" y="2872"/>
                    <a:pt x="925" y="3024"/>
                    <a:pt x="1362" y="3024"/>
                  </a:cubicBezTo>
                  <a:cubicBezTo>
                    <a:pt x="1785" y="3024"/>
                    <a:pt x="2275" y="2881"/>
                    <a:pt x="2738" y="2593"/>
                  </a:cubicBezTo>
                  <a:cubicBezTo>
                    <a:pt x="3677" y="2009"/>
                    <a:pt x="4139" y="1048"/>
                    <a:pt x="3764" y="456"/>
                  </a:cubicBezTo>
                  <a:cubicBezTo>
                    <a:pt x="3577" y="152"/>
                    <a:pt x="3213" y="0"/>
                    <a:pt x="27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42"/>
            <p:cNvSpPr/>
            <p:nvPr/>
          </p:nvSpPr>
          <p:spPr>
            <a:xfrm>
              <a:off x="2323025" y="4118950"/>
              <a:ext cx="45350" cy="30775"/>
            </a:xfrm>
            <a:custGeom>
              <a:avLst/>
              <a:gdLst/>
              <a:ahLst/>
              <a:cxnLst/>
              <a:rect l="l" t="t" r="r" b="b"/>
              <a:pathLst>
                <a:path w="1814" h="1231" extrusionOk="0">
                  <a:moveTo>
                    <a:pt x="1369" y="1"/>
                  </a:moveTo>
                  <a:cubicBezTo>
                    <a:pt x="1172" y="1"/>
                    <a:pt x="918" y="80"/>
                    <a:pt x="673" y="234"/>
                  </a:cubicBezTo>
                  <a:cubicBezTo>
                    <a:pt x="239" y="509"/>
                    <a:pt x="0" y="891"/>
                    <a:pt x="130" y="1101"/>
                  </a:cubicBezTo>
                  <a:cubicBezTo>
                    <a:pt x="185" y="1188"/>
                    <a:pt x="296" y="1230"/>
                    <a:pt x="438" y="1230"/>
                  </a:cubicBezTo>
                  <a:cubicBezTo>
                    <a:pt x="636" y="1230"/>
                    <a:pt x="894" y="1148"/>
                    <a:pt x="1143" y="993"/>
                  </a:cubicBezTo>
                  <a:cubicBezTo>
                    <a:pt x="1576" y="726"/>
                    <a:pt x="1813" y="343"/>
                    <a:pt x="1683" y="133"/>
                  </a:cubicBezTo>
                  <a:cubicBezTo>
                    <a:pt x="1628" y="44"/>
                    <a:pt x="1514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6" name="Google Shape;546;p42"/>
          <p:cNvGrpSpPr/>
          <p:nvPr/>
        </p:nvGrpSpPr>
        <p:grpSpPr>
          <a:xfrm>
            <a:off x="1135463" y="4773457"/>
            <a:ext cx="211059" cy="134662"/>
            <a:chOff x="2097475" y="4160575"/>
            <a:chExt cx="80600" cy="51425"/>
          </a:xfrm>
        </p:grpSpPr>
        <p:sp>
          <p:nvSpPr>
            <p:cNvPr id="547" name="Google Shape;547;p42"/>
            <p:cNvSpPr/>
            <p:nvPr/>
          </p:nvSpPr>
          <p:spPr>
            <a:xfrm>
              <a:off x="2097475" y="4160575"/>
              <a:ext cx="80600" cy="51425"/>
            </a:xfrm>
            <a:custGeom>
              <a:avLst/>
              <a:gdLst/>
              <a:ahLst/>
              <a:cxnLst/>
              <a:rect l="l" t="t" r="r" b="b"/>
              <a:pathLst>
                <a:path w="3224" h="2057" extrusionOk="0">
                  <a:moveTo>
                    <a:pt x="1229" y="1"/>
                  </a:moveTo>
                  <a:cubicBezTo>
                    <a:pt x="703" y="1"/>
                    <a:pt x="274" y="212"/>
                    <a:pt x="160" y="578"/>
                  </a:cubicBezTo>
                  <a:cubicBezTo>
                    <a:pt x="1" y="1082"/>
                    <a:pt x="521" y="1696"/>
                    <a:pt x="1324" y="1949"/>
                  </a:cubicBezTo>
                  <a:cubicBezTo>
                    <a:pt x="1555" y="2022"/>
                    <a:pt x="1784" y="2057"/>
                    <a:pt x="1997" y="2057"/>
                  </a:cubicBezTo>
                  <a:cubicBezTo>
                    <a:pt x="2523" y="2057"/>
                    <a:pt x="2951" y="1847"/>
                    <a:pt x="3064" y="1488"/>
                  </a:cubicBezTo>
                  <a:cubicBezTo>
                    <a:pt x="3224" y="975"/>
                    <a:pt x="2704" y="361"/>
                    <a:pt x="1901" y="108"/>
                  </a:cubicBezTo>
                  <a:cubicBezTo>
                    <a:pt x="1671" y="35"/>
                    <a:pt x="1442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42"/>
            <p:cNvSpPr/>
            <p:nvPr/>
          </p:nvSpPr>
          <p:spPr>
            <a:xfrm>
              <a:off x="2120250" y="4172550"/>
              <a:ext cx="35950" cy="19325"/>
            </a:xfrm>
            <a:custGeom>
              <a:avLst/>
              <a:gdLst/>
              <a:ahLst/>
              <a:cxnLst/>
              <a:rect l="l" t="t" r="r" b="b"/>
              <a:pathLst>
                <a:path w="1438" h="773" extrusionOk="0">
                  <a:moveTo>
                    <a:pt x="444" y="0"/>
                  </a:moveTo>
                  <a:cubicBezTo>
                    <a:pt x="242" y="0"/>
                    <a:pt x="88" y="62"/>
                    <a:pt x="50" y="177"/>
                  </a:cubicBezTo>
                  <a:cubicBezTo>
                    <a:pt x="0" y="359"/>
                    <a:pt x="253" y="596"/>
                    <a:pt x="614" y="713"/>
                  </a:cubicBezTo>
                  <a:cubicBezTo>
                    <a:pt x="744" y="753"/>
                    <a:pt x="872" y="772"/>
                    <a:pt x="985" y="772"/>
                  </a:cubicBezTo>
                  <a:cubicBezTo>
                    <a:pt x="1192" y="772"/>
                    <a:pt x="1350" y="709"/>
                    <a:pt x="1387" y="596"/>
                  </a:cubicBezTo>
                  <a:cubicBezTo>
                    <a:pt x="1437" y="416"/>
                    <a:pt x="1186" y="177"/>
                    <a:pt x="823" y="63"/>
                  </a:cubicBezTo>
                  <a:cubicBezTo>
                    <a:pt x="690" y="20"/>
                    <a:pt x="559" y="0"/>
                    <a:pt x="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9" name="Google Shape;549;p42"/>
          <p:cNvSpPr/>
          <p:nvPr/>
        </p:nvSpPr>
        <p:spPr>
          <a:xfrm>
            <a:off x="-140990" y="188150"/>
            <a:ext cx="1542180" cy="346854"/>
          </a:xfrm>
          <a:custGeom>
            <a:avLst/>
            <a:gdLst/>
            <a:ahLst/>
            <a:cxnLst/>
            <a:rect l="l" t="t" r="r" b="b"/>
            <a:pathLst>
              <a:path w="28258" h="5545" extrusionOk="0">
                <a:moveTo>
                  <a:pt x="10378" y="0"/>
                </a:moveTo>
                <a:cubicBezTo>
                  <a:pt x="8312" y="0"/>
                  <a:pt x="6398" y="1151"/>
                  <a:pt x="5310" y="3326"/>
                </a:cubicBezTo>
                <a:cubicBezTo>
                  <a:pt x="4474" y="2885"/>
                  <a:pt x="3683" y="2665"/>
                  <a:pt x="2977" y="2665"/>
                </a:cubicBezTo>
                <a:cubicBezTo>
                  <a:pt x="1507" y="2665"/>
                  <a:pt x="401" y="3622"/>
                  <a:pt x="1" y="5545"/>
                </a:cubicBezTo>
                <a:lnTo>
                  <a:pt x="28257" y="5545"/>
                </a:lnTo>
                <a:cubicBezTo>
                  <a:pt x="26931" y="3847"/>
                  <a:pt x="25535" y="3011"/>
                  <a:pt x="24074" y="3011"/>
                </a:cubicBezTo>
                <a:cubicBezTo>
                  <a:pt x="23363" y="3011"/>
                  <a:pt x="22637" y="3209"/>
                  <a:pt x="21895" y="3601"/>
                </a:cubicBezTo>
                <a:cubicBezTo>
                  <a:pt x="20794" y="1817"/>
                  <a:pt x="19594" y="928"/>
                  <a:pt x="18291" y="928"/>
                </a:cubicBezTo>
                <a:cubicBezTo>
                  <a:pt x="17352" y="928"/>
                  <a:pt x="16360" y="1389"/>
                  <a:pt x="15315" y="2308"/>
                </a:cubicBezTo>
                <a:cubicBezTo>
                  <a:pt x="13806" y="748"/>
                  <a:pt x="12042" y="0"/>
                  <a:pt x="10378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0" name="Google Shape;550;p42"/>
          <p:cNvGrpSpPr/>
          <p:nvPr/>
        </p:nvGrpSpPr>
        <p:grpSpPr>
          <a:xfrm rot="2013164">
            <a:off x="2525156" y="5111327"/>
            <a:ext cx="266989" cy="195129"/>
            <a:chOff x="2300825" y="4105475"/>
            <a:chExt cx="103475" cy="75625"/>
          </a:xfrm>
        </p:grpSpPr>
        <p:sp>
          <p:nvSpPr>
            <p:cNvPr id="551" name="Google Shape;551;p42"/>
            <p:cNvSpPr/>
            <p:nvPr/>
          </p:nvSpPr>
          <p:spPr>
            <a:xfrm>
              <a:off x="2300825" y="4105475"/>
              <a:ext cx="103475" cy="75625"/>
            </a:xfrm>
            <a:custGeom>
              <a:avLst/>
              <a:gdLst/>
              <a:ahLst/>
              <a:cxnLst/>
              <a:rect l="l" t="t" r="r" b="b"/>
              <a:pathLst>
                <a:path w="4139" h="3025" extrusionOk="0">
                  <a:moveTo>
                    <a:pt x="2777" y="0"/>
                  </a:moveTo>
                  <a:cubicBezTo>
                    <a:pt x="2352" y="0"/>
                    <a:pt x="1858" y="145"/>
                    <a:pt x="1394" y="433"/>
                  </a:cubicBezTo>
                  <a:cubicBezTo>
                    <a:pt x="455" y="1019"/>
                    <a:pt x="1" y="1972"/>
                    <a:pt x="368" y="2572"/>
                  </a:cubicBezTo>
                  <a:cubicBezTo>
                    <a:pt x="559" y="2872"/>
                    <a:pt x="925" y="3024"/>
                    <a:pt x="1362" y="3024"/>
                  </a:cubicBezTo>
                  <a:cubicBezTo>
                    <a:pt x="1785" y="3024"/>
                    <a:pt x="2275" y="2881"/>
                    <a:pt x="2738" y="2593"/>
                  </a:cubicBezTo>
                  <a:cubicBezTo>
                    <a:pt x="3677" y="2009"/>
                    <a:pt x="4139" y="1048"/>
                    <a:pt x="3764" y="456"/>
                  </a:cubicBezTo>
                  <a:cubicBezTo>
                    <a:pt x="3577" y="152"/>
                    <a:pt x="3213" y="0"/>
                    <a:pt x="27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42"/>
            <p:cNvSpPr/>
            <p:nvPr/>
          </p:nvSpPr>
          <p:spPr>
            <a:xfrm>
              <a:off x="2323025" y="4118950"/>
              <a:ext cx="45350" cy="30775"/>
            </a:xfrm>
            <a:custGeom>
              <a:avLst/>
              <a:gdLst/>
              <a:ahLst/>
              <a:cxnLst/>
              <a:rect l="l" t="t" r="r" b="b"/>
              <a:pathLst>
                <a:path w="1814" h="1231" extrusionOk="0">
                  <a:moveTo>
                    <a:pt x="1369" y="1"/>
                  </a:moveTo>
                  <a:cubicBezTo>
                    <a:pt x="1172" y="1"/>
                    <a:pt x="918" y="80"/>
                    <a:pt x="673" y="234"/>
                  </a:cubicBezTo>
                  <a:cubicBezTo>
                    <a:pt x="239" y="509"/>
                    <a:pt x="0" y="891"/>
                    <a:pt x="130" y="1101"/>
                  </a:cubicBezTo>
                  <a:cubicBezTo>
                    <a:pt x="185" y="1188"/>
                    <a:pt x="296" y="1230"/>
                    <a:pt x="438" y="1230"/>
                  </a:cubicBezTo>
                  <a:cubicBezTo>
                    <a:pt x="636" y="1230"/>
                    <a:pt x="894" y="1148"/>
                    <a:pt x="1143" y="993"/>
                  </a:cubicBezTo>
                  <a:cubicBezTo>
                    <a:pt x="1576" y="726"/>
                    <a:pt x="1813" y="343"/>
                    <a:pt x="1683" y="133"/>
                  </a:cubicBezTo>
                  <a:cubicBezTo>
                    <a:pt x="1628" y="44"/>
                    <a:pt x="1514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3" name="Google Shape;553;p42"/>
          <p:cNvGrpSpPr/>
          <p:nvPr/>
        </p:nvGrpSpPr>
        <p:grpSpPr>
          <a:xfrm rot="-875513">
            <a:off x="3390136" y="5141558"/>
            <a:ext cx="211056" cy="134660"/>
            <a:chOff x="2097475" y="4160575"/>
            <a:chExt cx="80600" cy="51425"/>
          </a:xfrm>
        </p:grpSpPr>
        <p:sp>
          <p:nvSpPr>
            <p:cNvPr id="554" name="Google Shape;554;p42"/>
            <p:cNvSpPr/>
            <p:nvPr/>
          </p:nvSpPr>
          <p:spPr>
            <a:xfrm>
              <a:off x="2097475" y="4160575"/>
              <a:ext cx="80600" cy="51425"/>
            </a:xfrm>
            <a:custGeom>
              <a:avLst/>
              <a:gdLst/>
              <a:ahLst/>
              <a:cxnLst/>
              <a:rect l="l" t="t" r="r" b="b"/>
              <a:pathLst>
                <a:path w="3224" h="2057" extrusionOk="0">
                  <a:moveTo>
                    <a:pt x="1229" y="1"/>
                  </a:moveTo>
                  <a:cubicBezTo>
                    <a:pt x="703" y="1"/>
                    <a:pt x="274" y="212"/>
                    <a:pt x="160" y="578"/>
                  </a:cubicBezTo>
                  <a:cubicBezTo>
                    <a:pt x="1" y="1082"/>
                    <a:pt x="521" y="1696"/>
                    <a:pt x="1324" y="1949"/>
                  </a:cubicBezTo>
                  <a:cubicBezTo>
                    <a:pt x="1555" y="2022"/>
                    <a:pt x="1784" y="2057"/>
                    <a:pt x="1997" y="2057"/>
                  </a:cubicBezTo>
                  <a:cubicBezTo>
                    <a:pt x="2523" y="2057"/>
                    <a:pt x="2951" y="1847"/>
                    <a:pt x="3064" y="1488"/>
                  </a:cubicBezTo>
                  <a:cubicBezTo>
                    <a:pt x="3224" y="975"/>
                    <a:pt x="2704" y="361"/>
                    <a:pt x="1901" y="108"/>
                  </a:cubicBezTo>
                  <a:cubicBezTo>
                    <a:pt x="1671" y="35"/>
                    <a:pt x="1442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42"/>
            <p:cNvSpPr/>
            <p:nvPr/>
          </p:nvSpPr>
          <p:spPr>
            <a:xfrm>
              <a:off x="2120250" y="4172550"/>
              <a:ext cx="35950" cy="19325"/>
            </a:xfrm>
            <a:custGeom>
              <a:avLst/>
              <a:gdLst/>
              <a:ahLst/>
              <a:cxnLst/>
              <a:rect l="l" t="t" r="r" b="b"/>
              <a:pathLst>
                <a:path w="1438" h="773" extrusionOk="0">
                  <a:moveTo>
                    <a:pt x="444" y="0"/>
                  </a:moveTo>
                  <a:cubicBezTo>
                    <a:pt x="242" y="0"/>
                    <a:pt x="88" y="62"/>
                    <a:pt x="50" y="177"/>
                  </a:cubicBezTo>
                  <a:cubicBezTo>
                    <a:pt x="0" y="359"/>
                    <a:pt x="253" y="596"/>
                    <a:pt x="614" y="713"/>
                  </a:cubicBezTo>
                  <a:cubicBezTo>
                    <a:pt x="744" y="753"/>
                    <a:pt x="872" y="772"/>
                    <a:pt x="985" y="772"/>
                  </a:cubicBezTo>
                  <a:cubicBezTo>
                    <a:pt x="1192" y="772"/>
                    <a:pt x="1350" y="709"/>
                    <a:pt x="1387" y="596"/>
                  </a:cubicBezTo>
                  <a:cubicBezTo>
                    <a:pt x="1437" y="416"/>
                    <a:pt x="1186" y="177"/>
                    <a:pt x="823" y="63"/>
                  </a:cubicBezTo>
                  <a:cubicBezTo>
                    <a:pt x="690" y="20"/>
                    <a:pt x="559" y="0"/>
                    <a:pt x="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6" name="Google Shape;556;p42"/>
          <p:cNvSpPr/>
          <p:nvPr/>
        </p:nvSpPr>
        <p:spPr>
          <a:xfrm flipH="1">
            <a:off x="-827090" y="2816837"/>
            <a:ext cx="1542180" cy="346854"/>
          </a:xfrm>
          <a:custGeom>
            <a:avLst/>
            <a:gdLst/>
            <a:ahLst/>
            <a:cxnLst/>
            <a:rect l="l" t="t" r="r" b="b"/>
            <a:pathLst>
              <a:path w="28258" h="5545" extrusionOk="0">
                <a:moveTo>
                  <a:pt x="10378" y="0"/>
                </a:moveTo>
                <a:cubicBezTo>
                  <a:pt x="8312" y="0"/>
                  <a:pt x="6398" y="1151"/>
                  <a:pt x="5310" y="3326"/>
                </a:cubicBezTo>
                <a:cubicBezTo>
                  <a:pt x="4474" y="2885"/>
                  <a:pt x="3683" y="2665"/>
                  <a:pt x="2977" y="2665"/>
                </a:cubicBezTo>
                <a:cubicBezTo>
                  <a:pt x="1507" y="2665"/>
                  <a:pt x="401" y="3622"/>
                  <a:pt x="1" y="5545"/>
                </a:cubicBezTo>
                <a:lnTo>
                  <a:pt x="28257" y="5545"/>
                </a:lnTo>
                <a:cubicBezTo>
                  <a:pt x="26931" y="3847"/>
                  <a:pt x="25535" y="3011"/>
                  <a:pt x="24074" y="3011"/>
                </a:cubicBezTo>
                <a:cubicBezTo>
                  <a:pt x="23363" y="3011"/>
                  <a:pt x="22637" y="3209"/>
                  <a:pt x="21895" y="3601"/>
                </a:cubicBezTo>
                <a:cubicBezTo>
                  <a:pt x="20794" y="1817"/>
                  <a:pt x="19594" y="928"/>
                  <a:pt x="18291" y="928"/>
                </a:cubicBezTo>
                <a:cubicBezTo>
                  <a:pt x="17352" y="928"/>
                  <a:pt x="16360" y="1389"/>
                  <a:pt x="15315" y="2308"/>
                </a:cubicBezTo>
                <a:cubicBezTo>
                  <a:pt x="13806" y="748"/>
                  <a:pt x="12042" y="0"/>
                  <a:pt x="10378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42"/>
          <p:cNvSpPr txBox="1">
            <a:spLocks noGrp="1"/>
          </p:cNvSpPr>
          <p:nvPr>
            <p:ph type="ctrTitle"/>
          </p:nvPr>
        </p:nvSpPr>
        <p:spPr>
          <a:xfrm>
            <a:off x="771450" y="458800"/>
            <a:ext cx="4173300" cy="14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58" name="Google Shape;558;p42"/>
          <p:cNvSpPr txBox="1">
            <a:spLocks noGrp="1"/>
          </p:cNvSpPr>
          <p:nvPr>
            <p:ph type="subTitle" idx="1"/>
          </p:nvPr>
        </p:nvSpPr>
        <p:spPr>
          <a:xfrm>
            <a:off x="771450" y="2711700"/>
            <a:ext cx="3618000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59" name="Google Shape;559;p42"/>
          <p:cNvSpPr txBox="1">
            <a:spLocks noGrp="1"/>
          </p:cNvSpPr>
          <p:nvPr>
            <p:ph type="subTitle" idx="2"/>
          </p:nvPr>
        </p:nvSpPr>
        <p:spPr>
          <a:xfrm>
            <a:off x="771450" y="2078200"/>
            <a:ext cx="34545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4"/>
          <p:cNvSpPr/>
          <p:nvPr/>
        </p:nvSpPr>
        <p:spPr>
          <a:xfrm>
            <a:off x="352200" y="207925"/>
            <a:ext cx="2283798" cy="532924"/>
          </a:xfrm>
          <a:custGeom>
            <a:avLst/>
            <a:gdLst/>
            <a:ahLst/>
            <a:cxnLst/>
            <a:rect l="l" t="t" r="r" b="b"/>
            <a:pathLst>
              <a:path w="28455" h="4865" extrusionOk="0">
                <a:moveTo>
                  <a:pt x="18226" y="0"/>
                </a:moveTo>
                <a:cubicBezTo>
                  <a:pt x="16791" y="0"/>
                  <a:pt x="14567" y="945"/>
                  <a:pt x="11645" y="3580"/>
                </a:cubicBezTo>
                <a:cubicBezTo>
                  <a:pt x="11972" y="2555"/>
                  <a:pt x="11763" y="2033"/>
                  <a:pt x="10999" y="2033"/>
                </a:cubicBezTo>
                <a:cubicBezTo>
                  <a:pt x="10243" y="2033"/>
                  <a:pt x="8946" y="2542"/>
                  <a:pt x="7088" y="3580"/>
                </a:cubicBezTo>
                <a:cubicBezTo>
                  <a:pt x="7296" y="2950"/>
                  <a:pt x="7225" y="2536"/>
                  <a:pt x="6626" y="2536"/>
                </a:cubicBezTo>
                <a:cubicBezTo>
                  <a:pt x="5981" y="2536"/>
                  <a:pt x="4724" y="3016"/>
                  <a:pt x="2544" y="4221"/>
                </a:cubicBezTo>
                <a:cubicBezTo>
                  <a:pt x="2882" y="3683"/>
                  <a:pt x="2896" y="3441"/>
                  <a:pt x="2648" y="3441"/>
                </a:cubicBezTo>
                <a:cubicBezTo>
                  <a:pt x="2280" y="3441"/>
                  <a:pt x="1334" y="3972"/>
                  <a:pt x="1" y="4864"/>
                </a:cubicBezTo>
                <a:lnTo>
                  <a:pt x="27167" y="4864"/>
                </a:lnTo>
                <a:cubicBezTo>
                  <a:pt x="28455" y="3310"/>
                  <a:pt x="28409" y="2484"/>
                  <a:pt x="26845" y="2484"/>
                </a:cubicBezTo>
                <a:cubicBezTo>
                  <a:pt x="25741" y="2484"/>
                  <a:pt x="23881" y="2895"/>
                  <a:pt x="21200" y="3753"/>
                </a:cubicBezTo>
                <a:cubicBezTo>
                  <a:pt x="21915" y="3068"/>
                  <a:pt x="21868" y="2531"/>
                  <a:pt x="21296" y="2531"/>
                </a:cubicBezTo>
                <a:cubicBezTo>
                  <a:pt x="20897" y="2531"/>
                  <a:pt x="20241" y="2793"/>
                  <a:pt x="19409" y="3450"/>
                </a:cubicBezTo>
                <a:cubicBezTo>
                  <a:pt x="20684" y="1806"/>
                  <a:pt x="20209" y="0"/>
                  <a:pt x="18226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44"/>
          <p:cNvSpPr/>
          <p:nvPr/>
        </p:nvSpPr>
        <p:spPr>
          <a:xfrm>
            <a:off x="-57500" y="3765021"/>
            <a:ext cx="9259000" cy="1445356"/>
          </a:xfrm>
          <a:custGeom>
            <a:avLst/>
            <a:gdLst/>
            <a:ahLst/>
            <a:cxnLst/>
            <a:rect l="l" t="t" r="r" b="b"/>
            <a:pathLst>
              <a:path w="57554" h="20117" extrusionOk="0">
                <a:moveTo>
                  <a:pt x="1" y="0"/>
                </a:moveTo>
                <a:lnTo>
                  <a:pt x="1" y="20116"/>
                </a:lnTo>
                <a:lnTo>
                  <a:pt x="57554" y="20116"/>
                </a:lnTo>
                <a:lnTo>
                  <a:pt x="57554" y="0"/>
                </a:lnTo>
                <a:cubicBezTo>
                  <a:pt x="53249" y="6588"/>
                  <a:pt x="41989" y="11289"/>
                  <a:pt x="28777" y="11289"/>
                </a:cubicBezTo>
                <a:cubicBezTo>
                  <a:pt x="15566" y="11289"/>
                  <a:pt x="4307" y="6588"/>
                  <a:pt x="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44"/>
          <p:cNvSpPr/>
          <p:nvPr/>
        </p:nvSpPr>
        <p:spPr>
          <a:xfrm flipH="1">
            <a:off x="4712275" y="4335851"/>
            <a:ext cx="4653825" cy="1115925"/>
          </a:xfrm>
          <a:custGeom>
            <a:avLst/>
            <a:gdLst/>
            <a:ahLst/>
            <a:cxnLst/>
            <a:rect l="l" t="t" r="r" b="b"/>
            <a:pathLst>
              <a:path w="47745" h="13737" extrusionOk="0">
                <a:moveTo>
                  <a:pt x="3987" y="0"/>
                </a:moveTo>
                <a:cubicBezTo>
                  <a:pt x="2591" y="0"/>
                  <a:pt x="1175" y="489"/>
                  <a:pt x="0" y="1392"/>
                </a:cubicBezTo>
                <a:lnTo>
                  <a:pt x="0" y="13737"/>
                </a:lnTo>
                <a:lnTo>
                  <a:pt x="47745" y="12986"/>
                </a:lnTo>
                <a:cubicBezTo>
                  <a:pt x="47138" y="9432"/>
                  <a:pt x="42262" y="9114"/>
                  <a:pt x="42262" y="9114"/>
                </a:cubicBezTo>
                <a:cubicBezTo>
                  <a:pt x="42235" y="7520"/>
                  <a:pt x="41388" y="6795"/>
                  <a:pt x="40476" y="6795"/>
                </a:cubicBezTo>
                <a:cubicBezTo>
                  <a:pt x="40122" y="6795"/>
                  <a:pt x="39759" y="6903"/>
                  <a:pt x="39431" y="7113"/>
                </a:cubicBezTo>
                <a:cubicBezTo>
                  <a:pt x="39086" y="5805"/>
                  <a:pt x="38293" y="5098"/>
                  <a:pt x="37487" y="5098"/>
                </a:cubicBezTo>
                <a:cubicBezTo>
                  <a:pt x="36874" y="5098"/>
                  <a:pt x="36254" y="5508"/>
                  <a:pt x="35820" y="6376"/>
                </a:cubicBezTo>
                <a:cubicBezTo>
                  <a:pt x="35550" y="6023"/>
                  <a:pt x="35159" y="5841"/>
                  <a:pt x="34758" y="5841"/>
                </a:cubicBezTo>
                <a:cubicBezTo>
                  <a:pt x="34075" y="5841"/>
                  <a:pt x="33361" y="6370"/>
                  <a:pt x="33161" y="7489"/>
                </a:cubicBezTo>
                <a:cubicBezTo>
                  <a:pt x="32387" y="6565"/>
                  <a:pt x="31634" y="6119"/>
                  <a:pt x="30902" y="6119"/>
                </a:cubicBezTo>
                <a:cubicBezTo>
                  <a:pt x="30146" y="6119"/>
                  <a:pt x="29413" y="6596"/>
                  <a:pt x="28704" y="7517"/>
                </a:cubicBezTo>
                <a:cubicBezTo>
                  <a:pt x="27974" y="6365"/>
                  <a:pt x="26783" y="5425"/>
                  <a:pt x="25517" y="5425"/>
                </a:cubicBezTo>
                <a:cubicBezTo>
                  <a:pt x="24616" y="5425"/>
                  <a:pt x="23677" y="5901"/>
                  <a:pt x="22839" y="7113"/>
                </a:cubicBezTo>
                <a:cubicBezTo>
                  <a:pt x="22375" y="6239"/>
                  <a:pt x="21812" y="5905"/>
                  <a:pt x="21188" y="5905"/>
                </a:cubicBezTo>
                <a:cubicBezTo>
                  <a:pt x="20724" y="5905"/>
                  <a:pt x="20227" y="6090"/>
                  <a:pt x="19712" y="6376"/>
                </a:cubicBezTo>
                <a:cubicBezTo>
                  <a:pt x="18956" y="4354"/>
                  <a:pt x="17298" y="3044"/>
                  <a:pt x="15579" y="3044"/>
                </a:cubicBezTo>
                <a:cubicBezTo>
                  <a:pt x="14473" y="3044"/>
                  <a:pt x="13342" y="3586"/>
                  <a:pt x="12409" y="4830"/>
                </a:cubicBezTo>
                <a:cubicBezTo>
                  <a:pt x="12032" y="4253"/>
                  <a:pt x="11570" y="3995"/>
                  <a:pt x="11108" y="3995"/>
                </a:cubicBezTo>
                <a:cubicBezTo>
                  <a:pt x="10604" y="3995"/>
                  <a:pt x="10100" y="4300"/>
                  <a:pt x="9701" y="4830"/>
                </a:cubicBezTo>
                <a:cubicBezTo>
                  <a:pt x="8784" y="1481"/>
                  <a:pt x="6417" y="0"/>
                  <a:pt x="398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5" name="Google Shape;565;p44"/>
          <p:cNvGrpSpPr/>
          <p:nvPr/>
        </p:nvGrpSpPr>
        <p:grpSpPr>
          <a:xfrm>
            <a:off x="-1099207" y="4335851"/>
            <a:ext cx="6413833" cy="1031022"/>
            <a:chOff x="3527925" y="4608500"/>
            <a:chExt cx="6030306" cy="969371"/>
          </a:xfrm>
        </p:grpSpPr>
        <p:sp>
          <p:nvSpPr>
            <p:cNvPr id="566" name="Google Shape;566;p44"/>
            <p:cNvSpPr/>
            <p:nvPr/>
          </p:nvSpPr>
          <p:spPr>
            <a:xfrm>
              <a:off x="3527925" y="4608500"/>
              <a:ext cx="6030306" cy="969371"/>
            </a:xfrm>
            <a:custGeom>
              <a:avLst/>
              <a:gdLst/>
              <a:ahLst/>
              <a:cxnLst/>
              <a:rect l="l" t="t" r="r" b="b"/>
              <a:pathLst>
                <a:path w="45996" h="9492" extrusionOk="0">
                  <a:moveTo>
                    <a:pt x="34548" y="0"/>
                  </a:moveTo>
                  <a:cubicBezTo>
                    <a:pt x="33978" y="0"/>
                    <a:pt x="33404" y="262"/>
                    <a:pt x="32973" y="817"/>
                  </a:cubicBezTo>
                  <a:cubicBezTo>
                    <a:pt x="32624" y="515"/>
                    <a:pt x="32212" y="371"/>
                    <a:pt x="31798" y="371"/>
                  </a:cubicBezTo>
                  <a:cubicBezTo>
                    <a:pt x="30837" y="371"/>
                    <a:pt x="29865" y="1150"/>
                    <a:pt x="29643" y="2528"/>
                  </a:cubicBezTo>
                  <a:cubicBezTo>
                    <a:pt x="29082" y="1980"/>
                    <a:pt x="28493" y="1709"/>
                    <a:pt x="27964" y="1709"/>
                  </a:cubicBezTo>
                  <a:cubicBezTo>
                    <a:pt x="27205" y="1709"/>
                    <a:pt x="26569" y="2266"/>
                    <a:pt x="26313" y="3360"/>
                  </a:cubicBezTo>
                  <a:lnTo>
                    <a:pt x="23070" y="3714"/>
                  </a:lnTo>
                  <a:cubicBezTo>
                    <a:pt x="22576" y="2273"/>
                    <a:pt x="21469" y="1611"/>
                    <a:pt x="20300" y="1611"/>
                  </a:cubicBezTo>
                  <a:cubicBezTo>
                    <a:pt x="19693" y="1611"/>
                    <a:pt x="19069" y="1790"/>
                    <a:pt x="18505" y="2131"/>
                  </a:cubicBezTo>
                  <a:cubicBezTo>
                    <a:pt x="18216" y="1952"/>
                    <a:pt x="17889" y="1845"/>
                    <a:pt x="17573" y="1845"/>
                  </a:cubicBezTo>
                  <a:cubicBezTo>
                    <a:pt x="17085" y="1845"/>
                    <a:pt x="16622" y="2101"/>
                    <a:pt x="16359" y="2745"/>
                  </a:cubicBezTo>
                  <a:cubicBezTo>
                    <a:pt x="15960" y="1516"/>
                    <a:pt x="15153" y="962"/>
                    <a:pt x="14283" y="962"/>
                  </a:cubicBezTo>
                  <a:cubicBezTo>
                    <a:pt x="13661" y="962"/>
                    <a:pt x="13006" y="1246"/>
                    <a:pt x="12445" y="1770"/>
                  </a:cubicBezTo>
                  <a:cubicBezTo>
                    <a:pt x="12043" y="1223"/>
                    <a:pt x="11524" y="987"/>
                    <a:pt x="11026" y="987"/>
                  </a:cubicBezTo>
                  <a:cubicBezTo>
                    <a:pt x="10155" y="987"/>
                    <a:pt x="9346" y="1707"/>
                    <a:pt x="9332" y="2745"/>
                  </a:cubicBezTo>
                  <a:cubicBezTo>
                    <a:pt x="8882" y="2695"/>
                    <a:pt x="8455" y="2671"/>
                    <a:pt x="8049" y="2671"/>
                  </a:cubicBezTo>
                  <a:cubicBezTo>
                    <a:pt x="2212" y="2671"/>
                    <a:pt x="695" y="7534"/>
                    <a:pt x="0" y="9492"/>
                  </a:cubicBezTo>
                  <a:lnTo>
                    <a:pt x="44978" y="9145"/>
                  </a:lnTo>
                  <a:cubicBezTo>
                    <a:pt x="45996" y="6833"/>
                    <a:pt x="44275" y="5627"/>
                    <a:pt x="42653" y="5627"/>
                  </a:cubicBezTo>
                  <a:cubicBezTo>
                    <a:pt x="42020" y="5627"/>
                    <a:pt x="41402" y="5811"/>
                    <a:pt x="40968" y="6184"/>
                  </a:cubicBezTo>
                  <a:cubicBezTo>
                    <a:pt x="41288" y="5080"/>
                    <a:pt x="40781" y="4355"/>
                    <a:pt x="40132" y="4355"/>
                  </a:cubicBezTo>
                  <a:cubicBezTo>
                    <a:pt x="39867" y="4355"/>
                    <a:pt x="39580" y="4475"/>
                    <a:pt x="39315" y="4738"/>
                  </a:cubicBezTo>
                  <a:cubicBezTo>
                    <a:pt x="39501" y="3267"/>
                    <a:pt x="38702" y="2373"/>
                    <a:pt x="37592" y="2373"/>
                  </a:cubicBezTo>
                  <a:cubicBezTo>
                    <a:pt x="37328" y="2373"/>
                    <a:pt x="37047" y="2423"/>
                    <a:pt x="36758" y="2528"/>
                  </a:cubicBezTo>
                  <a:cubicBezTo>
                    <a:pt x="36664" y="911"/>
                    <a:pt x="35612" y="0"/>
                    <a:pt x="345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7" name="Google Shape;567;p44"/>
            <p:cNvGrpSpPr/>
            <p:nvPr/>
          </p:nvGrpSpPr>
          <p:grpSpPr>
            <a:xfrm rot="1447015">
              <a:off x="7679584" y="4760585"/>
              <a:ext cx="495419" cy="362102"/>
              <a:chOff x="2300825" y="4105475"/>
              <a:chExt cx="103475" cy="75625"/>
            </a:xfrm>
          </p:grpSpPr>
          <p:sp>
            <p:nvSpPr>
              <p:cNvPr id="568" name="Google Shape;568;p44"/>
              <p:cNvSpPr/>
              <p:nvPr/>
            </p:nvSpPr>
            <p:spPr>
              <a:xfrm>
                <a:off x="2300825" y="4105475"/>
                <a:ext cx="103475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4139" h="3025" extrusionOk="0">
                    <a:moveTo>
                      <a:pt x="2777" y="0"/>
                    </a:moveTo>
                    <a:cubicBezTo>
                      <a:pt x="2352" y="0"/>
                      <a:pt x="1858" y="145"/>
                      <a:pt x="1394" y="433"/>
                    </a:cubicBezTo>
                    <a:cubicBezTo>
                      <a:pt x="455" y="1019"/>
                      <a:pt x="1" y="1972"/>
                      <a:pt x="368" y="2572"/>
                    </a:cubicBezTo>
                    <a:cubicBezTo>
                      <a:pt x="559" y="2872"/>
                      <a:pt x="925" y="3024"/>
                      <a:pt x="1362" y="3024"/>
                    </a:cubicBezTo>
                    <a:cubicBezTo>
                      <a:pt x="1785" y="3024"/>
                      <a:pt x="2275" y="2881"/>
                      <a:pt x="2738" y="2593"/>
                    </a:cubicBezTo>
                    <a:cubicBezTo>
                      <a:pt x="3677" y="2009"/>
                      <a:pt x="4139" y="1048"/>
                      <a:pt x="3764" y="456"/>
                    </a:cubicBezTo>
                    <a:cubicBezTo>
                      <a:pt x="3577" y="152"/>
                      <a:pt x="3213" y="0"/>
                      <a:pt x="27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44"/>
              <p:cNvSpPr/>
              <p:nvPr/>
            </p:nvSpPr>
            <p:spPr>
              <a:xfrm>
                <a:off x="2323025" y="4118950"/>
                <a:ext cx="45350" cy="30775"/>
              </a:xfrm>
              <a:custGeom>
                <a:avLst/>
                <a:gdLst/>
                <a:ahLst/>
                <a:cxnLst/>
                <a:rect l="l" t="t" r="r" b="b"/>
                <a:pathLst>
                  <a:path w="1814" h="1231" extrusionOk="0">
                    <a:moveTo>
                      <a:pt x="1369" y="1"/>
                    </a:moveTo>
                    <a:cubicBezTo>
                      <a:pt x="1172" y="1"/>
                      <a:pt x="918" y="80"/>
                      <a:pt x="673" y="234"/>
                    </a:cubicBezTo>
                    <a:cubicBezTo>
                      <a:pt x="239" y="509"/>
                      <a:pt x="0" y="891"/>
                      <a:pt x="130" y="1101"/>
                    </a:cubicBezTo>
                    <a:cubicBezTo>
                      <a:pt x="185" y="1188"/>
                      <a:pt x="296" y="1230"/>
                      <a:pt x="438" y="1230"/>
                    </a:cubicBezTo>
                    <a:cubicBezTo>
                      <a:pt x="636" y="1230"/>
                      <a:pt x="894" y="1148"/>
                      <a:pt x="1143" y="993"/>
                    </a:cubicBezTo>
                    <a:cubicBezTo>
                      <a:pt x="1576" y="726"/>
                      <a:pt x="1813" y="343"/>
                      <a:pt x="1683" y="133"/>
                    </a:cubicBezTo>
                    <a:cubicBezTo>
                      <a:pt x="1628" y="44"/>
                      <a:pt x="1514" y="1"/>
                      <a:pt x="136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0" name="Google Shape;570;p44"/>
            <p:cNvGrpSpPr/>
            <p:nvPr/>
          </p:nvGrpSpPr>
          <p:grpSpPr>
            <a:xfrm>
              <a:off x="6029856" y="4934848"/>
              <a:ext cx="327035" cy="208652"/>
              <a:chOff x="2097475" y="4160575"/>
              <a:chExt cx="80600" cy="51425"/>
            </a:xfrm>
          </p:grpSpPr>
          <p:sp>
            <p:nvSpPr>
              <p:cNvPr id="571" name="Google Shape;571;p44"/>
              <p:cNvSpPr/>
              <p:nvPr/>
            </p:nvSpPr>
            <p:spPr>
              <a:xfrm>
                <a:off x="2097475" y="4160575"/>
                <a:ext cx="80600" cy="51425"/>
              </a:xfrm>
              <a:custGeom>
                <a:avLst/>
                <a:gdLst/>
                <a:ahLst/>
                <a:cxnLst/>
                <a:rect l="l" t="t" r="r" b="b"/>
                <a:pathLst>
                  <a:path w="3224" h="2057" extrusionOk="0">
                    <a:moveTo>
                      <a:pt x="1229" y="1"/>
                    </a:moveTo>
                    <a:cubicBezTo>
                      <a:pt x="703" y="1"/>
                      <a:pt x="274" y="212"/>
                      <a:pt x="160" y="578"/>
                    </a:cubicBezTo>
                    <a:cubicBezTo>
                      <a:pt x="1" y="1082"/>
                      <a:pt x="521" y="1696"/>
                      <a:pt x="1324" y="1949"/>
                    </a:cubicBezTo>
                    <a:cubicBezTo>
                      <a:pt x="1555" y="2022"/>
                      <a:pt x="1784" y="2057"/>
                      <a:pt x="1997" y="2057"/>
                    </a:cubicBezTo>
                    <a:cubicBezTo>
                      <a:pt x="2523" y="2057"/>
                      <a:pt x="2951" y="1847"/>
                      <a:pt x="3064" y="1488"/>
                    </a:cubicBezTo>
                    <a:cubicBezTo>
                      <a:pt x="3224" y="975"/>
                      <a:pt x="2704" y="361"/>
                      <a:pt x="1901" y="108"/>
                    </a:cubicBezTo>
                    <a:cubicBezTo>
                      <a:pt x="1671" y="35"/>
                      <a:pt x="1442" y="1"/>
                      <a:pt x="12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44"/>
              <p:cNvSpPr/>
              <p:nvPr/>
            </p:nvSpPr>
            <p:spPr>
              <a:xfrm>
                <a:off x="2120250" y="4172550"/>
                <a:ext cx="35950" cy="19325"/>
              </a:xfrm>
              <a:custGeom>
                <a:avLst/>
                <a:gdLst/>
                <a:ahLst/>
                <a:cxnLst/>
                <a:rect l="l" t="t" r="r" b="b"/>
                <a:pathLst>
                  <a:path w="1438" h="773" extrusionOk="0">
                    <a:moveTo>
                      <a:pt x="444" y="0"/>
                    </a:moveTo>
                    <a:cubicBezTo>
                      <a:pt x="242" y="0"/>
                      <a:pt x="88" y="62"/>
                      <a:pt x="50" y="177"/>
                    </a:cubicBezTo>
                    <a:cubicBezTo>
                      <a:pt x="0" y="359"/>
                      <a:pt x="253" y="596"/>
                      <a:pt x="614" y="713"/>
                    </a:cubicBezTo>
                    <a:cubicBezTo>
                      <a:pt x="744" y="753"/>
                      <a:pt x="872" y="772"/>
                      <a:pt x="985" y="772"/>
                    </a:cubicBezTo>
                    <a:cubicBezTo>
                      <a:pt x="1192" y="772"/>
                      <a:pt x="1350" y="709"/>
                      <a:pt x="1387" y="596"/>
                    </a:cubicBezTo>
                    <a:cubicBezTo>
                      <a:pt x="1437" y="416"/>
                      <a:pt x="1186" y="177"/>
                      <a:pt x="823" y="63"/>
                    </a:cubicBezTo>
                    <a:cubicBezTo>
                      <a:pt x="690" y="20"/>
                      <a:pt x="559" y="0"/>
                      <a:pt x="4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3" name="Google Shape;573;p44"/>
            <p:cNvGrpSpPr/>
            <p:nvPr/>
          </p:nvGrpSpPr>
          <p:grpSpPr>
            <a:xfrm rot="1447020">
              <a:off x="4174521" y="5039304"/>
              <a:ext cx="336609" cy="246036"/>
              <a:chOff x="2300825" y="4105475"/>
              <a:chExt cx="103475" cy="75625"/>
            </a:xfrm>
          </p:grpSpPr>
          <p:sp>
            <p:nvSpPr>
              <p:cNvPr id="574" name="Google Shape;574;p44"/>
              <p:cNvSpPr/>
              <p:nvPr/>
            </p:nvSpPr>
            <p:spPr>
              <a:xfrm>
                <a:off x="2300825" y="4105475"/>
                <a:ext cx="103475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4139" h="3025" extrusionOk="0">
                    <a:moveTo>
                      <a:pt x="2777" y="0"/>
                    </a:moveTo>
                    <a:cubicBezTo>
                      <a:pt x="2352" y="0"/>
                      <a:pt x="1858" y="145"/>
                      <a:pt x="1394" y="433"/>
                    </a:cubicBezTo>
                    <a:cubicBezTo>
                      <a:pt x="455" y="1019"/>
                      <a:pt x="1" y="1972"/>
                      <a:pt x="368" y="2572"/>
                    </a:cubicBezTo>
                    <a:cubicBezTo>
                      <a:pt x="559" y="2872"/>
                      <a:pt x="925" y="3024"/>
                      <a:pt x="1362" y="3024"/>
                    </a:cubicBezTo>
                    <a:cubicBezTo>
                      <a:pt x="1785" y="3024"/>
                      <a:pt x="2275" y="2881"/>
                      <a:pt x="2738" y="2593"/>
                    </a:cubicBezTo>
                    <a:cubicBezTo>
                      <a:pt x="3677" y="2009"/>
                      <a:pt x="4139" y="1048"/>
                      <a:pt x="3764" y="456"/>
                    </a:cubicBezTo>
                    <a:cubicBezTo>
                      <a:pt x="3577" y="152"/>
                      <a:pt x="3213" y="0"/>
                      <a:pt x="27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p44"/>
              <p:cNvSpPr/>
              <p:nvPr/>
            </p:nvSpPr>
            <p:spPr>
              <a:xfrm>
                <a:off x="2323025" y="4118950"/>
                <a:ext cx="45350" cy="30775"/>
              </a:xfrm>
              <a:custGeom>
                <a:avLst/>
                <a:gdLst/>
                <a:ahLst/>
                <a:cxnLst/>
                <a:rect l="l" t="t" r="r" b="b"/>
                <a:pathLst>
                  <a:path w="1814" h="1231" extrusionOk="0">
                    <a:moveTo>
                      <a:pt x="1369" y="1"/>
                    </a:moveTo>
                    <a:cubicBezTo>
                      <a:pt x="1172" y="1"/>
                      <a:pt x="918" y="80"/>
                      <a:pt x="673" y="234"/>
                    </a:cubicBezTo>
                    <a:cubicBezTo>
                      <a:pt x="239" y="509"/>
                      <a:pt x="0" y="891"/>
                      <a:pt x="130" y="1101"/>
                    </a:cubicBezTo>
                    <a:cubicBezTo>
                      <a:pt x="185" y="1188"/>
                      <a:pt x="296" y="1230"/>
                      <a:pt x="438" y="1230"/>
                    </a:cubicBezTo>
                    <a:cubicBezTo>
                      <a:pt x="636" y="1230"/>
                      <a:pt x="894" y="1148"/>
                      <a:pt x="1143" y="993"/>
                    </a:cubicBezTo>
                    <a:cubicBezTo>
                      <a:pt x="1576" y="726"/>
                      <a:pt x="1813" y="343"/>
                      <a:pt x="1683" y="133"/>
                    </a:cubicBezTo>
                    <a:cubicBezTo>
                      <a:pt x="1628" y="44"/>
                      <a:pt x="1514" y="1"/>
                      <a:pt x="136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6" name="Google Shape;576;p44"/>
            <p:cNvGrpSpPr/>
            <p:nvPr/>
          </p:nvGrpSpPr>
          <p:grpSpPr>
            <a:xfrm flipH="1">
              <a:off x="5011895" y="4873247"/>
              <a:ext cx="241373" cy="154002"/>
              <a:chOff x="2097475" y="4160575"/>
              <a:chExt cx="80600" cy="51425"/>
            </a:xfrm>
          </p:grpSpPr>
          <p:sp>
            <p:nvSpPr>
              <p:cNvPr id="577" name="Google Shape;577;p44"/>
              <p:cNvSpPr/>
              <p:nvPr/>
            </p:nvSpPr>
            <p:spPr>
              <a:xfrm>
                <a:off x="2097475" y="4160575"/>
                <a:ext cx="80600" cy="51425"/>
              </a:xfrm>
              <a:custGeom>
                <a:avLst/>
                <a:gdLst/>
                <a:ahLst/>
                <a:cxnLst/>
                <a:rect l="l" t="t" r="r" b="b"/>
                <a:pathLst>
                  <a:path w="3224" h="2057" extrusionOk="0">
                    <a:moveTo>
                      <a:pt x="1229" y="1"/>
                    </a:moveTo>
                    <a:cubicBezTo>
                      <a:pt x="703" y="1"/>
                      <a:pt x="274" y="212"/>
                      <a:pt x="160" y="578"/>
                    </a:cubicBezTo>
                    <a:cubicBezTo>
                      <a:pt x="1" y="1082"/>
                      <a:pt x="521" y="1696"/>
                      <a:pt x="1324" y="1949"/>
                    </a:cubicBezTo>
                    <a:cubicBezTo>
                      <a:pt x="1555" y="2022"/>
                      <a:pt x="1784" y="2057"/>
                      <a:pt x="1997" y="2057"/>
                    </a:cubicBezTo>
                    <a:cubicBezTo>
                      <a:pt x="2523" y="2057"/>
                      <a:pt x="2951" y="1847"/>
                      <a:pt x="3064" y="1488"/>
                    </a:cubicBezTo>
                    <a:cubicBezTo>
                      <a:pt x="3224" y="975"/>
                      <a:pt x="2704" y="361"/>
                      <a:pt x="1901" y="108"/>
                    </a:cubicBezTo>
                    <a:cubicBezTo>
                      <a:pt x="1671" y="35"/>
                      <a:pt x="1442" y="1"/>
                      <a:pt x="12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p44"/>
              <p:cNvSpPr/>
              <p:nvPr/>
            </p:nvSpPr>
            <p:spPr>
              <a:xfrm>
                <a:off x="2120250" y="4172550"/>
                <a:ext cx="35950" cy="19325"/>
              </a:xfrm>
              <a:custGeom>
                <a:avLst/>
                <a:gdLst/>
                <a:ahLst/>
                <a:cxnLst/>
                <a:rect l="l" t="t" r="r" b="b"/>
                <a:pathLst>
                  <a:path w="1438" h="773" extrusionOk="0">
                    <a:moveTo>
                      <a:pt x="444" y="0"/>
                    </a:moveTo>
                    <a:cubicBezTo>
                      <a:pt x="242" y="0"/>
                      <a:pt x="88" y="62"/>
                      <a:pt x="50" y="177"/>
                    </a:cubicBezTo>
                    <a:cubicBezTo>
                      <a:pt x="0" y="359"/>
                      <a:pt x="253" y="596"/>
                      <a:pt x="614" y="713"/>
                    </a:cubicBezTo>
                    <a:cubicBezTo>
                      <a:pt x="744" y="753"/>
                      <a:pt x="872" y="772"/>
                      <a:pt x="985" y="772"/>
                    </a:cubicBezTo>
                    <a:cubicBezTo>
                      <a:pt x="1192" y="772"/>
                      <a:pt x="1350" y="709"/>
                      <a:pt x="1387" y="596"/>
                    </a:cubicBezTo>
                    <a:cubicBezTo>
                      <a:pt x="1437" y="416"/>
                      <a:pt x="1186" y="177"/>
                      <a:pt x="823" y="63"/>
                    </a:cubicBezTo>
                    <a:cubicBezTo>
                      <a:pt x="690" y="20"/>
                      <a:pt x="559" y="0"/>
                      <a:pt x="4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79" name="Google Shape;579;p44"/>
          <p:cNvSpPr/>
          <p:nvPr/>
        </p:nvSpPr>
        <p:spPr>
          <a:xfrm flipH="1">
            <a:off x="8045175" y="2083224"/>
            <a:ext cx="1402586" cy="315455"/>
          </a:xfrm>
          <a:custGeom>
            <a:avLst/>
            <a:gdLst/>
            <a:ahLst/>
            <a:cxnLst/>
            <a:rect l="l" t="t" r="r" b="b"/>
            <a:pathLst>
              <a:path w="28258" h="5545" extrusionOk="0">
                <a:moveTo>
                  <a:pt x="10378" y="0"/>
                </a:moveTo>
                <a:cubicBezTo>
                  <a:pt x="8312" y="0"/>
                  <a:pt x="6398" y="1151"/>
                  <a:pt x="5310" y="3326"/>
                </a:cubicBezTo>
                <a:cubicBezTo>
                  <a:pt x="4474" y="2885"/>
                  <a:pt x="3683" y="2665"/>
                  <a:pt x="2977" y="2665"/>
                </a:cubicBezTo>
                <a:cubicBezTo>
                  <a:pt x="1507" y="2665"/>
                  <a:pt x="401" y="3622"/>
                  <a:pt x="1" y="5545"/>
                </a:cubicBezTo>
                <a:lnTo>
                  <a:pt x="28257" y="5545"/>
                </a:lnTo>
                <a:cubicBezTo>
                  <a:pt x="26931" y="3847"/>
                  <a:pt x="25535" y="3011"/>
                  <a:pt x="24074" y="3011"/>
                </a:cubicBezTo>
                <a:cubicBezTo>
                  <a:pt x="23363" y="3011"/>
                  <a:pt x="22637" y="3209"/>
                  <a:pt x="21895" y="3601"/>
                </a:cubicBezTo>
                <a:cubicBezTo>
                  <a:pt x="20794" y="1817"/>
                  <a:pt x="19594" y="928"/>
                  <a:pt x="18291" y="928"/>
                </a:cubicBezTo>
                <a:cubicBezTo>
                  <a:pt x="17352" y="928"/>
                  <a:pt x="16360" y="1389"/>
                  <a:pt x="15315" y="2308"/>
                </a:cubicBezTo>
                <a:cubicBezTo>
                  <a:pt x="13806" y="748"/>
                  <a:pt x="12042" y="0"/>
                  <a:pt x="10378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44"/>
          <p:cNvSpPr/>
          <p:nvPr/>
        </p:nvSpPr>
        <p:spPr>
          <a:xfrm flipH="1">
            <a:off x="-177125" y="2945549"/>
            <a:ext cx="1402586" cy="315455"/>
          </a:xfrm>
          <a:custGeom>
            <a:avLst/>
            <a:gdLst/>
            <a:ahLst/>
            <a:cxnLst/>
            <a:rect l="l" t="t" r="r" b="b"/>
            <a:pathLst>
              <a:path w="28258" h="5545" extrusionOk="0">
                <a:moveTo>
                  <a:pt x="10378" y="0"/>
                </a:moveTo>
                <a:cubicBezTo>
                  <a:pt x="8312" y="0"/>
                  <a:pt x="6398" y="1151"/>
                  <a:pt x="5310" y="3326"/>
                </a:cubicBezTo>
                <a:cubicBezTo>
                  <a:pt x="4474" y="2885"/>
                  <a:pt x="3683" y="2665"/>
                  <a:pt x="2977" y="2665"/>
                </a:cubicBezTo>
                <a:cubicBezTo>
                  <a:pt x="1507" y="2665"/>
                  <a:pt x="401" y="3622"/>
                  <a:pt x="1" y="5545"/>
                </a:cubicBezTo>
                <a:lnTo>
                  <a:pt x="28257" y="5545"/>
                </a:lnTo>
                <a:cubicBezTo>
                  <a:pt x="26931" y="3847"/>
                  <a:pt x="25535" y="3011"/>
                  <a:pt x="24074" y="3011"/>
                </a:cubicBezTo>
                <a:cubicBezTo>
                  <a:pt x="23363" y="3011"/>
                  <a:pt x="22637" y="3209"/>
                  <a:pt x="21895" y="3601"/>
                </a:cubicBezTo>
                <a:cubicBezTo>
                  <a:pt x="20794" y="1817"/>
                  <a:pt x="19594" y="928"/>
                  <a:pt x="18291" y="928"/>
                </a:cubicBezTo>
                <a:cubicBezTo>
                  <a:pt x="17352" y="928"/>
                  <a:pt x="16360" y="1389"/>
                  <a:pt x="15315" y="2308"/>
                </a:cubicBezTo>
                <a:cubicBezTo>
                  <a:pt x="13806" y="748"/>
                  <a:pt x="12042" y="0"/>
                  <a:pt x="10378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5"/>
          <p:cNvSpPr/>
          <p:nvPr/>
        </p:nvSpPr>
        <p:spPr>
          <a:xfrm>
            <a:off x="-57500" y="3765021"/>
            <a:ext cx="9259000" cy="1445356"/>
          </a:xfrm>
          <a:custGeom>
            <a:avLst/>
            <a:gdLst/>
            <a:ahLst/>
            <a:cxnLst/>
            <a:rect l="l" t="t" r="r" b="b"/>
            <a:pathLst>
              <a:path w="57554" h="20117" extrusionOk="0">
                <a:moveTo>
                  <a:pt x="1" y="0"/>
                </a:moveTo>
                <a:lnTo>
                  <a:pt x="1" y="20116"/>
                </a:lnTo>
                <a:lnTo>
                  <a:pt x="57554" y="20116"/>
                </a:lnTo>
                <a:lnTo>
                  <a:pt x="57554" y="0"/>
                </a:lnTo>
                <a:cubicBezTo>
                  <a:pt x="53249" y="6588"/>
                  <a:pt x="41989" y="11289"/>
                  <a:pt x="28777" y="11289"/>
                </a:cubicBezTo>
                <a:cubicBezTo>
                  <a:pt x="15566" y="11289"/>
                  <a:pt x="4307" y="6588"/>
                  <a:pt x="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3" name="Google Shape;583;p45"/>
          <p:cNvGrpSpPr/>
          <p:nvPr/>
        </p:nvGrpSpPr>
        <p:grpSpPr>
          <a:xfrm flipH="1">
            <a:off x="-1197237" y="3749174"/>
            <a:ext cx="3868472" cy="1840932"/>
            <a:chOff x="-5346053" y="1779835"/>
            <a:chExt cx="4607518" cy="2192629"/>
          </a:xfrm>
        </p:grpSpPr>
        <p:sp>
          <p:nvSpPr>
            <p:cNvPr id="584" name="Google Shape;584;p45"/>
            <p:cNvSpPr/>
            <p:nvPr/>
          </p:nvSpPr>
          <p:spPr>
            <a:xfrm>
              <a:off x="-5346053" y="1779835"/>
              <a:ext cx="3495596" cy="2192629"/>
            </a:xfrm>
            <a:custGeom>
              <a:avLst/>
              <a:gdLst/>
              <a:ahLst/>
              <a:cxnLst/>
              <a:rect l="l" t="t" r="r" b="b"/>
              <a:pathLst>
                <a:path w="27995" h="17560" extrusionOk="0">
                  <a:moveTo>
                    <a:pt x="27994" y="0"/>
                  </a:moveTo>
                  <a:cubicBezTo>
                    <a:pt x="11266" y="413"/>
                    <a:pt x="3392" y="7324"/>
                    <a:pt x="792" y="14584"/>
                  </a:cubicBezTo>
                  <a:cubicBezTo>
                    <a:pt x="0" y="16791"/>
                    <a:pt x="2212" y="17559"/>
                    <a:pt x="5671" y="17559"/>
                  </a:cubicBezTo>
                  <a:cubicBezTo>
                    <a:pt x="13575" y="17559"/>
                    <a:pt x="27994" y="13551"/>
                    <a:pt x="27994" y="13551"/>
                  </a:cubicBezTo>
                  <a:lnTo>
                    <a:pt x="279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45"/>
            <p:cNvSpPr/>
            <p:nvPr/>
          </p:nvSpPr>
          <p:spPr>
            <a:xfrm>
              <a:off x="-5070351" y="1894336"/>
              <a:ext cx="3176566" cy="1501377"/>
            </a:xfrm>
            <a:custGeom>
              <a:avLst/>
              <a:gdLst/>
              <a:ahLst/>
              <a:cxnLst/>
              <a:rect l="l" t="t" r="r" b="b"/>
              <a:pathLst>
                <a:path w="25440" h="12024" extrusionOk="0">
                  <a:moveTo>
                    <a:pt x="23699" y="0"/>
                  </a:moveTo>
                  <a:cubicBezTo>
                    <a:pt x="19986" y="0"/>
                    <a:pt x="15096" y="1359"/>
                    <a:pt x="10625" y="3540"/>
                  </a:cubicBezTo>
                  <a:cubicBezTo>
                    <a:pt x="6147" y="5714"/>
                    <a:pt x="2081" y="8711"/>
                    <a:pt x="7" y="11991"/>
                  </a:cubicBezTo>
                  <a:cubicBezTo>
                    <a:pt x="0" y="11998"/>
                    <a:pt x="7" y="12012"/>
                    <a:pt x="14" y="12020"/>
                  </a:cubicBezTo>
                  <a:cubicBezTo>
                    <a:pt x="16" y="12022"/>
                    <a:pt x="19" y="12023"/>
                    <a:pt x="22" y="12023"/>
                  </a:cubicBezTo>
                  <a:cubicBezTo>
                    <a:pt x="29" y="12023"/>
                    <a:pt x="39" y="12018"/>
                    <a:pt x="44" y="12012"/>
                  </a:cubicBezTo>
                  <a:cubicBezTo>
                    <a:pt x="2108" y="8740"/>
                    <a:pt x="6168" y="5750"/>
                    <a:pt x="10639" y="3576"/>
                  </a:cubicBezTo>
                  <a:cubicBezTo>
                    <a:pt x="15110" y="1402"/>
                    <a:pt x="19993" y="43"/>
                    <a:pt x="23699" y="43"/>
                  </a:cubicBezTo>
                  <a:cubicBezTo>
                    <a:pt x="24306" y="43"/>
                    <a:pt x="24876" y="80"/>
                    <a:pt x="25410" y="153"/>
                  </a:cubicBezTo>
                  <a:cubicBezTo>
                    <a:pt x="25414" y="154"/>
                    <a:pt x="25417" y="155"/>
                    <a:pt x="25420" y="155"/>
                  </a:cubicBezTo>
                  <a:cubicBezTo>
                    <a:pt x="25428" y="155"/>
                    <a:pt x="25433" y="148"/>
                    <a:pt x="25433" y="137"/>
                  </a:cubicBezTo>
                  <a:cubicBezTo>
                    <a:pt x="25440" y="123"/>
                    <a:pt x="25433" y="116"/>
                    <a:pt x="25417" y="116"/>
                  </a:cubicBezTo>
                  <a:cubicBezTo>
                    <a:pt x="24883" y="36"/>
                    <a:pt x="24306" y="0"/>
                    <a:pt x="2369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45"/>
            <p:cNvSpPr/>
            <p:nvPr/>
          </p:nvSpPr>
          <p:spPr>
            <a:xfrm>
              <a:off x="-4954975" y="2045798"/>
              <a:ext cx="3119877" cy="1446686"/>
            </a:xfrm>
            <a:custGeom>
              <a:avLst/>
              <a:gdLst/>
              <a:ahLst/>
              <a:cxnLst/>
              <a:rect l="l" t="t" r="r" b="b"/>
              <a:pathLst>
                <a:path w="24986" h="11586" extrusionOk="0">
                  <a:moveTo>
                    <a:pt x="22956" y="0"/>
                  </a:moveTo>
                  <a:cubicBezTo>
                    <a:pt x="19416" y="0"/>
                    <a:pt x="14785" y="1250"/>
                    <a:pt x="10488" y="3324"/>
                  </a:cubicBezTo>
                  <a:cubicBezTo>
                    <a:pt x="6198" y="5397"/>
                    <a:pt x="2224" y="8285"/>
                    <a:pt x="7" y="11551"/>
                  </a:cubicBezTo>
                  <a:cubicBezTo>
                    <a:pt x="0" y="11565"/>
                    <a:pt x="0" y="11572"/>
                    <a:pt x="7" y="11579"/>
                  </a:cubicBezTo>
                  <a:cubicBezTo>
                    <a:pt x="15" y="11583"/>
                    <a:pt x="21" y="11585"/>
                    <a:pt x="25" y="11585"/>
                  </a:cubicBezTo>
                  <a:cubicBezTo>
                    <a:pt x="30" y="11585"/>
                    <a:pt x="33" y="11583"/>
                    <a:pt x="37" y="11579"/>
                  </a:cubicBezTo>
                  <a:cubicBezTo>
                    <a:pt x="2254" y="8314"/>
                    <a:pt x="6220" y="5433"/>
                    <a:pt x="10511" y="3360"/>
                  </a:cubicBezTo>
                  <a:cubicBezTo>
                    <a:pt x="14801" y="1294"/>
                    <a:pt x="19423" y="37"/>
                    <a:pt x="22956" y="37"/>
                  </a:cubicBezTo>
                  <a:cubicBezTo>
                    <a:pt x="23670" y="37"/>
                    <a:pt x="24342" y="94"/>
                    <a:pt x="24956" y="196"/>
                  </a:cubicBezTo>
                  <a:cubicBezTo>
                    <a:pt x="24960" y="198"/>
                    <a:pt x="24963" y="199"/>
                    <a:pt x="24966" y="199"/>
                  </a:cubicBezTo>
                  <a:cubicBezTo>
                    <a:pt x="24974" y="199"/>
                    <a:pt x="24979" y="192"/>
                    <a:pt x="24986" y="181"/>
                  </a:cubicBezTo>
                  <a:cubicBezTo>
                    <a:pt x="24986" y="174"/>
                    <a:pt x="24977" y="160"/>
                    <a:pt x="24963" y="160"/>
                  </a:cubicBezTo>
                  <a:cubicBezTo>
                    <a:pt x="24349" y="51"/>
                    <a:pt x="23670" y="0"/>
                    <a:pt x="2295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45"/>
            <p:cNvSpPr/>
            <p:nvPr/>
          </p:nvSpPr>
          <p:spPr>
            <a:xfrm>
              <a:off x="-4755691" y="2245956"/>
              <a:ext cx="2987270" cy="1364150"/>
            </a:xfrm>
            <a:custGeom>
              <a:avLst/>
              <a:gdLst/>
              <a:ahLst/>
              <a:cxnLst/>
              <a:rect l="l" t="t" r="r" b="b"/>
              <a:pathLst>
                <a:path w="23924" h="10925" extrusionOk="0">
                  <a:moveTo>
                    <a:pt x="23476" y="1"/>
                  </a:moveTo>
                  <a:cubicBezTo>
                    <a:pt x="11695" y="1"/>
                    <a:pt x="3931" y="5072"/>
                    <a:pt x="8" y="10894"/>
                  </a:cubicBezTo>
                  <a:cubicBezTo>
                    <a:pt x="1" y="10901"/>
                    <a:pt x="8" y="10915"/>
                    <a:pt x="15" y="10922"/>
                  </a:cubicBezTo>
                  <a:cubicBezTo>
                    <a:pt x="17" y="10924"/>
                    <a:pt x="20" y="10925"/>
                    <a:pt x="23" y="10925"/>
                  </a:cubicBezTo>
                  <a:cubicBezTo>
                    <a:pt x="30" y="10925"/>
                    <a:pt x="39" y="10920"/>
                    <a:pt x="44" y="10915"/>
                  </a:cubicBezTo>
                  <a:cubicBezTo>
                    <a:pt x="3958" y="5108"/>
                    <a:pt x="11709" y="44"/>
                    <a:pt x="23476" y="44"/>
                  </a:cubicBezTo>
                  <a:lnTo>
                    <a:pt x="23901" y="44"/>
                  </a:lnTo>
                  <a:cubicBezTo>
                    <a:pt x="23916" y="44"/>
                    <a:pt x="23923" y="37"/>
                    <a:pt x="23923" y="24"/>
                  </a:cubicBezTo>
                  <a:cubicBezTo>
                    <a:pt x="23923" y="17"/>
                    <a:pt x="23916" y="1"/>
                    <a:pt x="2390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45"/>
            <p:cNvSpPr/>
            <p:nvPr/>
          </p:nvSpPr>
          <p:spPr>
            <a:xfrm>
              <a:off x="-4010621" y="2731306"/>
              <a:ext cx="3137608" cy="1015527"/>
            </a:xfrm>
            <a:custGeom>
              <a:avLst/>
              <a:gdLst/>
              <a:ahLst/>
              <a:cxnLst/>
              <a:rect l="l" t="t" r="r" b="b"/>
              <a:pathLst>
                <a:path w="25128" h="8133" extrusionOk="0">
                  <a:moveTo>
                    <a:pt x="19806" y="1"/>
                  </a:moveTo>
                  <a:cubicBezTo>
                    <a:pt x="10653" y="1"/>
                    <a:pt x="3972" y="3598"/>
                    <a:pt x="8" y="8098"/>
                  </a:cubicBezTo>
                  <a:cubicBezTo>
                    <a:pt x="1" y="8105"/>
                    <a:pt x="8" y="8119"/>
                    <a:pt x="14" y="8126"/>
                  </a:cubicBezTo>
                  <a:cubicBezTo>
                    <a:pt x="18" y="8130"/>
                    <a:pt x="23" y="8132"/>
                    <a:pt x="29" y="8132"/>
                  </a:cubicBezTo>
                  <a:cubicBezTo>
                    <a:pt x="34" y="8132"/>
                    <a:pt x="40" y="8130"/>
                    <a:pt x="44" y="8126"/>
                  </a:cubicBezTo>
                  <a:cubicBezTo>
                    <a:pt x="4002" y="3634"/>
                    <a:pt x="10669" y="37"/>
                    <a:pt x="19806" y="37"/>
                  </a:cubicBezTo>
                  <a:cubicBezTo>
                    <a:pt x="21488" y="37"/>
                    <a:pt x="23258" y="160"/>
                    <a:pt x="25107" y="420"/>
                  </a:cubicBezTo>
                  <a:cubicBezTo>
                    <a:pt x="25108" y="421"/>
                    <a:pt x="25110" y="422"/>
                    <a:pt x="25111" y="422"/>
                  </a:cubicBezTo>
                  <a:cubicBezTo>
                    <a:pt x="25119" y="422"/>
                    <a:pt x="25128" y="410"/>
                    <a:pt x="25128" y="404"/>
                  </a:cubicBezTo>
                  <a:cubicBezTo>
                    <a:pt x="25128" y="391"/>
                    <a:pt x="25121" y="384"/>
                    <a:pt x="25107" y="384"/>
                  </a:cubicBezTo>
                  <a:cubicBezTo>
                    <a:pt x="23258" y="124"/>
                    <a:pt x="21488" y="1"/>
                    <a:pt x="1980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45"/>
            <p:cNvSpPr/>
            <p:nvPr/>
          </p:nvSpPr>
          <p:spPr>
            <a:xfrm>
              <a:off x="-3876392" y="2922475"/>
              <a:ext cx="3137857" cy="1015527"/>
            </a:xfrm>
            <a:custGeom>
              <a:avLst/>
              <a:gdLst/>
              <a:ahLst/>
              <a:cxnLst/>
              <a:rect l="l" t="t" r="r" b="b"/>
              <a:pathLst>
                <a:path w="25130" h="8133" extrusionOk="0">
                  <a:moveTo>
                    <a:pt x="19806" y="0"/>
                  </a:moveTo>
                  <a:cubicBezTo>
                    <a:pt x="10655" y="0"/>
                    <a:pt x="3974" y="3597"/>
                    <a:pt x="9" y="8097"/>
                  </a:cubicBezTo>
                  <a:cubicBezTo>
                    <a:pt x="0" y="8104"/>
                    <a:pt x="0" y="8120"/>
                    <a:pt x="9" y="8127"/>
                  </a:cubicBezTo>
                  <a:cubicBezTo>
                    <a:pt x="13" y="8130"/>
                    <a:pt x="18" y="8132"/>
                    <a:pt x="23" y="8132"/>
                  </a:cubicBezTo>
                  <a:cubicBezTo>
                    <a:pt x="28" y="8132"/>
                    <a:pt x="33" y="8130"/>
                    <a:pt x="37" y="8127"/>
                  </a:cubicBezTo>
                  <a:cubicBezTo>
                    <a:pt x="3996" y="3627"/>
                    <a:pt x="10662" y="37"/>
                    <a:pt x="19806" y="37"/>
                  </a:cubicBezTo>
                  <a:cubicBezTo>
                    <a:pt x="21489" y="37"/>
                    <a:pt x="23252" y="160"/>
                    <a:pt x="25102" y="420"/>
                  </a:cubicBezTo>
                  <a:cubicBezTo>
                    <a:pt x="25116" y="420"/>
                    <a:pt x="25123" y="413"/>
                    <a:pt x="25123" y="406"/>
                  </a:cubicBezTo>
                  <a:cubicBezTo>
                    <a:pt x="25130" y="390"/>
                    <a:pt x="25123" y="383"/>
                    <a:pt x="25109" y="383"/>
                  </a:cubicBezTo>
                  <a:cubicBezTo>
                    <a:pt x="23259" y="123"/>
                    <a:pt x="21489" y="0"/>
                    <a:pt x="198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45"/>
            <p:cNvSpPr/>
            <p:nvPr/>
          </p:nvSpPr>
          <p:spPr>
            <a:xfrm>
              <a:off x="-4603231" y="2397542"/>
              <a:ext cx="2953806" cy="1231918"/>
            </a:xfrm>
            <a:custGeom>
              <a:avLst/>
              <a:gdLst/>
              <a:ahLst/>
              <a:cxnLst/>
              <a:rect l="l" t="t" r="r" b="b"/>
              <a:pathLst>
                <a:path w="23656" h="9866" extrusionOk="0">
                  <a:moveTo>
                    <a:pt x="23633" y="0"/>
                  </a:moveTo>
                  <a:cubicBezTo>
                    <a:pt x="19655" y="110"/>
                    <a:pt x="15942" y="406"/>
                    <a:pt x="12128" y="1750"/>
                  </a:cubicBezTo>
                  <a:cubicBezTo>
                    <a:pt x="8314" y="3093"/>
                    <a:pt x="4400" y="5490"/>
                    <a:pt x="14" y="9831"/>
                  </a:cubicBezTo>
                  <a:cubicBezTo>
                    <a:pt x="0" y="9838"/>
                    <a:pt x="0" y="9845"/>
                    <a:pt x="14" y="9861"/>
                  </a:cubicBezTo>
                  <a:cubicBezTo>
                    <a:pt x="18" y="9864"/>
                    <a:pt x="22" y="9866"/>
                    <a:pt x="26" y="9866"/>
                  </a:cubicBezTo>
                  <a:cubicBezTo>
                    <a:pt x="30" y="9866"/>
                    <a:pt x="33" y="9864"/>
                    <a:pt x="37" y="9861"/>
                  </a:cubicBezTo>
                  <a:cubicBezTo>
                    <a:pt x="4421" y="5527"/>
                    <a:pt x="8328" y="3128"/>
                    <a:pt x="12142" y="1784"/>
                  </a:cubicBezTo>
                  <a:cubicBezTo>
                    <a:pt x="15949" y="441"/>
                    <a:pt x="19655" y="153"/>
                    <a:pt x="23633" y="37"/>
                  </a:cubicBezTo>
                  <a:cubicBezTo>
                    <a:pt x="23649" y="37"/>
                    <a:pt x="23656" y="30"/>
                    <a:pt x="23656" y="16"/>
                  </a:cubicBezTo>
                  <a:cubicBezTo>
                    <a:pt x="23656" y="7"/>
                    <a:pt x="23649" y="0"/>
                    <a:pt x="236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45"/>
            <p:cNvSpPr/>
            <p:nvPr/>
          </p:nvSpPr>
          <p:spPr>
            <a:xfrm>
              <a:off x="-4434663" y="2540138"/>
              <a:ext cx="2703202" cy="1340551"/>
            </a:xfrm>
            <a:custGeom>
              <a:avLst/>
              <a:gdLst/>
              <a:ahLst/>
              <a:cxnLst/>
              <a:rect l="l" t="t" r="r" b="b"/>
              <a:pathLst>
                <a:path w="21649" h="10736" extrusionOk="0">
                  <a:moveTo>
                    <a:pt x="21626" y="1"/>
                  </a:moveTo>
                  <a:cubicBezTo>
                    <a:pt x="13191" y="282"/>
                    <a:pt x="4291" y="4232"/>
                    <a:pt x="8" y="10705"/>
                  </a:cubicBezTo>
                  <a:cubicBezTo>
                    <a:pt x="1" y="10712"/>
                    <a:pt x="8" y="10726"/>
                    <a:pt x="16" y="10733"/>
                  </a:cubicBezTo>
                  <a:cubicBezTo>
                    <a:pt x="18" y="10735"/>
                    <a:pt x="21" y="10736"/>
                    <a:pt x="24" y="10736"/>
                  </a:cubicBezTo>
                  <a:cubicBezTo>
                    <a:pt x="31" y="10736"/>
                    <a:pt x="39" y="10731"/>
                    <a:pt x="44" y="10726"/>
                  </a:cubicBezTo>
                  <a:cubicBezTo>
                    <a:pt x="4314" y="4276"/>
                    <a:pt x="13198" y="318"/>
                    <a:pt x="21626" y="44"/>
                  </a:cubicBezTo>
                  <a:cubicBezTo>
                    <a:pt x="21642" y="44"/>
                    <a:pt x="21649" y="36"/>
                    <a:pt x="21649" y="22"/>
                  </a:cubicBezTo>
                  <a:cubicBezTo>
                    <a:pt x="21649" y="15"/>
                    <a:pt x="21642" y="1"/>
                    <a:pt x="2162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2" name="Google Shape;592;p45"/>
          <p:cNvSpPr/>
          <p:nvPr/>
        </p:nvSpPr>
        <p:spPr>
          <a:xfrm>
            <a:off x="7469300" y="268537"/>
            <a:ext cx="2283798" cy="532924"/>
          </a:xfrm>
          <a:custGeom>
            <a:avLst/>
            <a:gdLst/>
            <a:ahLst/>
            <a:cxnLst/>
            <a:rect l="l" t="t" r="r" b="b"/>
            <a:pathLst>
              <a:path w="28455" h="4865" extrusionOk="0">
                <a:moveTo>
                  <a:pt x="18226" y="0"/>
                </a:moveTo>
                <a:cubicBezTo>
                  <a:pt x="16791" y="0"/>
                  <a:pt x="14567" y="945"/>
                  <a:pt x="11645" y="3580"/>
                </a:cubicBezTo>
                <a:cubicBezTo>
                  <a:pt x="11972" y="2555"/>
                  <a:pt x="11763" y="2033"/>
                  <a:pt x="10999" y="2033"/>
                </a:cubicBezTo>
                <a:cubicBezTo>
                  <a:pt x="10243" y="2033"/>
                  <a:pt x="8946" y="2542"/>
                  <a:pt x="7088" y="3580"/>
                </a:cubicBezTo>
                <a:cubicBezTo>
                  <a:pt x="7296" y="2950"/>
                  <a:pt x="7225" y="2536"/>
                  <a:pt x="6626" y="2536"/>
                </a:cubicBezTo>
                <a:cubicBezTo>
                  <a:pt x="5981" y="2536"/>
                  <a:pt x="4724" y="3016"/>
                  <a:pt x="2544" y="4221"/>
                </a:cubicBezTo>
                <a:cubicBezTo>
                  <a:pt x="2882" y="3683"/>
                  <a:pt x="2896" y="3441"/>
                  <a:pt x="2648" y="3441"/>
                </a:cubicBezTo>
                <a:cubicBezTo>
                  <a:pt x="2280" y="3441"/>
                  <a:pt x="1334" y="3972"/>
                  <a:pt x="1" y="4864"/>
                </a:cubicBezTo>
                <a:lnTo>
                  <a:pt x="27167" y="4864"/>
                </a:lnTo>
                <a:cubicBezTo>
                  <a:pt x="28455" y="3310"/>
                  <a:pt x="28409" y="2484"/>
                  <a:pt x="26845" y="2484"/>
                </a:cubicBezTo>
                <a:cubicBezTo>
                  <a:pt x="25741" y="2484"/>
                  <a:pt x="23881" y="2895"/>
                  <a:pt x="21200" y="3753"/>
                </a:cubicBezTo>
                <a:cubicBezTo>
                  <a:pt x="21915" y="3068"/>
                  <a:pt x="21868" y="2531"/>
                  <a:pt x="21296" y="2531"/>
                </a:cubicBezTo>
                <a:cubicBezTo>
                  <a:pt x="20897" y="2531"/>
                  <a:pt x="20241" y="2793"/>
                  <a:pt x="19409" y="3450"/>
                </a:cubicBezTo>
                <a:cubicBezTo>
                  <a:pt x="20684" y="1806"/>
                  <a:pt x="20209" y="0"/>
                  <a:pt x="18226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45"/>
          <p:cNvSpPr/>
          <p:nvPr/>
        </p:nvSpPr>
        <p:spPr>
          <a:xfrm flipH="1">
            <a:off x="-213575" y="1148049"/>
            <a:ext cx="1402586" cy="315455"/>
          </a:xfrm>
          <a:custGeom>
            <a:avLst/>
            <a:gdLst/>
            <a:ahLst/>
            <a:cxnLst/>
            <a:rect l="l" t="t" r="r" b="b"/>
            <a:pathLst>
              <a:path w="28258" h="5545" extrusionOk="0">
                <a:moveTo>
                  <a:pt x="10378" y="0"/>
                </a:moveTo>
                <a:cubicBezTo>
                  <a:pt x="8312" y="0"/>
                  <a:pt x="6398" y="1151"/>
                  <a:pt x="5310" y="3326"/>
                </a:cubicBezTo>
                <a:cubicBezTo>
                  <a:pt x="4474" y="2885"/>
                  <a:pt x="3683" y="2665"/>
                  <a:pt x="2977" y="2665"/>
                </a:cubicBezTo>
                <a:cubicBezTo>
                  <a:pt x="1507" y="2665"/>
                  <a:pt x="401" y="3622"/>
                  <a:pt x="1" y="5545"/>
                </a:cubicBezTo>
                <a:lnTo>
                  <a:pt x="28257" y="5545"/>
                </a:lnTo>
                <a:cubicBezTo>
                  <a:pt x="26931" y="3847"/>
                  <a:pt x="25535" y="3011"/>
                  <a:pt x="24074" y="3011"/>
                </a:cubicBezTo>
                <a:cubicBezTo>
                  <a:pt x="23363" y="3011"/>
                  <a:pt x="22637" y="3209"/>
                  <a:pt x="21895" y="3601"/>
                </a:cubicBezTo>
                <a:cubicBezTo>
                  <a:pt x="20794" y="1817"/>
                  <a:pt x="19594" y="928"/>
                  <a:pt x="18291" y="928"/>
                </a:cubicBezTo>
                <a:cubicBezTo>
                  <a:pt x="17352" y="928"/>
                  <a:pt x="16360" y="1389"/>
                  <a:pt x="15315" y="2308"/>
                </a:cubicBezTo>
                <a:cubicBezTo>
                  <a:pt x="13806" y="748"/>
                  <a:pt x="12042" y="0"/>
                  <a:pt x="10378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45"/>
          <p:cNvSpPr/>
          <p:nvPr/>
        </p:nvSpPr>
        <p:spPr>
          <a:xfrm flipH="1">
            <a:off x="8035879" y="2769124"/>
            <a:ext cx="1863121" cy="419022"/>
          </a:xfrm>
          <a:custGeom>
            <a:avLst/>
            <a:gdLst/>
            <a:ahLst/>
            <a:cxnLst/>
            <a:rect l="l" t="t" r="r" b="b"/>
            <a:pathLst>
              <a:path w="28258" h="5545" extrusionOk="0">
                <a:moveTo>
                  <a:pt x="10378" y="0"/>
                </a:moveTo>
                <a:cubicBezTo>
                  <a:pt x="8312" y="0"/>
                  <a:pt x="6398" y="1151"/>
                  <a:pt x="5310" y="3326"/>
                </a:cubicBezTo>
                <a:cubicBezTo>
                  <a:pt x="4474" y="2885"/>
                  <a:pt x="3683" y="2665"/>
                  <a:pt x="2977" y="2665"/>
                </a:cubicBezTo>
                <a:cubicBezTo>
                  <a:pt x="1507" y="2665"/>
                  <a:pt x="401" y="3622"/>
                  <a:pt x="1" y="5545"/>
                </a:cubicBezTo>
                <a:lnTo>
                  <a:pt x="28257" y="5545"/>
                </a:lnTo>
                <a:cubicBezTo>
                  <a:pt x="26931" y="3847"/>
                  <a:pt x="25535" y="3011"/>
                  <a:pt x="24074" y="3011"/>
                </a:cubicBezTo>
                <a:cubicBezTo>
                  <a:pt x="23363" y="3011"/>
                  <a:pt x="22637" y="3209"/>
                  <a:pt x="21895" y="3601"/>
                </a:cubicBezTo>
                <a:cubicBezTo>
                  <a:pt x="20794" y="1817"/>
                  <a:pt x="19594" y="928"/>
                  <a:pt x="18291" y="928"/>
                </a:cubicBezTo>
                <a:cubicBezTo>
                  <a:pt x="17352" y="928"/>
                  <a:pt x="16360" y="1389"/>
                  <a:pt x="15315" y="2308"/>
                </a:cubicBezTo>
                <a:cubicBezTo>
                  <a:pt x="13806" y="748"/>
                  <a:pt x="12042" y="0"/>
                  <a:pt x="10378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45"/>
          <p:cNvSpPr/>
          <p:nvPr/>
        </p:nvSpPr>
        <p:spPr>
          <a:xfrm>
            <a:off x="5043549" y="4292849"/>
            <a:ext cx="4404214" cy="1063170"/>
          </a:xfrm>
          <a:custGeom>
            <a:avLst/>
            <a:gdLst/>
            <a:ahLst/>
            <a:cxnLst/>
            <a:rect l="l" t="t" r="r" b="b"/>
            <a:pathLst>
              <a:path w="24134" h="6820" extrusionOk="0">
                <a:moveTo>
                  <a:pt x="21188" y="0"/>
                </a:moveTo>
                <a:cubicBezTo>
                  <a:pt x="17796" y="0"/>
                  <a:pt x="16982" y="2940"/>
                  <a:pt x="16982" y="2940"/>
                </a:cubicBezTo>
                <a:cubicBezTo>
                  <a:pt x="16384" y="2252"/>
                  <a:pt x="15632" y="1828"/>
                  <a:pt x="14862" y="1828"/>
                </a:cubicBezTo>
                <a:cubicBezTo>
                  <a:pt x="14136" y="1828"/>
                  <a:pt x="13394" y="2205"/>
                  <a:pt x="12749" y="3092"/>
                </a:cubicBezTo>
                <a:cubicBezTo>
                  <a:pt x="12103" y="2449"/>
                  <a:pt x="11299" y="2084"/>
                  <a:pt x="10511" y="2084"/>
                </a:cubicBezTo>
                <a:cubicBezTo>
                  <a:pt x="9653" y="2084"/>
                  <a:pt x="8813" y="2517"/>
                  <a:pt x="8214" y="3496"/>
                </a:cubicBezTo>
                <a:cubicBezTo>
                  <a:pt x="7654" y="2860"/>
                  <a:pt x="6945" y="2544"/>
                  <a:pt x="6280" y="2544"/>
                </a:cubicBezTo>
                <a:cubicBezTo>
                  <a:pt x="5419" y="2544"/>
                  <a:pt x="4634" y="3075"/>
                  <a:pt x="4348" y="4132"/>
                </a:cubicBezTo>
                <a:cubicBezTo>
                  <a:pt x="3984" y="3977"/>
                  <a:pt x="3619" y="3908"/>
                  <a:pt x="3265" y="3908"/>
                </a:cubicBezTo>
                <a:cubicBezTo>
                  <a:pt x="1536" y="3908"/>
                  <a:pt x="43" y="5542"/>
                  <a:pt x="1" y="6819"/>
                </a:cubicBezTo>
                <a:lnTo>
                  <a:pt x="24133" y="6320"/>
                </a:lnTo>
                <a:lnTo>
                  <a:pt x="24090" y="585"/>
                </a:lnTo>
                <a:cubicBezTo>
                  <a:pt x="22959" y="168"/>
                  <a:pt x="22000" y="0"/>
                  <a:pt x="2118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45"/>
          <p:cNvSpPr/>
          <p:nvPr/>
        </p:nvSpPr>
        <p:spPr>
          <a:xfrm flipH="1">
            <a:off x="-299152" y="4450025"/>
            <a:ext cx="5586789" cy="1112439"/>
          </a:xfrm>
          <a:custGeom>
            <a:avLst/>
            <a:gdLst/>
            <a:ahLst/>
            <a:cxnLst/>
            <a:rect l="l" t="t" r="r" b="b"/>
            <a:pathLst>
              <a:path w="45996" h="9492" extrusionOk="0">
                <a:moveTo>
                  <a:pt x="34548" y="0"/>
                </a:moveTo>
                <a:cubicBezTo>
                  <a:pt x="33978" y="0"/>
                  <a:pt x="33404" y="262"/>
                  <a:pt x="32973" y="817"/>
                </a:cubicBezTo>
                <a:cubicBezTo>
                  <a:pt x="32624" y="515"/>
                  <a:pt x="32212" y="371"/>
                  <a:pt x="31798" y="371"/>
                </a:cubicBezTo>
                <a:cubicBezTo>
                  <a:pt x="30837" y="371"/>
                  <a:pt x="29865" y="1150"/>
                  <a:pt x="29643" y="2528"/>
                </a:cubicBezTo>
                <a:cubicBezTo>
                  <a:pt x="29082" y="1980"/>
                  <a:pt x="28493" y="1709"/>
                  <a:pt x="27964" y="1709"/>
                </a:cubicBezTo>
                <a:cubicBezTo>
                  <a:pt x="27205" y="1709"/>
                  <a:pt x="26569" y="2266"/>
                  <a:pt x="26313" y="3360"/>
                </a:cubicBezTo>
                <a:lnTo>
                  <a:pt x="23070" y="3714"/>
                </a:lnTo>
                <a:cubicBezTo>
                  <a:pt x="22576" y="2273"/>
                  <a:pt x="21469" y="1611"/>
                  <a:pt x="20300" y="1611"/>
                </a:cubicBezTo>
                <a:cubicBezTo>
                  <a:pt x="19693" y="1611"/>
                  <a:pt x="19069" y="1790"/>
                  <a:pt x="18505" y="2131"/>
                </a:cubicBezTo>
                <a:cubicBezTo>
                  <a:pt x="18216" y="1952"/>
                  <a:pt x="17889" y="1845"/>
                  <a:pt x="17573" y="1845"/>
                </a:cubicBezTo>
                <a:cubicBezTo>
                  <a:pt x="17085" y="1845"/>
                  <a:pt x="16622" y="2101"/>
                  <a:pt x="16359" y="2745"/>
                </a:cubicBezTo>
                <a:cubicBezTo>
                  <a:pt x="15960" y="1516"/>
                  <a:pt x="15153" y="962"/>
                  <a:pt x="14283" y="962"/>
                </a:cubicBezTo>
                <a:cubicBezTo>
                  <a:pt x="13661" y="962"/>
                  <a:pt x="13006" y="1246"/>
                  <a:pt x="12445" y="1770"/>
                </a:cubicBezTo>
                <a:cubicBezTo>
                  <a:pt x="12043" y="1223"/>
                  <a:pt x="11524" y="987"/>
                  <a:pt x="11026" y="987"/>
                </a:cubicBezTo>
                <a:cubicBezTo>
                  <a:pt x="10155" y="987"/>
                  <a:pt x="9346" y="1707"/>
                  <a:pt x="9332" y="2745"/>
                </a:cubicBezTo>
                <a:cubicBezTo>
                  <a:pt x="8882" y="2695"/>
                  <a:pt x="8455" y="2671"/>
                  <a:pt x="8049" y="2671"/>
                </a:cubicBezTo>
                <a:cubicBezTo>
                  <a:pt x="2212" y="2671"/>
                  <a:pt x="695" y="7534"/>
                  <a:pt x="0" y="9492"/>
                </a:cubicBezTo>
                <a:lnTo>
                  <a:pt x="44978" y="9145"/>
                </a:lnTo>
                <a:cubicBezTo>
                  <a:pt x="45996" y="6833"/>
                  <a:pt x="44275" y="5627"/>
                  <a:pt x="42653" y="5627"/>
                </a:cubicBezTo>
                <a:cubicBezTo>
                  <a:pt x="42020" y="5627"/>
                  <a:pt x="41402" y="5811"/>
                  <a:pt x="40968" y="6184"/>
                </a:cubicBezTo>
                <a:cubicBezTo>
                  <a:pt x="41288" y="5080"/>
                  <a:pt x="40781" y="4355"/>
                  <a:pt x="40132" y="4355"/>
                </a:cubicBezTo>
                <a:cubicBezTo>
                  <a:pt x="39867" y="4355"/>
                  <a:pt x="39580" y="4475"/>
                  <a:pt x="39315" y="4738"/>
                </a:cubicBezTo>
                <a:cubicBezTo>
                  <a:pt x="39501" y="3267"/>
                  <a:pt x="38702" y="2373"/>
                  <a:pt x="37592" y="2373"/>
                </a:cubicBezTo>
                <a:cubicBezTo>
                  <a:pt x="37328" y="2373"/>
                  <a:pt x="37047" y="2423"/>
                  <a:pt x="36758" y="2528"/>
                </a:cubicBezTo>
                <a:cubicBezTo>
                  <a:pt x="36664" y="911"/>
                  <a:pt x="35612" y="0"/>
                  <a:pt x="345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7" name="Google Shape;597;p45"/>
          <p:cNvGrpSpPr/>
          <p:nvPr/>
        </p:nvGrpSpPr>
        <p:grpSpPr>
          <a:xfrm flipH="1">
            <a:off x="8790024" y="4539968"/>
            <a:ext cx="354826" cy="259333"/>
            <a:chOff x="2300825" y="4105475"/>
            <a:chExt cx="103475" cy="75625"/>
          </a:xfrm>
        </p:grpSpPr>
        <p:sp>
          <p:nvSpPr>
            <p:cNvPr id="598" name="Google Shape;598;p45"/>
            <p:cNvSpPr/>
            <p:nvPr/>
          </p:nvSpPr>
          <p:spPr>
            <a:xfrm>
              <a:off x="2300825" y="4105475"/>
              <a:ext cx="103475" cy="75625"/>
            </a:xfrm>
            <a:custGeom>
              <a:avLst/>
              <a:gdLst/>
              <a:ahLst/>
              <a:cxnLst/>
              <a:rect l="l" t="t" r="r" b="b"/>
              <a:pathLst>
                <a:path w="4139" h="3025" extrusionOk="0">
                  <a:moveTo>
                    <a:pt x="2777" y="0"/>
                  </a:moveTo>
                  <a:cubicBezTo>
                    <a:pt x="2352" y="0"/>
                    <a:pt x="1858" y="145"/>
                    <a:pt x="1394" y="433"/>
                  </a:cubicBezTo>
                  <a:cubicBezTo>
                    <a:pt x="455" y="1019"/>
                    <a:pt x="1" y="1972"/>
                    <a:pt x="368" y="2572"/>
                  </a:cubicBezTo>
                  <a:cubicBezTo>
                    <a:pt x="559" y="2872"/>
                    <a:pt x="925" y="3024"/>
                    <a:pt x="1362" y="3024"/>
                  </a:cubicBezTo>
                  <a:cubicBezTo>
                    <a:pt x="1785" y="3024"/>
                    <a:pt x="2275" y="2881"/>
                    <a:pt x="2738" y="2593"/>
                  </a:cubicBezTo>
                  <a:cubicBezTo>
                    <a:pt x="3677" y="2009"/>
                    <a:pt x="4139" y="1048"/>
                    <a:pt x="3764" y="456"/>
                  </a:cubicBezTo>
                  <a:cubicBezTo>
                    <a:pt x="3577" y="152"/>
                    <a:pt x="3213" y="0"/>
                    <a:pt x="27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45"/>
            <p:cNvSpPr/>
            <p:nvPr/>
          </p:nvSpPr>
          <p:spPr>
            <a:xfrm>
              <a:off x="2323025" y="4118950"/>
              <a:ext cx="45350" cy="30775"/>
            </a:xfrm>
            <a:custGeom>
              <a:avLst/>
              <a:gdLst/>
              <a:ahLst/>
              <a:cxnLst/>
              <a:rect l="l" t="t" r="r" b="b"/>
              <a:pathLst>
                <a:path w="1814" h="1231" extrusionOk="0">
                  <a:moveTo>
                    <a:pt x="1369" y="1"/>
                  </a:moveTo>
                  <a:cubicBezTo>
                    <a:pt x="1172" y="1"/>
                    <a:pt x="918" y="80"/>
                    <a:pt x="673" y="234"/>
                  </a:cubicBezTo>
                  <a:cubicBezTo>
                    <a:pt x="239" y="509"/>
                    <a:pt x="0" y="891"/>
                    <a:pt x="130" y="1101"/>
                  </a:cubicBezTo>
                  <a:cubicBezTo>
                    <a:pt x="185" y="1188"/>
                    <a:pt x="296" y="1230"/>
                    <a:pt x="438" y="1230"/>
                  </a:cubicBezTo>
                  <a:cubicBezTo>
                    <a:pt x="636" y="1230"/>
                    <a:pt x="894" y="1148"/>
                    <a:pt x="1143" y="993"/>
                  </a:cubicBezTo>
                  <a:cubicBezTo>
                    <a:pt x="1576" y="726"/>
                    <a:pt x="1813" y="343"/>
                    <a:pt x="1683" y="133"/>
                  </a:cubicBezTo>
                  <a:cubicBezTo>
                    <a:pt x="1628" y="44"/>
                    <a:pt x="1514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0" name="Google Shape;600;p45"/>
          <p:cNvGrpSpPr/>
          <p:nvPr/>
        </p:nvGrpSpPr>
        <p:grpSpPr>
          <a:xfrm flipH="1">
            <a:off x="8407059" y="4799389"/>
            <a:ext cx="226696" cy="144638"/>
            <a:chOff x="2097475" y="4160575"/>
            <a:chExt cx="80600" cy="51425"/>
          </a:xfrm>
        </p:grpSpPr>
        <p:sp>
          <p:nvSpPr>
            <p:cNvPr id="601" name="Google Shape;601;p45"/>
            <p:cNvSpPr/>
            <p:nvPr/>
          </p:nvSpPr>
          <p:spPr>
            <a:xfrm>
              <a:off x="2097475" y="4160575"/>
              <a:ext cx="80600" cy="51425"/>
            </a:xfrm>
            <a:custGeom>
              <a:avLst/>
              <a:gdLst/>
              <a:ahLst/>
              <a:cxnLst/>
              <a:rect l="l" t="t" r="r" b="b"/>
              <a:pathLst>
                <a:path w="3224" h="2057" extrusionOk="0">
                  <a:moveTo>
                    <a:pt x="1229" y="1"/>
                  </a:moveTo>
                  <a:cubicBezTo>
                    <a:pt x="703" y="1"/>
                    <a:pt x="274" y="212"/>
                    <a:pt x="160" y="578"/>
                  </a:cubicBezTo>
                  <a:cubicBezTo>
                    <a:pt x="1" y="1082"/>
                    <a:pt x="521" y="1696"/>
                    <a:pt x="1324" y="1949"/>
                  </a:cubicBezTo>
                  <a:cubicBezTo>
                    <a:pt x="1555" y="2022"/>
                    <a:pt x="1784" y="2057"/>
                    <a:pt x="1997" y="2057"/>
                  </a:cubicBezTo>
                  <a:cubicBezTo>
                    <a:pt x="2523" y="2057"/>
                    <a:pt x="2951" y="1847"/>
                    <a:pt x="3064" y="1488"/>
                  </a:cubicBezTo>
                  <a:cubicBezTo>
                    <a:pt x="3224" y="975"/>
                    <a:pt x="2704" y="361"/>
                    <a:pt x="1901" y="108"/>
                  </a:cubicBezTo>
                  <a:cubicBezTo>
                    <a:pt x="1671" y="35"/>
                    <a:pt x="1442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45"/>
            <p:cNvSpPr/>
            <p:nvPr/>
          </p:nvSpPr>
          <p:spPr>
            <a:xfrm>
              <a:off x="2120250" y="4172550"/>
              <a:ext cx="35950" cy="19325"/>
            </a:xfrm>
            <a:custGeom>
              <a:avLst/>
              <a:gdLst/>
              <a:ahLst/>
              <a:cxnLst/>
              <a:rect l="l" t="t" r="r" b="b"/>
              <a:pathLst>
                <a:path w="1438" h="773" extrusionOk="0">
                  <a:moveTo>
                    <a:pt x="444" y="0"/>
                  </a:moveTo>
                  <a:cubicBezTo>
                    <a:pt x="242" y="0"/>
                    <a:pt x="88" y="62"/>
                    <a:pt x="50" y="177"/>
                  </a:cubicBezTo>
                  <a:cubicBezTo>
                    <a:pt x="0" y="359"/>
                    <a:pt x="253" y="596"/>
                    <a:pt x="614" y="713"/>
                  </a:cubicBezTo>
                  <a:cubicBezTo>
                    <a:pt x="744" y="753"/>
                    <a:pt x="872" y="772"/>
                    <a:pt x="985" y="772"/>
                  </a:cubicBezTo>
                  <a:cubicBezTo>
                    <a:pt x="1192" y="772"/>
                    <a:pt x="1350" y="709"/>
                    <a:pt x="1387" y="596"/>
                  </a:cubicBezTo>
                  <a:cubicBezTo>
                    <a:pt x="1437" y="416"/>
                    <a:pt x="1186" y="177"/>
                    <a:pt x="823" y="63"/>
                  </a:cubicBezTo>
                  <a:cubicBezTo>
                    <a:pt x="690" y="20"/>
                    <a:pt x="559" y="0"/>
                    <a:pt x="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3" name="Google Shape;603;p45"/>
          <p:cNvGrpSpPr/>
          <p:nvPr/>
        </p:nvGrpSpPr>
        <p:grpSpPr>
          <a:xfrm flipH="1">
            <a:off x="6887311" y="4786339"/>
            <a:ext cx="226696" cy="144638"/>
            <a:chOff x="2097475" y="4160575"/>
            <a:chExt cx="80600" cy="51425"/>
          </a:xfrm>
        </p:grpSpPr>
        <p:sp>
          <p:nvSpPr>
            <p:cNvPr id="604" name="Google Shape;604;p45"/>
            <p:cNvSpPr/>
            <p:nvPr/>
          </p:nvSpPr>
          <p:spPr>
            <a:xfrm>
              <a:off x="2097475" y="4160575"/>
              <a:ext cx="80600" cy="51425"/>
            </a:xfrm>
            <a:custGeom>
              <a:avLst/>
              <a:gdLst/>
              <a:ahLst/>
              <a:cxnLst/>
              <a:rect l="l" t="t" r="r" b="b"/>
              <a:pathLst>
                <a:path w="3224" h="2057" extrusionOk="0">
                  <a:moveTo>
                    <a:pt x="1229" y="1"/>
                  </a:moveTo>
                  <a:cubicBezTo>
                    <a:pt x="703" y="1"/>
                    <a:pt x="274" y="212"/>
                    <a:pt x="160" y="578"/>
                  </a:cubicBezTo>
                  <a:cubicBezTo>
                    <a:pt x="1" y="1082"/>
                    <a:pt x="521" y="1696"/>
                    <a:pt x="1324" y="1949"/>
                  </a:cubicBezTo>
                  <a:cubicBezTo>
                    <a:pt x="1555" y="2022"/>
                    <a:pt x="1784" y="2057"/>
                    <a:pt x="1997" y="2057"/>
                  </a:cubicBezTo>
                  <a:cubicBezTo>
                    <a:pt x="2523" y="2057"/>
                    <a:pt x="2951" y="1847"/>
                    <a:pt x="3064" y="1488"/>
                  </a:cubicBezTo>
                  <a:cubicBezTo>
                    <a:pt x="3224" y="975"/>
                    <a:pt x="2704" y="361"/>
                    <a:pt x="1901" y="108"/>
                  </a:cubicBezTo>
                  <a:cubicBezTo>
                    <a:pt x="1671" y="35"/>
                    <a:pt x="1442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45"/>
            <p:cNvSpPr/>
            <p:nvPr/>
          </p:nvSpPr>
          <p:spPr>
            <a:xfrm>
              <a:off x="2120250" y="4172550"/>
              <a:ext cx="35950" cy="19325"/>
            </a:xfrm>
            <a:custGeom>
              <a:avLst/>
              <a:gdLst/>
              <a:ahLst/>
              <a:cxnLst/>
              <a:rect l="l" t="t" r="r" b="b"/>
              <a:pathLst>
                <a:path w="1438" h="773" extrusionOk="0">
                  <a:moveTo>
                    <a:pt x="444" y="0"/>
                  </a:moveTo>
                  <a:cubicBezTo>
                    <a:pt x="242" y="0"/>
                    <a:pt x="88" y="62"/>
                    <a:pt x="50" y="177"/>
                  </a:cubicBezTo>
                  <a:cubicBezTo>
                    <a:pt x="0" y="359"/>
                    <a:pt x="253" y="596"/>
                    <a:pt x="614" y="713"/>
                  </a:cubicBezTo>
                  <a:cubicBezTo>
                    <a:pt x="744" y="753"/>
                    <a:pt x="872" y="772"/>
                    <a:pt x="985" y="772"/>
                  </a:cubicBezTo>
                  <a:cubicBezTo>
                    <a:pt x="1192" y="772"/>
                    <a:pt x="1350" y="709"/>
                    <a:pt x="1387" y="596"/>
                  </a:cubicBezTo>
                  <a:cubicBezTo>
                    <a:pt x="1437" y="416"/>
                    <a:pt x="1186" y="177"/>
                    <a:pt x="823" y="63"/>
                  </a:cubicBezTo>
                  <a:cubicBezTo>
                    <a:pt x="690" y="20"/>
                    <a:pt x="559" y="0"/>
                    <a:pt x="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6" name="Google Shape;606;p45"/>
          <p:cNvGrpSpPr/>
          <p:nvPr/>
        </p:nvGrpSpPr>
        <p:grpSpPr>
          <a:xfrm>
            <a:off x="3638278" y="4470177"/>
            <a:ext cx="3092907" cy="869589"/>
            <a:chOff x="3878197" y="4535600"/>
            <a:chExt cx="2464664" cy="692900"/>
          </a:xfrm>
        </p:grpSpPr>
        <p:sp>
          <p:nvSpPr>
            <p:cNvPr id="607" name="Google Shape;607;p45"/>
            <p:cNvSpPr/>
            <p:nvPr/>
          </p:nvSpPr>
          <p:spPr>
            <a:xfrm flipH="1">
              <a:off x="3878197" y="4535600"/>
              <a:ext cx="2464664" cy="692900"/>
            </a:xfrm>
            <a:custGeom>
              <a:avLst/>
              <a:gdLst/>
              <a:ahLst/>
              <a:cxnLst/>
              <a:rect l="l" t="t" r="r" b="b"/>
              <a:pathLst>
                <a:path w="20926" h="5883" extrusionOk="0">
                  <a:moveTo>
                    <a:pt x="12500" y="1"/>
                  </a:moveTo>
                  <a:cubicBezTo>
                    <a:pt x="11426" y="1"/>
                    <a:pt x="10383" y="736"/>
                    <a:pt x="9933" y="1678"/>
                  </a:cubicBezTo>
                  <a:cubicBezTo>
                    <a:pt x="9145" y="774"/>
                    <a:pt x="8378" y="274"/>
                    <a:pt x="7633" y="274"/>
                  </a:cubicBezTo>
                  <a:cubicBezTo>
                    <a:pt x="6813" y="274"/>
                    <a:pt x="6020" y="881"/>
                    <a:pt x="5260" y="2221"/>
                  </a:cubicBezTo>
                  <a:cubicBezTo>
                    <a:pt x="2557" y="2438"/>
                    <a:pt x="702" y="3557"/>
                    <a:pt x="0" y="5882"/>
                  </a:cubicBezTo>
                  <a:lnTo>
                    <a:pt x="20926" y="5882"/>
                  </a:lnTo>
                  <a:cubicBezTo>
                    <a:pt x="20571" y="3007"/>
                    <a:pt x="19351" y="1728"/>
                    <a:pt x="17438" y="1728"/>
                  </a:cubicBezTo>
                  <a:cubicBezTo>
                    <a:pt x="16741" y="1728"/>
                    <a:pt x="15953" y="1897"/>
                    <a:pt x="15082" y="2221"/>
                  </a:cubicBezTo>
                  <a:cubicBezTo>
                    <a:pt x="14477" y="608"/>
                    <a:pt x="13475" y="1"/>
                    <a:pt x="12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08" name="Google Shape;608;p45"/>
            <p:cNvGrpSpPr/>
            <p:nvPr/>
          </p:nvGrpSpPr>
          <p:grpSpPr>
            <a:xfrm flipH="1">
              <a:off x="5678054" y="4905697"/>
              <a:ext cx="275171" cy="201125"/>
              <a:chOff x="2300825" y="4105475"/>
              <a:chExt cx="103475" cy="75625"/>
            </a:xfrm>
          </p:grpSpPr>
          <p:sp>
            <p:nvSpPr>
              <p:cNvPr id="609" name="Google Shape;609;p45"/>
              <p:cNvSpPr/>
              <p:nvPr/>
            </p:nvSpPr>
            <p:spPr>
              <a:xfrm>
                <a:off x="2300825" y="4105475"/>
                <a:ext cx="103475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4139" h="3025" extrusionOk="0">
                    <a:moveTo>
                      <a:pt x="2777" y="0"/>
                    </a:moveTo>
                    <a:cubicBezTo>
                      <a:pt x="2352" y="0"/>
                      <a:pt x="1858" y="145"/>
                      <a:pt x="1394" y="433"/>
                    </a:cubicBezTo>
                    <a:cubicBezTo>
                      <a:pt x="455" y="1019"/>
                      <a:pt x="1" y="1972"/>
                      <a:pt x="368" y="2572"/>
                    </a:cubicBezTo>
                    <a:cubicBezTo>
                      <a:pt x="559" y="2872"/>
                      <a:pt x="925" y="3024"/>
                      <a:pt x="1362" y="3024"/>
                    </a:cubicBezTo>
                    <a:cubicBezTo>
                      <a:pt x="1785" y="3024"/>
                      <a:pt x="2275" y="2881"/>
                      <a:pt x="2738" y="2593"/>
                    </a:cubicBezTo>
                    <a:cubicBezTo>
                      <a:pt x="3677" y="2009"/>
                      <a:pt x="4139" y="1048"/>
                      <a:pt x="3764" y="456"/>
                    </a:cubicBezTo>
                    <a:cubicBezTo>
                      <a:pt x="3577" y="152"/>
                      <a:pt x="3213" y="0"/>
                      <a:pt x="27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p45"/>
              <p:cNvSpPr/>
              <p:nvPr/>
            </p:nvSpPr>
            <p:spPr>
              <a:xfrm>
                <a:off x="2323025" y="4118950"/>
                <a:ext cx="45350" cy="30775"/>
              </a:xfrm>
              <a:custGeom>
                <a:avLst/>
                <a:gdLst/>
                <a:ahLst/>
                <a:cxnLst/>
                <a:rect l="l" t="t" r="r" b="b"/>
                <a:pathLst>
                  <a:path w="1814" h="1231" extrusionOk="0">
                    <a:moveTo>
                      <a:pt x="1369" y="1"/>
                    </a:moveTo>
                    <a:cubicBezTo>
                      <a:pt x="1172" y="1"/>
                      <a:pt x="918" y="80"/>
                      <a:pt x="673" y="234"/>
                    </a:cubicBezTo>
                    <a:cubicBezTo>
                      <a:pt x="239" y="509"/>
                      <a:pt x="0" y="891"/>
                      <a:pt x="130" y="1101"/>
                    </a:cubicBezTo>
                    <a:cubicBezTo>
                      <a:pt x="185" y="1188"/>
                      <a:pt x="296" y="1230"/>
                      <a:pt x="438" y="1230"/>
                    </a:cubicBezTo>
                    <a:cubicBezTo>
                      <a:pt x="636" y="1230"/>
                      <a:pt x="894" y="1148"/>
                      <a:pt x="1143" y="993"/>
                    </a:cubicBezTo>
                    <a:cubicBezTo>
                      <a:pt x="1576" y="726"/>
                      <a:pt x="1813" y="343"/>
                      <a:pt x="1683" y="133"/>
                    </a:cubicBezTo>
                    <a:cubicBezTo>
                      <a:pt x="1628" y="44"/>
                      <a:pt x="1514" y="1"/>
                      <a:pt x="136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1" name="Google Shape;611;p45"/>
            <p:cNvGrpSpPr/>
            <p:nvPr/>
          </p:nvGrpSpPr>
          <p:grpSpPr>
            <a:xfrm flipH="1">
              <a:off x="4679893" y="4716017"/>
              <a:ext cx="275176" cy="175560"/>
              <a:chOff x="2097475" y="4160575"/>
              <a:chExt cx="80600" cy="51425"/>
            </a:xfrm>
          </p:grpSpPr>
          <p:sp>
            <p:nvSpPr>
              <p:cNvPr id="612" name="Google Shape;612;p45"/>
              <p:cNvSpPr/>
              <p:nvPr/>
            </p:nvSpPr>
            <p:spPr>
              <a:xfrm>
                <a:off x="2097475" y="4160575"/>
                <a:ext cx="80600" cy="51425"/>
              </a:xfrm>
              <a:custGeom>
                <a:avLst/>
                <a:gdLst/>
                <a:ahLst/>
                <a:cxnLst/>
                <a:rect l="l" t="t" r="r" b="b"/>
                <a:pathLst>
                  <a:path w="3224" h="2057" extrusionOk="0">
                    <a:moveTo>
                      <a:pt x="1229" y="1"/>
                    </a:moveTo>
                    <a:cubicBezTo>
                      <a:pt x="703" y="1"/>
                      <a:pt x="274" y="212"/>
                      <a:pt x="160" y="578"/>
                    </a:cubicBezTo>
                    <a:cubicBezTo>
                      <a:pt x="1" y="1082"/>
                      <a:pt x="521" y="1696"/>
                      <a:pt x="1324" y="1949"/>
                    </a:cubicBezTo>
                    <a:cubicBezTo>
                      <a:pt x="1555" y="2022"/>
                      <a:pt x="1784" y="2057"/>
                      <a:pt x="1997" y="2057"/>
                    </a:cubicBezTo>
                    <a:cubicBezTo>
                      <a:pt x="2523" y="2057"/>
                      <a:pt x="2951" y="1847"/>
                      <a:pt x="3064" y="1488"/>
                    </a:cubicBezTo>
                    <a:cubicBezTo>
                      <a:pt x="3224" y="975"/>
                      <a:pt x="2704" y="361"/>
                      <a:pt x="1901" y="108"/>
                    </a:cubicBezTo>
                    <a:cubicBezTo>
                      <a:pt x="1671" y="35"/>
                      <a:pt x="1442" y="1"/>
                      <a:pt x="12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45"/>
              <p:cNvSpPr/>
              <p:nvPr/>
            </p:nvSpPr>
            <p:spPr>
              <a:xfrm>
                <a:off x="2120250" y="4172550"/>
                <a:ext cx="35950" cy="19325"/>
              </a:xfrm>
              <a:custGeom>
                <a:avLst/>
                <a:gdLst/>
                <a:ahLst/>
                <a:cxnLst/>
                <a:rect l="l" t="t" r="r" b="b"/>
                <a:pathLst>
                  <a:path w="1438" h="773" extrusionOk="0">
                    <a:moveTo>
                      <a:pt x="444" y="0"/>
                    </a:moveTo>
                    <a:cubicBezTo>
                      <a:pt x="242" y="0"/>
                      <a:pt x="88" y="62"/>
                      <a:pt x="50" y="177"/>
                    </a:cubicBezTo>
                    <a:cubicBezTo>
                      <a:pt x="0" y="359"/>
                      <a:pt x="253" y="596"/>
                      <a:pt x="614" y="713"/>
                    </a:cubicBezTo>
                    <a:cubicBezTo>
                      <a:pt x="744" y="753"/>
                      <a:pt x="872" y="772"/>
                      <a:pt x="985" y="772"/>
                    </a:cubicBezTo>
                    <a:cubicBezTo>
                      <a:pt x="1192" y="772"/>
                      <a:pt x="1350" y="709"/>
                      <a:pt x="1387" y="596"/>
                    </a:cubicBezTo>
                    <a:cubicBezTo>
                      <a:pt x="1437" y="416"/>
                      <a:pt x="1186" y="177"/>
                      <a:pt x="823" y="63"/>
                    </a:cubicBezTo>
                    <a:cubicBezTo>
                      <a:pt x="690" y="20"/>
                      <a:pt x="559" y="0"/>
                      <a:pt x="4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4" name="Google Shape;614;p45"/>
            <p:cNvGrpSpPr/>
            <p:nvPr/>
          </p:nvGrpSpPr>
          <p:grpSpPr>
            <a:xfrm>
              <a:off x="4138981" y="4891578"/>
              <a:ext cx="211048" cy="154260"/>
              <a:chOff x="2300825" y="4105475"/>
              <a:chExt cx="103475" cy="75625"/>
            </a:xfrm>
          </p:grpSpPr>
          <p:sp>
            <p:nvSpPr>
              <p:cNvPr id="615" name="Google Shape;615;p45"/>
              <p:cNvSpPr/>
              <p:nvPr/>
            </p:nvSpPr>
            <p:spPr>
              <a:xfrm>
                <a:off x="2300825" y="4105475"/>
                <a:ext cx="103475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4139" h="3025" extrusionOk="0">
                    <a:moveTo>
                      <a:pt x="2777" y="0"/>
                    </a:moveTo>
                    <a:cubicBezTo>
                      <a:pt x="2352" y="0"/>
                      <a:pt x="1858" y="145"/>
                      <a:pt x="1394" y="433"/>
                    </a:cubicBezTo>
                    <a:cubicBezTo>
                      <a:pt x="455" y="1019"/>
                      <a:pt x="1" y="1972"/>
                      <a:pt x="368" y="2572"/>
                    </a:cubicBezTo>
                    <a:cubicBezTo>
                      <a:pt x="559" y="2872"/>
                      <a:pt x="925" y="3024"/>
                      <a:pt x="1362" y="3024"/>
                    </a:cubicBezTo>
                    <a:cubicBezTo>
                      <a:pt x="1785" y="3024"/>
                      <a:pt x="2275" y="2881"/>
                      <a:pt x="2738" y="2593"/>
                    </a:cubicBezTo>
                    <a:cubicBezTo>
                      <a:pt x="3677" y="2009"/>
                      <a:pt x="4139" y="1048"/>
                      <a:pt x="3764" y="456"/>
                    </a:cubicBezTo>
                    <a:cubicBezTo>
                      <a:pt x="3577" y="152"/>
                      <a:pt x="3213" y="0"/>
                      <a:pt x="27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45"/>
              <p:cNvSpPr/>
              <p:nvPr/>
            </p:nvSpPr>
            <p:spPr>
              <a:xfrm>
                <a:off x="2323025" y="4118950"/>
                <a:ext cx="45350" cy="30775"/>
              </a:xfrm>
              <a:custGeom>
                <a:avLst/>
                <a:gdLst/>
                <a:ahLst/>
                <a:cxnLst/>
                <a:rect l="l" t="t" r="r" b="b"/>
                <a:pathLst>
                  <a:path w="1814" h="1231" extrusionOk="0">
                    <a:moveTo>
                      <a:pt x="1369" y="1"/>
                    </a:moveTo>
                    <a:cubicBezTo>
                      <a:pt x="1172" y="1"/>
                      <a:pt x="918" y="80"/>
                      <a:pt x="673" y="234"/>
                    </a:cubicBezTo>
                    <a:cubicBezTo>
                      <a:pt x="239" y="509"/>
                      <a:pt x="0" y="891"/>
                      <a:pt x="130" y="1101"/>
                    </a:cubicBezTo>
                    <a:cubicBezTo>
                      <a:pt x="185" y="1188"/>
                      <a:pt x="296" y="1230"/>
                      <a:pt x="438" y="1230"/>
                    </a:cubicBezTo>
                    <a:cubicBezTo>
                      <a:pt x="636" y="1230"/>
                      <a:pt x="894" y="1148"/>
                      <a:pt x="1143" y="993"/>
                    </a:cubicBezTo>
                    <a:cubicBezTo>
                      <a:pt x="1576" y="726"/>
                      <a:pt x="1813" y="343"/>
                      <a:pt x="1683" y="133"/>
                    </a:cubicBezTo>
                    <a:cubicBezTo>
                      <a:pt x="1628" y="44"/>
                      <a:pt x="1514" y="1"/>
                      <a:pt x="136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17" name="Google Shape;617;p45"/>
          <p:cNvGrpSpPr/>
          <p:nvPr/>
        </p:nvGrpSpPr>
        <p:grpSpPr>
          <a:xfrm rot="-2833521" flipH="1">
            <a:off x="2693976" y="4784048"/>
            <a:ext cx="211044" cy="154263"/>
            <a:chOff x="2300825" y="4105475"/>
            <a:chExt cx="103475" cy="75625"/>
          </a:xfrm>
        </p:grpSpPr>
        <p:sp>
          <p:nvSpPr>
            <p:cNvPr id="618" name="Google Shape;618;p45"/>
            <p:cNvSpPr/>
            <p:nvPr/>
          </p:nvSpPr>
          <p:spPr>
            <a:xfrm>
              <a:off x="2300825" y="4105475"/>
              <a:ext cx="103475" cy="75625"/>
            </a:xfrm>
            <a:custGeom>
              <a:avLst/>
              <a:gdLst/>
              <a:ahLst/>
              <a:cxnLst/>
              <a:rect l="l" t="t" r="r" b="b"/>
              <a:pathLst>
                <a:path w="4139" h="3025" extrusionOk="0">
                  <a:moveTo>
                    <a:pt x="2777" y="0"/>
                  </a:moveTo>
                  <a:cubicBezTo>
                    <a:pt x="2352" y="0"/>
                    <a:pt x="1858" y="145"/>
                    <a:pt x="1394" y="433"/>
                  </a:cubicBezTo>
                  <a:cubicBezTo>
                    <a:pt x="455" y="1019"/>
                    <a:pt x="1" y="1972"/>
                    <a:pt x="368" y="2572"/>
                  </a:cubicBezTo>
                  <a:cubicBezTo>
                    <a:pt x="559" y="2872"/>
                    <a:pt x="925" y="3024"/>
                    <a:pt x="1362" y="3024"/>
                  </a:cubicBezTo>
                  <a:cubicBezTo>
                    <a:pt x="1785" y="3024"/>
                    <a:pt x="2275" y="2881"/>
                    <a:pt x="2738" y="2593"/>
                  </a:cubicBezTo>
                  <a:cubicBezTo>
                    <a:pt x="3677" y="2009"/>
                    <a:pt x="4139" y="1048"/>
                    <a:pt x="3764" y="456"/>
                  </a:cubicBezTo>
                  <a:cubicBezTo>
                    <a:pt x="3577" y="152"/>
                    <a:pt x="3213" y="0"/>
                    <a:pt x="27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45"/>
            <p:cNvSpPr/>
            <p:nvPr/>
          </p:nvSpPr>
          <p:spPr>
            <a:xfrm>
              <a:off x="2323025" y="4118950"/>
              <a:ext cx="45350" cy="30775"/>
            </a:xfrm>
            <a:custGeom>
              <a:avLst/>
              <a:gdLst/>
              <a:ahLst/>
              <a:cxnLst/>
              <a:rect l="l" t="t" r="r" b="b"/>
              <a:pathLst>
                <a:path w="1814" h="1231" extrusionOk="0">
                  <a:moveTo>
                    <a:pt x="1369" y="1"/>
                  </a:moveTo>
                  <a:cubicBezTo>
                    <a:pt x="1172" y="1"/>
                    <a:pt x="918" y="80"/>
                    <a:pt x="673" y="234"/>
                  </a:cubicBezTo>
                  <a:cubicBezTo>
                    <a:pt x="239" y="509"/>
                    <a:pt x="0" y="891"/>
                    <a:pt x="130" y="1101"/>
                  </a:cubicBezTo>
                  <a:cubicBezTo>
                    <a:pt x="185" y="1188"/>
                    <a:pt x="296" y="1230"/>
                    <a:pt x="438" y="1230"/>
                  </a:cubicBezTo>
                  <a:cubicBezTo>
                    <a:pt x="636" y="1230"/>
                    <a:pt x="894" y="1148"/>
                    <a:pt x="1143" y="993"/>
                  </a:cubicBezTo>
                  <a:cubicBezTo>
                    <a:pt x="1576" y="726"/>
                    <a:pt x="1813" y="343"/>
                    <a:pt x="1683" y="133"/>
                  </a:cubicBezTo>
                  <a:cubicBezTo>
                    <a:pt x="1628" y="44"/>
                    <a:pt x="1514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0" name="Google Shape;620;p45"/>
          <p:cNvGrpSpPr/>
          <p:nvPr/>
        </p:nvGrpSpPr>
        <p:grpSpPr>
          <a:xfrm flipH="1">
            <a:off x="904499" y="4673971"/>
            <a:ext cx="407038" cy="259676"/>
            <a:chOff x="2097475" y="4160575"/>
            <a:chExt cx="80600" cy="51425"/>
          </a:xfrm>
        </p:grpSpPr>
        <p:sp>
          <p:nvSpPr>
            <p:cNvPr id="621" name="Google Shape;621;p45"/>
            <p:cNvSpPr/>
            <p:nvPr/>
          </p:nvSpPr>
          <p:spPr>
            <a:xfrm>
              <a:off x="2097475" y="4160575"/>
              <a:ext cx="80600" cy="51425"/>
            </a:xfrm>
            <a:custGeom>
              <a:avLst/>
              <a:gdLst/>
              <a:ahLst/>
              <a:cxnLst/>
              <a:rect l="l" t="t" r="r" b="b"/>
              <a:pathLst>
                <a:path w="3224" h="2057" extrusionOk="0">
                  <a:moveTo>
                    <a:pt x="1229" y="1"/>
                  </a:moveTo>
                  <a:cubicBezTo>
                    <a:pt x="703" y="1"/>
                    <a:pt x="274" y="212"/>
                    <a:pt x="160" y="578"/>
                  </a:cubicBezTo>
                  <a:cubicBezTo>
                    <a:pt x="1" y="1082"/>
                    <a:pt x="521" y="1696"/>
                    <a:pt x="1324" y="1949"/>
                  </a:cubicBezTo>
                  <a:cubicBezTo>
                    <a:pt x="1555" y="2022"/>
                    <a:pt x="1784" y="2057"/>
                    <a:pt x="1997" y="2057"/>
                  </a:cubicBezTo>
                  <a:cubicBezTo>
                    <a:pt x="2523" y="2057"/>
                    <a:pt x="2951" y="1847"/>
                    <a:pt x="3064" y="1488"/>
                  </a:cubicBezTo>
                  <a:cubicBezTo>
                    <a:pt x="3224" y="975"/>
                    <a:pt x="2704" y="361"/>
                    <a:pt x="1901" y="108"/>
                  </a:cubicBezTo>
                  <a:cubicBezTo>
                    <a:pt x="1671" y="35"/>
                    <a:pt x="1442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45"/>
            <p:cNvSpPr/>
            <p:nvPr/>
          </p:nvSpPr>
          <p:spPr>
            <a:xfrm>
              <a:off x="2120250" y="4172550"/>
              <a:ext cx="35950" cy="19325"/>
            </a:xfrm>
            <a:custGeom>
              <a:avLst/>
              <a:gdLst/>
              <a:ahLst/>
              <a:cxnLst/>
              <a:rect l="l" t="t" r="r" b="b"/>
              <a:pathLst>
                <a:path w="1438" h="773" extrusionOk="0">
                  <a:moveTo>
                    <a:pt x="444" y="0"/>
                  </a:moveTo>
                  <a:cubicBezTo>
                    <a:pt x="242" y="0"/>
                    <a:pt x="88" y="62"/>
                    <a:pt x="50" y="177"/>
                  </a:cubicBezTo>
                  <a:cubicBezTo>
                    <a:pt x="0" y="359"/>
                    <a:pt x="253" y="596"/>
                    <a:pt x="614" y="713"/>
                  </a:cubicBezTo>
                  <a:cubicBezTo>
                    <a:pt x="744" y="753"/>
                    <a:pt x="872" y="772"/>
                    <a:pt x="985" y="772"/>
                  </a:cubicBezTo>
                  <a:cubicBezTo>
                    <a:pt x="1192" y="772"/>
                    <a:pt x="1350" y="709"/>
                    <a:pt x="1387" y="596"/>
                  </a:cubicBezTo>
                  <a:cubicBezTo>
                    <a:pt x="1437" y="416"/>
                    <a:pt x="1186" y="177"/>
                    <a:pt x="823" y="63"/>
                  </a:cubicBezTo>
                  <a:cubicBezTo>
                    <a:pt x="690" y="20"/>
                    <a:pt x="559" y="0"/>
                    <a:pt x="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3" name="Google Shape;623;p45"/>
          <p:cNvGrpSpPr/>
          <p:nvPr/>
        </p:nvGrpSpPr>
        <p:grpSpPr>
          <a:xfrm rot="-143816" flipH="1">
            <a:off x="1746538" y="4815694"/>
            <a:ext cx="211046" cy="154266"/>
            <a:chOff x="2300825" y="4105475"/>
            <a:chExt cx="103475" cy="75625"/>
          </a:xfrm>
        </p:grpSpPr>
        <p:sp>
          <p:nvSpPr>
            <p:cNvPr id="624" name="Google Shape;624;p45"/>
            <p:cNvSpPr/>
            <p:nvPr/>
          </p:nvSpPr>
          <p:spPr>
            <a:xfrm>
              <a:off x="2300825" y="4105475"/>
              <a:ext cx="103475" cy="75625"/>
            </a:xfrm>
            <a:custGeom>
              <a:avLst/>
              <a:gdLst/>
              <a:ahLst/>
              <a:cxnLst/>
              <a:rect l="l" t="t" r="r" b="b"/>
              <a:pathLst>
                <a:path w="4139" h="3025" extrusionOk="0">
                  <a:moveTo>
                    <a:pt x="2777" y="0"/>
                  </a:moveTo>
                  <a:cubicBezTo>
                    <a:pt x="2352" y="0"/>
                    <a:pt x="1858" y="145"/>
                    <a:pt x="1394" y="433"/>
                  </a:cubicBezTo>
                  <a:cubicBezTo>
                    <a:pt x="455" y="1019"/>
                    <a:pt x="1" y="1972"/>
                    <a:pt x="368" y="2572"/>
                  </a:cubicBezTo>
                  <a:cubicBezTo>
                    <a:pt x="559" y="2872"/>
                    <a:pt x="925" y="3024"/>
                    <a:pt x="1362" y="3024"/>
                  </a:cubicBezTo>
                  <a:cubicBezTo>
                    <a:pt x="1785" y="3024"/>
                    <a:pt x="2275" y="2881"/>
                    <a:pt x="2738" y="2593"/>
                  </a:cubicBezTo>
                  <a:cubicBezTo>
                    <a:pt x="3677" y="2009"/>
                    <a:pt x="4139" y="1048"/>
                    <a:pt x="3764" y="456"/>
                  </a:cubicBezTo>
                  <a:cubicBezTo>
                    <a:pt x="3577" y="152"/>
                    <a:pt x="3213" y="0"/>
                    <a:pt x="27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45"/>
            <p:cNvSpPr/>
            <p:nvPr/>
          </p:nvSpPr>
          <p:spPr>
            <a:xfrm>
              <a:off x="2323025" y="4118950"/>
              <a:ext cx="45350" cy="30775"/>
            </a:xfrm>
            <a:custGeom>
              <a:avLst/>
              <a:gdLst/>
              <a:ahLst/>
              <a:cxnLst/>
              <a:rect l="l" t="t" r="r" b="b"/>
              <a:pathLst>
                <a:path w="1814" h="1231" extrusionOk="0">
                  <a:moveTo>
                    <a:pt x="1369" y="1"/>
                  </a:moveTo>
                  <a:cubicBezTo>
                    <a:pt x="1172" y="1"/>
                    <a:pt x="918" y="80"/>
                    <a:pt x="673" y="234"/>
                  </a:cubicBezTo>
                  <a:cubicBezTo>
                    <a:pt x="239" y="509"/>
                    <a:pt x="0" y="891"/>
                    <a:pt x="130" y="1101"/>
                  </a:cubicBezTo>
                  <a:cubicBezTo>
                    <a:pt x="185" y="1188"/>
                    <a:pt x="296" y="1230"/>
                    <a:pt x="438" y="1230"/>
                  </a:cubicBezTo>
                  <a:cubicBezTo>
                    <a:pt x="636" y="1230"/>
                    <a:pt x="894" y="1148"/>
                    <a:pt x="1143" y="993"/>
                  </a:cubicBezTo>
                  <a:cubicBezTo>
                    <a:pt x="1576" y="726"/>
                    <a:pt x="1813" y="343"/>
                    <a:pt x="1683" y="133"/>
                  </a:cubicBezTo>
                  <a:cubicBezTo>
                    <a:pt x="1628" y="44"/>
                    <a:pt x="1514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7" name="Google Shape;7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6" r:id="rId16"/>
    <p:sldLayoutId id="2147483667" r:id="rId17"/>
    <p:sldLayoutId id="2147483668" r:id="rId18"/>
    <p:sldLayoutId id="2147483669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utn.edu.ar/es/?option=com_content&amp;view=article&amp;id=1813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tn.edu.ar/es/secretaria-scour/scour-utn-sustentable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1"/>
          <p:cNvGrpSpPr/>
          <p:nvPr/>
        </p:nvGrpSpPr>
        <p:grpSpPr>
          <a:xfrm>
            <a:off x="121424" y="3013070"/>
            <a:ext cx="2800303" cy="2232242"/>
            <a:chOff x="-3487100" y="1129496"/>
            <a:chExt cx="2231318" cy="1778679"/>
          </a:xfrm>
        </p:grpSpPr>
        <p:sp>
          <p:nvSpPr>
            <p:cNvPr id="631" name="Google Shape;631;p1"/>
            <p:cNvSpPr/>
            <p:nvPr/>
          </p:nvSpPr>
          <p:spPr>
            <a:xfrm>
              <a:off x="-3469159" y="2306533"/>
              <a:ext cx="1149340" cy="590678"/>
            </a:xfrm>
            <a:custGeom>
              <a:avLst/>
              <a:gdLst/>
              <a:ahLst/>
              <a:cxnLst/>
              <a:rect l="l" t="t" r="r" b="b"/>
              <a:pathLst>
                <a:path w="10698" h="5498" extrusionOk="0">
                  <a:moveTo>
                    <a:pt x="780" y="0"/>
                  </a:moveTo>
                  <a:cubicBezTo>
                    <a:pt x="643" y="616"/>
                    <a:pt x="816" y="760"/>
                    <a:pt x="780" y="1612"/>
                  </a:cubicBezTo>
                  <a:cubicBezTo>
                    <a:pt x="744" y="2464"/>
                    <a:pt x="0" y="5497"/>
                    <a:pt x="0" y="5497"/>
                  </a:cubicBezTo>
                  <a:lnTo>
                    <a:pt x="10698" y="5497"/>
                  </a:lnTo>
                  <a:cubicBezTo>
                    <a:pt x="10698" y="5497"/>
                    <a:pt x="9954" y="2464"/>
                    <a:pt x="9917" y="1612"/>
                  </a:cubicBezTo>
                  <a:cubicBezTo>
                    <a:pt x="9881" y="760"/>
                    <a:pt x="10054" y="616"/>
                    <a:pt x="9917" y="0"/>
                  </a:cubicBezTo>
                  <a:close/>
                </a:path>
              </a:pathLst>
            </a:custGeom>
            <a:solidFill>
              <a:srgbClr val="7447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1"/>
            <p:cNvSpPr/>
            <p:nvPr/>
          </p:nvSpPr>
          <p:spPr>
            <a:xfrm>
              <a:off x="-3308437" y="2368737"/>
              <a:ext cx="49635" cy="513324"/>
            </a:xfrm>
            <a:custGeom>
              <a:avLst/>
              <a:gdLst/>
              <a:ahLst/>
              <a:cxnLst/>
              <a:rect l="l" t="t" r="r" b="b"/>
              <a:pathLst>
                <a:path w="462" h="4778" extrusionOk="0">
                  <a:moveTo>
                    <a:pt x="447" y="0"/>
                  </a:moveTo>
                  <a:cubicBezTo>
                    <a:pt x="433" y="0"/>
                    <a:pt x="426" y="0"/>
                    <a:pt x="418" y="14"/>
                  </a:cubicBezTo>
                  <a:cubicBezTo>
                    <a:pt x="368" y="187"/>
                    <a:pt x="347" y="324"/>
                    <a:pt x="347" y="454"/>
                  </a:cubicBezTo>
                  <a:cubicBezTo>
                    <a:pt x="347" y="643"/>
                    <a:pt x="390" y="817"/>
                    <a:pt x="418" y="1084"/>
                  </a:cubicBezTo>
                  <a:cubicBezTo>
                    <a:pt x="426" y="1105"/>
                    <a:pt x="426" y="1141"/>
                    <a:pt x="426" y="1184"/>
                  </a:cubicBezTo>
                  <a:cubicBezTo>
                    <a:pt x="426" y="1358"/>
                    <a:pt x="397" y="1668"/>
                    <a:pt x="361" y="2037"/>
                  </a:cubicBezTo>
                  <a:cubicBezTo>
                    <a:pt x="296" y="2585"/>
                    <a:pt x="210" y="3264"/>
                    <a:pt x="137" y="3807"/>
                  </a:cubicBezTo>
                  <a:cubicBezTo>
                    <a:pt x="101" y="4081"/>
                    <a:pt x="64" y="4318"/>
                    <a:pt x="43" y="4485"/>
                  </a:cubicBezTo>
                  <a:cubicBezTo>
                    <a:pt x="28" y="4572"/>
                    <a:pt x="21" y="4637"/>
                    <a:pt x="14" y="4681"/>
                  </a:cubicBezTo>
                  <a:cubicBezTo>
                    <a:pt x="7" y="4731"/>
                    <a:pt x="0" y="4752"/>
                    <a:pt x="0" y="4752"/>
                  </a:cubicBezTo>
                  <a:cubicBezTo>
                    <a:pt x="0" y="4767"/>
                    <a:pt x="7" y="4774"/>
                    <a:pt x="21" y="4774"/>
                  </a:cubicBezTo>
                  <a:cubicBezTo>
                    <a:pt x="23" y="4776"/>
                    <a:pt x="25" y="4777"/>
                    <a:pt x="28" y="4777"/>
                  </a:cubicBezTo>
                  <a:cubicBezTo>
                    <a:pt x="35" y="4777"/>
                    <a:pt x="43" y="4771"/>
                    <a:pt x="43" y="4761"/>
                  </a:cubicBezTo>
                  <a:cubicBezTo>
                    <a:pt x="43" y="4761"/>
                    <a:pt x="151" y="4045"/>
                    <a:pt x="253" y="3235"/>
                  </a:cubicBezTo>
                  <a:cubicBezTo>
                    <a:pt x="303" y="2831"/>
                    <a:pt x="361" y="2405"/>
                    <a:pt x="397" y="2037"/>
                  </a:cubicBezTo>
                  <a:cubicBezTo>
                    <a:pt x="440" y="1668"/>
                    <a:pt x="461" y="1358"/>
                    <a:pt x="461" y="1184"/>
                  </a:cubicBezTo>
                  <a:lnTo>
                    <a:pt x="461" y="1077"/>
                  </a:lnTo>
                  <a:cubicBezTo>
                    <a:pt x="426" y="808"/>
                    <a:pt x="390" y="635"/>
                    <a:pt x="390" y="454"/>
                  </a:cubicBezTo>
                  <a:cubicBezTo>
                    <a:pt x="390" y="324"/>
                    <a:pt x="404" y="194"/>
                    <a:pt x="461" y="28"/>
                  </a:cubicBezTo>
                  <a:cubicBezTo>
                    <a:pt x="461" y="14"/>
                    <a:pt x="454" y="0"/>
                    <a:pt x="447" y="0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1"/>
            <p:cNvSpPr/>
            <p:nvPr/>
          </p:nvSpPr>
          <p:spPr>
            <a:xfrm>
              <a:off x="-3036952" y="2397099"/>
              <a:ext cx="20198" cy="502473"/>
            </a:xfrm>
            <a:custGeom>
              <a:avLst/>
              <a:gdLst/>
              <a:ahLst/>
              <a:cxnLst/>
              <a:rect l="l" t="t" r="r" b="b"/>
              <a:pathLst>
                <a:path w="188" h="4677" extrusionOk="0">
                  <a:moveTo>
                    <a:pt x="30" y="1"/>
                  </a:moveTo>
                  <a:cubicBezTo>
                    <a:pt x="23" y="1"/>
                    <a:pt x="14" y="7"/>
                    <a:pt x="14" y="17"/>
                  </a:cubicBezTo>
                  <a:cubicBezTo>
                    <a:pt x="1" y="54"/>
                    <a:pt x="1" y="97"/>
                    <a:pt x="1" y="147"/>
                  </a:cubicBezTo>
                  <a:cubicBezTo>
                    <a:pt x="1" y="371"/>
                    <a:pt x="73" y="697"/>
                    <a:pt x="131" y="891"/>
                  </a:cubicBezTo>
                  <a:cubicBezTo>
                    <a:pt x="137" y="899"/>
                    <a:pt x="137" y="913"/>
                    <a:pt x="137" y="927"/>
                  </a:cubicBezTo>
                  <a:cubicBezTo>
                    <a:pt x="144" y="977"/>
                    <a:pt x="144" y="1073"/>
                    <a:pt x="144" y="1187"/>
                  </a:cubicBezTo>
                  <a:cubicBezTo>
                    <a:pt x="144" y="1643"/>
                    <a:pt x="110" y="2510"/>
                    <a:pt x="73" y="3261"/>
                  </a:cubicBezTo>
                  <a:cubicBezTo>
                    <a:pt x="58" y="3637"/>
                    <a:pt x="37" y="3990"/>
                    <a:pt x="23" y="4243"/>
                  </a:cubicBezTo>
                  <a:cubicBezTo>
                    <a:pt x="14" y="4373"/>
                    <a:pt x="7" y="4474"/>
                    <a:pt x="7" y="4547"/>
                  </a:cubicBezTo>
                  <a:cubicBezTo>
                    <a:pt x="1" y="4618"/>
                    <a:pt x="1" y="4654"/>
                    <a:pt x="1" y="4654"/>
                  </a:cubicBezTo>
                  <a:cubicBezTo>
                    <a:pt x="1" y="4670"/>
                    <a:pt x="7" y="4677"/>
                    <a:pt x="23" y="4677"/>
                  </a:cubicBezTo>
                  <a:cubicBezTo>
                    <a:pt x="30" y="4677"/>
                    <a:pt x="37" y="4670"/>
                    <a:pt x="44" y="4661"/>
                  </a:cubicBezTo>
                  <a:cubicBezTo>
                    <a:pt x="44" y="4661"/>
                    <a:pt x="188" y="2097"/>
                    <a:pt x="188" y="1187"/>
                  </a:cubicBezTo>
                  <a:cubicBezTo>
                    <a:pt x="188" y="1107"/>
                    <a:pt x="188" y="1043"/>
                    <a:pt x="181" y="993"/>
                  </a:cubicBezTo>
                  <a:lnTo>
                    <a:pt x="181" y="927"/>
                  </a:lnTo>
                  <a:cubicBezTo>
                    <a:pt x="181" y="906"/>
                    <a:pt x="174" y="891"/>
                    <a:pt x="174" y="884"/>
                  </a:cubicBezTo>
                  <a:cubicBezTo>
                    <a:pt x="117" y="690"/>
                    <a:pt x="44" y="364"/>
                    <a:pt x="44" y="147"/>
                  </a:cubicBezTo>
                  <a:cubicBezTo>
                    <a:pt x="44" y="104"/>
                    <a:pt x="44" y="60"/>
                    <a:pt x="51" y="24"/>
                  </a:cubicBezTo>
                  <a:cubicBezTo>
                    <a:pt x="51" y="10"/>
                    <a:pt x="51" y="3"/>
                    <a:pt x="37" y="3"/>
                  </a:cubicBezTo>
                  <a:cubicBezTo>
                    <a:pt x="35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1"/>
            <p:cNvSpPr/>
            <p:nvPr/>
          </p:nvSpPr>
          <p:spPr>
            <a:xfrm>
              <a:off x="-3392343" y="2520218"/>
              <a:ext cx="848307" cy="88312"/>
            </a:xfrm>
            <a:custGeom>
              <a:avLst/>
              <a:gdLst/>
              <a:ahLst/>
              <a:cxnLst/>
              <a:rect l="l" t="t" r="r" b="b"/>
              <a:pathLst>
                <a:path w="7896" h="822" extrusionOk="0">
                  <a:moveTo>
                    <a:pt x="25" y="0"/>
                  </a:moveTo>
                  <a:cubicBezTo>
                    <a:pt x="19" y="0"/>
                    <a:pt x="12" y="4"/>
                    <a:pt x="8" y="13"/>
                  </a:cubicBezTo>
                  <a:cubicBezTo>
                    <a:pt x="1" y="20"/>
                    <a:pt x="8" y="34"/>
                    <a:pt x="15" y="41"/>
                  </a:cubicBezTo>
                  <a:cubicBezTo>
                    <a:pt x="188" y="171"/>
                    <a:pt x="485" y="287"/>
                    <a:pt x="868" y="381"/>
                  </a:cubicBezTo>
                  <a:cubicBezTo>
                    <a:pt x="2022" y="677"/>
                    <a:pt x="3945" y="821"/>
                    <a:pt x="5548" y="821"/>
                  </a:cubicBezTo>
                  <a:cubicBezTo>
                    <a:pt x="6529" y="821"/>
                    <a:pt x="7382" y="764"/>
                    <a:pt x="7882" y="664"/>
                  </a:cubicBezTo>
                  <a:cubicBezTo>
                    <a:pt x="7888" y="664"/>
                    <a:pt x="7895" y="648"/>
                    <a:pt x="7895" y="641"/>
                  </a:cubicBezTo>
                  <a:cubicBezTo>
                    <a:pt x="7895" y="627"/>
                    <a:pt x="7882" y="620"/>
                    <a:pt x="7873" y="620"/>
                  </a:cubicBezTo>
                  <a:cubicBezTo>
                    <a:pt x="7382" y="728"/>
                    <a:pt x="6522" y="778"/>
                    <a:pt x="5548" y="778"/>
                  </a:cubicBezTo>
                  <a:cubicBezTo>
                    <a:pt x="4486" y="778"/>
                    <a:pt x="3272" y="714"/>
                    <a:pt x="2248" y="591"/>
                  </a:cubicBezTo>
                  <a:cubicBezTo>
                    <a:pt x="1734" y="525"/>
                    <a:pt x="1265" y="438"/>
                    <a:pt x="882" y="345"/>
                  </a:cubicBezTo>
                  <a:cubicBezTo>
                    <a:pt x="498" y="251"/>
                    <a:pt x="202" y="135"/>
                    <a:pt x="37" y="5"/>
                  </a:cubicBezTo>
                  <a:cubicBezTo>
                    <a:pt x="34" y="2"/>
                    <a:pt x="30" y="0"/>
                    <a:pt x="25" y="0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1"/>
            <p:cNvSpPr/>
            <p:nvPr/>
          </p:nvSpPr>
          <p:spPr>
            <a:xfrm>
              <a:off x="-3406310" y="2603693"/>
              <a:ext cx="786317" cy="93254"/>
            </a:xfrm>
            <a:custGeom>
              <a:avLst/>
              <a:gdLst/>
              <a:ahLst/>
              <a:cxnLst/>
              <a:rect l="l" t="t" r="r" b="b"/>
              <a:pathLst>
                <a:path w="7319" h="868" extrusionOk="0">
                  <a:moveTo>
                    <a:pt x="29" y="1"/>
                  </a:moveTo>
                  <a:cubicBezTo>
                    <a:pt x="22" y="1"/>
                    <a:pt x="8" y="1"/>
                    <a:pt x="1" y="17"/>
                  </a:cubicBezTo>
                  <a:cubicBezTo>
                    <a:pt x="1" y="24"/>
                    <a:pt x="1" y="37"/>
                    <a:pt x="8" y="37"/>
                  </a:cubicBezTo>
                  <a:cubicBezTo>
                    <a:pt x="635" y="370"/>
                    <a:pt x="1502" y="580"/>
                    <a:pt x="2428" y="701"/>
                  </a:cubicBezTo>
                  <a:cubicBezTo>
                    <a:pt x="3352" y="824"/>
                    <a:pt x="4328" y="868"/>
                    <a:pt x="5186" y="868"/>
                  </a:cubicBezTo>
                  <a:cubicBezTo>
                    <a:pt x="6112" y="868"/>
                    <a:pt x="6885" y="817"/>
                    <a:pt x="7303" y="767"/>
                  </a:cubicBezTo>
                  <a:cubicBezTo>
                    <a:pt x="7309" y="767"/>
                    <a:pt x="7318" y="760"/>
                    <a:pt x="7318" y="745"/>
                  </a:cubicBezTo>
                  <a:cubicBezTo>
                    <a:pt x="7318" y="738"/>
                    <a:pt x="7309" y="731"/>
                    <a:pt x="7296" y="731"/>
                  </a:cubicBezTo>
                  <a:cubicBezTo>
                    <a:pt x="6885" y="781"/>
                    <a:pt x="6105" y="824"/>
                    <a:pt x="5186" y="824"/>
                  </a:cubicBezTo>
                  <a:cubicBezTo>
                    <a:pt x="4335" y="824"/>
                    <a:pt x="3352" y="788"/>
                    <a:pt x="2428" y="658"/>
                  </a:cubicBezTo>
                  <a:cubicBezTo>
                    <a:pt x="1511" y="537"/>
                    <a:pt x="651" y="334"/>
                    <a:pt x="29" y="1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1"/>
            <p:cNvSpPr/>
            <p:nvPr/>
          </p:nvSpPr>
          <p:spPr>
            <a:xfrm>
              <a:off x="-3421888" y="2680078"/>
              <a:ext cx="721748" cy="103890"/>
            </a:xfrm>
            <a:custGeom>
              <a:avLst/>
              <a:gdLst/>
              <a:ahLst/>
              <a:cxnLst/>
              <a:rect l="l" t="t" r="r" b="b"/>
              <a:pathLst>
                <a:path w="6718" h="967" extrusionOk="0">
                  <a:moveTo>
                    <a:pt x="23" y="1"/>
                  </a:moveTo>
                  <a:cubicBezTo>
                    <a:pt x="18" y="1"/>
                    <a:pt x="12" y="2"/>
                    <a:pt x="9" y="6"/>
                  </a:cubicBezTo>
                  <a:cubicBezTo>
                    <a:pt x="0" y="13"/>
                    <a:pt x="0" y="27"/>
                    <a:pt x="9" y="34"/>
                  </a:cubicBezTo>
                  <a:cubicBezTo>
                    <a:pt x="160" y="200"/>
                    <a:pt x="456" y="337"/>
                    <a:pt x="832" y="460"/>
                  </a:cubicBezTo>
                  <a:cubicBezTo>
                    <a:pt x="1966" y="814"/>
                    <a:pt x="3880" y="966"/>
                    <a:pt x="5267" y="966"/>
                  </a:cubicBezTo>
                  <a:cubicBezTo>
                    <a:pt x="5894" y="966"/>
                    <a:pt x="6407" y="937"/>
                    <a:pt x="6704" y="880"/>
                  </a:cubicBezTo>
                  <a:cubicBezTo>
                    <a:pt x="6711" y="873"/>
                    <a:pt x="6718" y="866"/>
                    <a:pt x="6718" y="850"/>
                  </a:cubicBezTo>
                  <a:cubicBezTo>
                    <a:pt x="6711" y="843"/>
                    <a:pt x="6704" y="836"/>
                    <a:pt x="6690" y="836"/>
                  </a:cubicBezTo>
                  <a:cubicBezTo>
                    <a:pt x="6407" y="893"/>
                    <a:pt x="5894" y="930"/>
                    <a:pt x="5267" y="930"/>
                  </a:cubicBezTo>
                  <a:cubicBezTo>
                    <a:pt x="4350" y="930"/>
                    <a:pt x="3187" y="857"/>
                    <a:pt x="2183" y="706"/>
                  </a:cubicBezTo>
                  <a:cubicBezTo>
                    <a:pt x="1684" y="633"/>
                    <a:pt x="1222" y="540"/>
                    <a:pt x="846" y="424"/>
                  </a:cubicBezTo>
                  <a:cubicBezTo>
                    <a:pt x="470" y="302"/>
                    <a:pt x="182" y="164"/>
                    <a:pt x="37" y="6"/>
                  </a:cubicBezTo>
                  <a:cubicBezTo>
                    <a:pt x="33" y="2"/>
                    <a:pt x="28" y="1"/>
                    <a:pt x="23" y="1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1"/>
            <p:cNvSpPr/>
            <p:nvPr/>
          </p:nvSpPr>
          <p:spPr>
            <a:xfrm>
              <a:off x="-3469159" y="2559645"/>
              <a:ext cx="1149340" cy="337561"/>
            </a:xfrm>
            <a:custGeom>
              <a:avLst/>
              <a:gdLst/>
              <a:ahLst/>
              <a:cxnLst/>
              <a:rect l="l" t="t" r="r" b="b"/>
              <a:pathLst>
                <a:path w="10698" h="3142" extrusionOk="0">
                  <a:moveTo>
                    <a:pt x="10011" y="0"/>
                  </a:moveTo>
                  <a:cubicBezTo>
                    <a:pt x="9297" y="1364"/>
                    <a:pt x="7150" y="1733"/>
                    <a:pt x="5455" y="1733"/>
                  </a:cubicBezTo>
                  <a:cubicBezTo>
                    <a:pt x="4799" y="1733"/>
                    <a:pt x="4211" y="1678"/>
                    <a:pt x="3800" y="1604"/>
                  </a:cubicBezTo>
                  <a:cubicBezTo>
                    <a:pt x="2139" y="1314"/>
                    <a:pt x="1307" y="751"/>
                    <a:pt x="666" y="94"/>
                  </a:cubicBezTo>
                  <a:cubicBezTo>
                    <a:pt x="449" y="1314"/>
                    <a:pt x="0" y="3141"/>
                    <a:pt x="0" y="3141"/>
                  </a:cubicBezTo>
                  <a:lnTo>
                    <a:pt x="10698" y="3141"/>
                  </a:lnTo>
                  <a:cubicBezTo>
                    <a:pt x="10698" y="3141"/>
                    <a:pt x="10221" y="1214"/>
                    <a:pt x="10011" y="0"/>
                  </a:cubicBezTo>
                  <a:close/>
                </a:path>
              </a:pathLst>
            </a:custGeom>
            <a:solidFill>
              <a:srgbClr val="212529">
                <a:alpha val="18823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1"/>
            <p:cNvSpPr/>
            <p:nvPr/>
          </p:nvSpPr>
          <p:spPr>
            <a:xfrm>
              <a:off x="-3392343" y="2368414"/>
              <a:ext cx="980882" cy="110443"/>
            </a:xfrm>
            <a:custGeom>
              <a:avLst/>
              <a:gdLst/>
              <a:ahLst/>
              <a:cxnLst/>
              <a:rect l="l" t="t" r="r" b="b"/>
              <a:pathLst>
                <a:path w="9130" h="1028" extrusionOk="0">
                  <a:moveTo>
                    <a:pt x="23" y="0"/>
                  </a:moveTo>
                  <a:cubicBezTo>
                    <a:pt x="20" y="0"/>
                    <a:pt x="17" y="1"/>
                    <a:pt x="15" y="3"/>
                  </a:cubicBezTo>
                  <a:cubicBezTo>
                    <a:pt x="8" y="10"/>
                    <a:pt x="1" y="24"/>
                    <a:pt x="8" y="31"/>
                  </a:cubicBezTo>
                  <a:cubicBezTo>
                    <a:pt x="65" y="111"/>
                    <a:pt x="152" y="184"/>
                    <a:pt x="261" y="248"/>
                  </a:cubicBezTo>
                  <a:cubicBezTo>
                    <a:pt x="455" y="371"/>
                    <a:pt x="738" y="480"/>
                    <a:pt x="1077" y="574"/>
                  </a:cubicBezTo>
                  <a:cubicBezTo>
                    <a:pt x="2102" y="854"/>
                    <a:pt x="3669" y="1028"/>
                    <a:pt x="5165" y="1028"/>
                  </a:cubicBezTo>
                  <a:cubicBezTo>
                    <a:pt x="6053" y="1028"/>
                    <a:pt x="6919" y="971"/>
                    <a:pt x="7622" y="834"/>
                  </a:cubicBezTo>
                  <a:cubicBezTo>
                    <a:pt x="7975" y="768"/>
                    <a:pt x="8285" y="681"/>
                    <a:pt x="8539" y="574"/>
                  </a:cubicBezTo>
                  <a:cubicBezTo>
                    <a:pt x="8799" y="473"/>
                    <a:pt x="8993" y="343"/>
                    <a:pt x="9123" y="190"/>
                  </a:cubicBezTo>
                  <a:cubicBezTo>
                    <a:pt x="9130" y="184"/>
                    <a:pt x="9130" y="177"/>
                    <a:pt x="9123" y="170"/>
                  </a:cubicBezTo>
                  <a:cubicBezTo>
                    <a:pt x="9119" y="165"/>
                    <a:pt x="9114" y="163"/>
                    <a:pt x="9109" y="163"/>
                  </a:cubicBezTo>
                  <a:cubicBezTo>
                    <a:pt x="9104" y="163"/>
                    <a:pt x="9098" y="165"/>
                    <a:pt x="9095" y="170"/>
                  </a:cubicBezTo>
                  <a:cubicBezTo>
                    <a:pt x="8972" y="314"/>
                    <a:pt x="8776" y="437"/>
                    <a:pt x="8523" y="537"/>
                  </a:cubicBezTo>
                  <a:cubicBezTo>
                    <a:pt x="7765" y="854"/>
                    <a:pt x="6495" y="993"/>
                    <a:pt x="5165" y="993"/>
                  </a:cubicBezTo>
                  <a:cubicBezTo>
                    <a:pt x="4031" y="993"/>
                    <a:pt x="2846" y="891"/>
                    <a:pt x="1901" y="717"/>
                  </a:cubicBezTo>
                  <a:cubicBezTo>
                    <a:pt x="1431" y="631"/>
                    <a:pt x="1012" y="523"/>
                    <a:pt x="694" y="407"/>
                  </a:cubicBezTo>
                  <a:cubicBezTo>
                    <a:pt x="528" y="350"/>
                    <a:pt x="391" y="284"/>
                    <a:pt x="282" y="220"/>
                  </a:cubicBezTo>
                  <a:cubicBezTo>
                    <a:pt x="174" y="147"/>
                    <a:pt x="95" y="83"/>
                    <a:pt x="44" y="10"/>
                  </a:cubicBezTo>
                  <a:cubicBezTo>
                    <a:pt x="39" y="5"/>
                    <a:pt x="30" y="0"/>
                    <a:pt x="23" y="0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1"/>
            <p:cNvSpPr/>
            <p:nvPr/>
          </p:nvSpPr>
          <p:spPr>
            <a:xfrm>
              <a:off x="-3385360" y="2210380"/>
              <a:ext cx="981741" cy="192524"/>
            </a:xfrm>
            <a:custGeom>
              <a:avLst/>
              <a:gdLst/>
              <a:ahLst/>
              <a:cxnLst/>
              <a:rect l="l" t="t" r="r" b="b"/>
              <a:pathLst>
                <a:path w="9138" h="1792" extrusionOk="0">
                  <a:moveTo>
                    <a:pt x="4566" y="1"/>
                  </a:moveTo>
                  <a:cubicBezTo>
                    <a:pt x="2044" y="1"/>
                    <a:pt x="0" y="405"/>
                    <a:pt x="0" y="895"/>
                  </a:cubicBezTo>
                  <a:cubicBezTo>
                    <a:pt x="0" y="1395"/>
                    <a:pt x="2044" y="1792"/>
                    <a:pt x="4566" y="1792"/>
                  </a:cubicBezTo>
                  <a:cubicBezTo>
                    <a:pt x="7094" y="1792"/>
                    <a:pt x="9137" y="1395"/>
                    <a:pt x="9137" y="895"/>
                  </a:cubicBezTo>
                  <a:cubicBezTo>
                    <a:pt x="9137" y="405"/>
                    <a:pt x="7094" y="1"/>
                    <a:pt x="4566" y="1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1"/>
            <p:cNvSpPr/>
            <p:nvPr/>
          </p:nvSpPr>
          <p:spPr>
            <a:xfrm>
              <a:off x="-2218949" y="1980581"/>
              <a:ext cx="436079" cy="927594"/>
            </a:xfrm>
            <a:custGeom>
              <a:avLst/>
              <a:gdLst/>
              <a:ahLst/>
              <a:cxnLst/>
              <a:rect l="l" t="t" r="r" b="b"/>
              <a:pathLst>
                <a:path w="4059" h="8634" extrusionOk="0">
                  <a:moveTo>
                    <a:pt x="643" y="1"/>
                  </a:moveTo>
                  <a:lnTo>
                    <a:pt x="0" y="8634"/>
                  </a:lnTo>
                  <a:lnTo>
                    <a:pt x="4058" y="8634"/>
                  </a:lnTo>
                  <a:lnTo>
                    <a:pt x="34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1"/>
            <p:cNvSpPr/>
            <p:nvPr/>
          </p:nvSpPr>
          <p:spPr>
            <a:xfrm>
              <a:off x="-2171678" y="2114120"/>
              <a:ext cx="342180" cy="207564"/>
            </a:xfrm>
            <a:custGeom>
              <a:avLst/>
              <a:gdLst/>
              <a:ahLst/>
              <a:cxnLst/>
              <a:rect l="l" t="t" r="r" b="b"/>
              <a:pathLst>
                <a:path w="3185" h="1932" extrusionOk="0">
                  <a:moveTo>
                    <a:pt x="108" y="1"/>
                  </a:moveTo>
                  <a:lnTo>
                    <a:pt x="0" y="1524"/>
                  </a:lnTo>
                  <a:cubicBezTo>
                    <a:pt x="0" y="1796"/>
                    <a:pt x="797" y="1931"/>
                    <a:pt x="1593" y="1931"/>
                  </a:cubicBezTo>
                  <a:cubicBezTo>
                    <a:pt x="2389" y="1931"/>
                    <a:pt x="3185" y="1796"/>
                    <a:pt x="3185" y="1524"/>
                  </a:cubicBezTo>
                  <a:lnTo>
                    <a:pt x="3071" y="1"/>
                  </a:lnTo>
                  <a:cubicBezTo>
                    <a:pt x="3071" y="229"/>
                    <a:pt x="2330" y="342"/>
                    <a:pt x="1589" y="342"/>
                  </a:cubicBezTo>
                  <a:cubicBezTo>
                    <a:pt x="849" y="342"/>
                    <a:pt x="108" y="229"/>
                    <a:pt x="108" y="1"/>
                  </a:cubicBez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1"/>
            <p:cNvSpPr/>
            <p:nvPr/>
          </p:nvSpPr>
          <p:spPr>
            <a:xfrm>
              <a:off x="-2196496" y="2440824"/>
              <a:ext cx="391278" cy="241299"/>
            </a:xfrm>
            <a:custGeom>
              <a:avLst/>
              <a:gdLst/>
              <a:ahLst/>
              <a:cxnLst/>
              <a:rect l="l" t="t" r="r" b="b"/>
              <a:pathLst>
                <a:path w="3642" h="2246" extrusionOk="0">
                  <a:moveTo>
                    <a:pt x="115" y="0"/>
                  </a:moveTo>
                  <a:lnTo>
                    <a:pt x="1" y="1524"/>
                  </a:lnTo>
                  <a:cubicBezTo>
                    <a:pt x="1" y="2005"/>
                    <a:pt x="911" y="2245"/>
                    <a:pt x="1821" y="2245"/>
                  </a:cubicBezTo>
                  <a:cubicBezTo>
                    <a:pt x="2731" y="2245"/>
                    <a:pt x="3641" y="2005"/>
                    <a:pt x="3641" y="1524"/>
                  </a:cubicBezTo>
                  <a:lnTo>
                    <a:pt x="3525" y="0"/>
                  </a:lnTo>
                  <a:cubicBezTo>
                    <a:pt x="3525" y="369"/>
                    <a:pt x="2673" y="553"/>
                    <a:pt x="1820" y="553"/>
                  </a:cubicBezTo>
                  <a:cubicBezTo>
                    <a:pt x="968" y="553"/>
                    <a:pt x="115" y="369"/>
                    <a:pt x="115" y="0"/>
                  </a:cubicBez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1"/>
            <p:cNvSpPr/>
            <p:nvPr/>
          </p:nvSpPr>
          <p:spPr>
            <a:xfrm>
              <a:off x="-2218949" y="2233693"/>
              <a:ext cx="317470" cy="674477"/>
            </a:xfrm>
            <a:custGeom>
              <a:avLst/>
              <a:gdLst/>
              <a:ahLst/>
              <a:cxnLst/>
              <a:rect l="l" t="t" r="r" b="b"/>
              <a:pathLst>
                <a:path w="2955" h="6278" extrusionOk="0">
                  <a:moveTo>
                    <a:pt x="470" y="0"/>
                  </a:moveTo>
                  <a:lnTo>
                    <a:pt x="0" y="6278"/>
                  </a:lnTo>
                  <a:lnTo>
                    <a:pt x="2954" y="6278"/>
                  </a:lnTo>
                  <a:cubicBezTo>
                    <a:pt x="1654" y="4875"/>
                    <a:pt x="1415" y="758"/>
                    <a:pt x="470" y="0"/>
                  </a:cubicBezTo>
                  <a:close/>
                </a:path>
              </a:pathLst>
            </a:custGeom>
            <a:solidFill>
              <a:srgbClr val="212529">
                <a:alpha val="18823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1"/>
            <p:cNvSpPr/>
            <p:nvPr/>
          </p:nvSpPr>
          <p:spPr>
            <a:xfrm>
              <a:off x="-2149869" y="1944268"/>
              <a:ext cx="298025" cy="72948"/>
            </a:xfrm>
            <a:custGeom>
              <a:avLst/>
              <a:gdLst/>
              <a:ahLst/>
              <a:cxnLst/>
              <a:rect l="l" t="t" r="r" b="b"/>
              <a:pathLst>
                <a:path w="2774" h="679" extrusionOk="0">
                  <a:moveTo>
                    <a:pt x="1387" y="1"/>
                  </a:moveTo>
                  <a:cubicBezTo>
                    <a:pt x="621" y="1"/>
                    <a:pt x="0" y="151"/>
                    <a:pt x="0" y="339"/>
                  </a:cubicBezTo>
                  <a:cubicBezTo>
                    <a:pt x="0" y="528"/>
                    <a:pt x="621" y="678"/>
                    <a:pt x="1387" y="678"/>
                  </a:cubicBezTo>
                  <a:cubicBezTo>
                    <a:pt x="2152" y="678"/>
                    <a:pt x="2774" y="528"/>
                    <a:pt x="2774" y="339"/>
                  </a:cubicBezTo>
                  <a:cubicBezTo>
                    <a:pt x="2774" y="151"/>
                    <a:pt x="2152" y="1"/>
                    <a:pt x="1387" y="1"/>
                  </a:cubicBezTo>
                  <a:close/>
                </a:path>
              </a:pathLst>
            </a:custGeom>
            <a:solidFill>
              <a:srgbClr val="7447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1"/>
            <p:cNvSpPr/>
            <p:nvPr/>
          </p:nvSpPr>
          <p:spPr>
            <a:xfrm>
              <a:off x="-2144498" y="2001853"/>
              <a:ext cx="295661" cy="36420"/>
            </a:xfrm>
            <a:custGeom>
              <a:avLst/>
              <a:gdLst/>
              <a:ahLst/>
              <a:cxnLst/>
              <a:rect l="l" t="t" r="r" b="b"/>
              <a:pathLst>
                <a:path w="2752" h="339" extrusionOk="0">
                  <a:moveTo>
                    <a:pt x="2723" y="0"/>
                  </a:moveTo>
                  <a:cubicBezTo>
                    <a:pt x="2717" y="0"/>
                    <a:pt x="2712" y="2"/>
                    <a:pt x="2708" y="5"/>
                  </a:cubicBezTo>
                  <a:cubicBezTo>
                    <a:pt x="2665" y="56"/>
                    <a:pt x="2601" y="99"/>
                    <a:pt x="2514" y="135"/>
                  </a:cubicBezTo>
                  <a:cubicBezTo>
                    <a:pt x="2276" y="245"/>
                    <a:pt x="1898" y="296"/>
                    <a:pt x="1506" y="296"/>
                  </a:cubicBezTo>
                  <a:cubicBezTo>
                    <a:pt x="1481" y="296"/>
                    <a:pt x="1456" y="295"/>
                    <a:pt x="1431" y="295"/>
                  </a:cubicBezTo>
                  <a:cubicBezTo>
                    <a:pt x="1148" y="295"/>
                    <a:pt x="867" y="272"/>
                    <a:pt x="621" y="236"/>
                  </a:cubicBezTo>
                  <a:cubicBezTo>
                    <a:pt x="368" y="193"/>
                    <a:pt x="158" y="135"/>
                    <a:pt x="28" y="63"/>
                  </a:cubicBezTo>
                  <a:cubicBezTo>
                    <a:pt x="26" y="61"/>
                    <a:pt x="24" y="60"/>
                    <a:pt x="21" y="60"/>
                  </a:cubicBezTo>
                  <a:cubicBezTo>
                    <a:pt x="14" y="60"/>
                    <a:pt x="5" y="65"/>
                    <a:pt x="1" y="71"/>
                  </a:cubicBezTo>
                  <a:cubicBezTo>
                    <a:pt x="1" y="78"/>
                    <a:pt x="1" y="92"/>
                    <a:pt x="14" y="99"/>
                  </a:cubicBezTo>
                  <a:cubicBezTo>
                    <a:pt x="151" y="172"/>
                    <a:pt x="361" y="236"/>
                    <a:pt x="614" y="272"/>
                  </a:cubicBezTo>
                  <a:cubicBezTo>
                    <a:pt x="860" y="316"/>
                    <a:pt x="1148" y="338"/>
                    <a:pt x="1431" y="338"/>
                  </a:cubicBezTo>
                  <a:cubicBezTo>
                    <a:pt x="1712" y="338"/>
                    <a:pt x="1994" y="316"/>
                    <a:pt x="2225" y="265"/>
                  </a:cubicBezTo>
                  <a:cubicBezTo>
                    <a:pt x="2341" y="245"/>
                    <a:pt x="2441" y="215"/>
                    <a:pt x="2528" y="172"/>
                  </a:cubicBezTo>
                  <a:cubicBezTo>
                    <a:pt x="2622" y="135"/>
                    <a:pt x="2694" y="92"/>
                    <a:pt x="2738" y="35"/>
                  </a:cubicBezTo>
                  <a:cubicBezTo>
                    <a:pt x="2752" y="28"/>
                    <a:pt x="2745" y="12"/>
                    <a:pt x="2738" y="5"/>
                  </a:cubicBezTo>
                  <a:cubicBezTo>
                    <a:pt x="2734" y="2"/>
                    <a:pt x="2729" y="0"/>
                    <a:pt x="2723" y="0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1"/>
            <p:cNvSpPr/>
            <p:nvPr/>
          </p:nvSpPr>
          <p:spPr>
            <a:xfrm>
              <a:off x="-3487100" y="1129496"/>
              <a:ext cx="2231318" cy="1274072"/>
            </a:xfrm>
            <a:custGeom>
              <a:avLst/>
              <a:gdLst/>
              <a:ahLst/>
              <a:cxnLst/>
              <a:rect l="l" t="t" r="r" b="b"/>
              <a:pathLst>
                <a:path w="20769" h="11859" extrusionOk="0">
                  <a:moveTo>
                    <a:pt x="20002" y="0"/>
                  </a:moveTo>
                  <a:cubicBezTo>
                    <a:pt x="19576" y="439"/>
                    <a:pt x="18142" y="1802"/>
                    <a:pt x="16609" y="1802"/>
                  </a:cubicBezTo>
                  <a:cubicBezTo>
                    <a:pt x="16531" y="1802"/>
                    <a:pt x="16453" y="1798"/>
                    <a:pt x="16375" y="1791"/>
                  </a:cubicBezTo>
                  <a:cubicBezTo>
                    <a:pt x="15938" y="1752"/>
                    <a:pt x="15573" y="1733"/>
                    <a:pt x="15271" y="1733"/>
                  </a:cubicBezTo>
                  <a:cubicBezTo>
                    <a:pt x="14082" y="1733"/>
                    <a:pt x="13859" y="2016"/>
                    <a:pt x="13955" y="2391"/>
                  </a:cubicBezTo>
                  <a:cubicBezTo>
                    <a:pt x="13712" y="2247"/>
                    <a:pt x="13498" y="2178"/>
                    <a:pt x="13312" y="2178"/>
                  </a:cubicBezTo>
                  <a:cubicBezTo>
                    <a:pt x="12964" y="2178"/>
                    <a:pt x="12715" y="2423"/>
                    <a:pt x="12555" y="2889"/>
                  </a:cubicBezTo>
                  <a:cubicBezTo>
                    <a:pt x="12028" y="2722"/>
                    <a:pt x="11571" y="2647"/>
                    <a:pt x="11170" y="2647"/>
                  </a:cubicBezTo>
                  <a:cubicBezTo>
                    <a:pt x="9905" y="2647"/>
                    <a:pt x="9200" y="3391"/>
                    <a:pt x="8640" y="4334"/>
                  </a:cubicBezTo>
                  <a:cubicBezTo>
                    <a:pt x="8434" y="4186"/>
                    <a:pt x="8271" y="4119"/>
                    <a:pt x="8144" y="4119"/>
                  </a:cubicBezTo>
                  <a:cubicBezTo>
                    <a:pt x="7912" y="4119"/>
                    <a:pt x="7801" y="4344"/>
                    <a:pt x="7758" y="4709"/>
                  </a:cubicBezTo>
                  <a:cubicBezTo>
                    <a:pt x="7358" y="4237"/>
                    <a:pt x="6870" y="3977"/>
                    <a:pt x="6414" y="3977"/>
                  </a:cubicBezTo>
                  <a:cubicBezTo>
                    <a:pt x="5726" y="3977"/>
                    <a:pt x="5111" y="4570"/>
                    <a:pt x="4984" y="5922"/>
                  </a:cubicBezTo>
                  <a:cubicBezTo>
                    <a:pt x="4766" y="5651"/>
                    <a:pt x="4482" y="5512"/>
                    <a:pt x="4230" y="5512"/>
                  </a:cubicBezTo>
                  <a:cubicBezTo>
                    <a:pt x="3825" y="5512"/>
                    <a:pt x="3501" y="5869"/>
                    <a:pt x="3657" y="6609"/>
                  </a:cubicBezTo>
                  <a:cubicBezTo>
                    <a:pt x="3448" y="6512"/>
                    <a:pt x="3267" y="6469"/>
                    <a:pt x="3116" y="6469"/>
                  </a:cubicBezTo>
                  <a:cubicBezTo>
                    <a:pt x="2570" y="6469"/>
                    <a:pt x="2409" y="7024"/>
                    <a:pt x="2731" y="7585"/>
                  </a:cubicBezTo>
                  <a:cubicBezTo>
                    <a:pt x="2691" y="7582"/>
                    <a:pt x="2653" y="7581"/>
                    <a:pt x="2614" y="7581"/>
                  </a:cubicBezTo>
                  <a:cubicBezTo>
                    <a:pt x="742" y="7581"/>
                    <a:pt x="1" y="10146"/>
                    <a:pt x="1684" y="11449"/>
                  </a:cubicBezTo>
                  <a:cubicBezTo>
                    <a:pt x="2722" y="11726"/>
                    <a:pt x="4172" y="11859"/>
                    <a:pt x="5583" y="11859"/>
                  </a:cubicBezTo>
                  <a:cubicBezTo>
                    <a:pt x="7361" y="11859"/>
                    <a:pt x="9078" y="11648"/>
                    <a:pt x="9831" y="11253"/>
                  </a:cubicBezTo>
                  <a:cubicBezTo>
                    <a:pt x="10721" y="10358"/>
                    <a:pt x="11175" y="8235"/>
                    <a:pt x="9457" y="8061"/>
                  </a:cubicBezTo>
                  <a:lnTo>
                    <a:pt x="9457" y="8061"/>
                  </a:lnTo>
                  <a:cubicBezTo>
                    <a:pt x="9500" y="8064"/>
                    <a:pt x="9543" y="8065"/>
                    <a:pt x="9586" y="8065"/>
                  </a:cubicBezTo>
                  <a:cubicBezTo>
                    <a:pt x="11095" y="8065"/>
                    <a:pt x="12074" y="6477"/>
                    <a:pt x="10878" y="5128"/>
                  </a:cubicBezTo>
                  <a:lnTo>
                    <a:pt x="10878" y="5128"/>
                  </a:lnTo>
                  <a:cubicBezTo>
                    <a:pt x="11225" y="5307"/>
                    <a:pt x="11545" y="5394"/>
                    <a:pt x="11839" y="5394"/>
                  </a:cubicBezTo>
                  <a:cubicBezTo>
                    <a:pt x="12494" y="5394"/>
                    <a:pt x="13020" y="4960"/>
                    <a:pt x="13428" y="4131"/>
                  </a:cubicBezTo>
                  <a:cubicBezTo>
                    <a:pt x="13704" y="4292"/>
                    <a:pt x="13973" y="4321"/>
                    <a:pt x="14133" y="4321"/>
                  </a:cubicBezTo>
                  <a:cubicBezTo>
                    <a:pt x="14225" y="4321"/>
                    <a:pt x="14281" y="4312"/>
                    <a:pt x="14281" y="4312"/>
                  </a:cubicBezTo>
                  <a:lnTo>
                    <a:pt x="14281" y="4312"/>
                  </a:lnTo>
                  <a:cubicBezTo>
                    <a:pt x="14281" y="4312"/>
                    <a:pt x="13661" y="4449"/>
                    <a:pt x="13285" y="4912"/>
                  </a:cubicBezTo>
                  <a:cubicBezTo>
                    <a:pt x="12981" y="5288"/>
                    <a:pt x="13068" y="5785"/>
                    <a:pt x="13285" y="6232"/>
                  </a:cubicBezTo>
                  <a:cubicBezTo>
                    <a:pt x="13095" y="6072"/>
                    <a:pt x="12918" y="6005"/>
                    <a:pt x="12770" y="6005"/>
                  </a:cubicBezTo>
                  <a:cubicBezTo>
                    <a:pt x="12358" y="6005"/>
                    <a:pt x="12178" y="6525"/>
                    <a:pt x="12634" y="6999"/>
                  </a:cubicBezTo>
                  <a:cubicBezTo>
                    <a:pt x="12624" y="6998"/>
                    <a:pt x="12614" y="6998"/>
                    <a:pt x="12604" y="6998"/>
                  </a:cubicBezTo>
                  <a:cubicBezTo>
                    <a:pt x="12135" y="6998"/>
                    <a:pt x="11949" y="7807"/>
                    <a:pt x="12621" y="8082"/>
                  </a:cubicBezTo>
                  <a:cubicBezTo>
                    <a:pt x="12844" y="8202"/>
                    <a:pt x="13321" y="8259"/>
                    <a:pt x="13806" y="8259"/>
                  </a:cubicBezTo>
                  <a:cubicBezTo>
                    <a:pt x="14292" y="8259"/>
                    <a:pt x="14786" y="8201"/>
                    <a:pt x="15039" y="8089"/>
                  </a:cubicBezTo>
                  <a:cubicBezTo>
                    <a:pt x="16044" y="7403"/>
                    <a:pt x="16485" y="5591"/>
                    <a:pt x="15221" y="4645"/>
                  </a:cubicBezTo>
                  <a:lnTo>
                    <a:pt x="15221" y="4645"/>
                  </a:lnTo>
                  <a:cubicBezTo>
                    <a:pt x="15249" y="4648"/>
                    <a:pt x="15277" y="4650"/>
                    <a:pt x="15305" y="4650"/>
                  </a:cubicBezTo>
                  <a:cubicBezTo>
                    <a:pt x="15733" y="4650"/>
                    <a:pt x="16145" y="4197"/>
                    <a:pt x="15581" y="3546"/>
                  </a:cubicBezTo>
                  <a:lnTo>
                    <a:pt x="15581" y="3546"/>
                  </a:lnTo>
                  <a:cubicBezTo>
                    <a:pt x="15819" y="3762"/>
                    <a:pt x="16077" y="3851"/>
                    <a:pt x="16318" y="3851"/>
                  </a:cubicBezTo>
                  <a:cubicBezTo>
                    <a:pt x="16909" y="3851"/>
                    <a:pt x="17399" y="3319"/>
                    <a:pt x="17235" y="2817"/>
                  </a:cubicBezTo>
                  <a:lnTo>
                    <a:pt x="17235" y="2817"/>
                  </a:lnTo>
                  <a:cubicBezTo>
                    <a:pt x="17390" y="2870"/>
                    <a:pt x="17534" y="2894"/>
                    <a:pt x="17669" y="2894"/>
                  </a:cubicBezTo>
                  <a:cubicBezTo>
                    <a:pt x="18182" y="2894"/>
                    <a:pt x="18558" y="2539"/>
                    <a:pt x="18861" y="2008"/>
                  </a:cubicBezTo>
                  <a:cubicBezTo>
                    <a:pt x="19121" y="1552"/>
                    <a:pt x="20319" y="931"/>
                    <a:pt x="20768" y="708"/>
                  </a:cubicBezTo>
                  <a:cubicBezTo>
                    <a:pt x="20595" y="455"/>
                    <a:pt x="20356" y="217"/>
                    <a:pt x="20002" y="0"/>
                  </a:cubicBezTo>
                  <a:close/>
                </a:path>
              </a:pathLst>
            </a:custGeom>
            <a:solidFill>
              <a:srgbClr val="002416">
                <a:alpha val="3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7" name="Google Shape;647;p1"/>
          <p:cNvSpPr/>
          <p:nvPr/>
        </p:nvSpPr>
        <p:spPr>
          <a:xfrm>
            <a:off x="7120274" y="4245492"/>
            <a:ext cx="1497915" cy="242156"/>
          </a:xfrm>
          <a:custGeom>
            <a:avLst/>
            <a:gdLst/>
            <a:ahLst/>
            <a:cxnLst/>
            <a:rect l="l" t="t" r="r" b="b"/>
            <a:pathLst>
              <a:path w="16238" h="3185" extrusionOk="0">
                <a:moveTo>
                  <a:pt x="9626" y="1"/>
                </a:moveTo>
                <a:cubicBezTo>
                  <a:pt x="5595" y="1"/>
                  <a:pt x="173" y="749"/>
                  <a:pt x="1" y="2861"/>
                </a:cubicBezTo>
                <a:cubicBezTo>
                  <a:pt x="410" y="3056"/>
                  <a:pt x="840" y="3185"/>
                  <a:pt x="1313" y="3185"/>
                </a:cubicBezTo>
                <a:cubicBezTo>
                  <a:pt x="1716" y="3185"/>
                  <a:pt x="2151" y="3090"/>
                  <a:pt x="2630" y="2861"/>
                </a:cubicBezTo>
                <a:cubicBezTo>
                  <a:pt x="2630" y="2861"/>
                  <a:pt x="5389" y="2198"/>
                  <a:pt x="8522" y="2198"/>
                </a:cubicBezTo>
                <a:cubicBezTo>
                  <a:pt x="9753" y="2198"/>
                  <a:pt x="11042" y="2300"/>
                  <a:pt x="12245" y="2586"/>
                </a:cubicBezTo>
                <a:cubicBezTo>
                  <a:pt x="12952" y="2755"/>
                  <a:pt x="13523" y="2827"/>
                  <a:pt x="13974" y="2827"/>
                </a:cubicBezTo>
                <a:cubicBezTo>
                  <a:pt x="16237" y="2827"/>
                  <a:pt x="15449" y="993"/>
                  <a:pt x="13508" y="361"/>
                </a:cubicBezTo>
                <a:cubicBezTo>
                  <a:pt x="12811" y="137"/>
                  <a:pt x="11345" y="1"/>
                  <a:pt x="9626" y="1"/>
                </a:cubicBezTo>
                <a:close/>
              </a:path>
            </a:pathLst>
          </a:custGeom>
          <a:solidFill>
            <a:srgbClr val="212529">
              <a:alpha val="1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1"/>
          <p:cNvSpPr/>
          <p:nvPr/>
        </p:nvSpPr>
        <p:spPr>
          <a:xfrm>
            <a:off x="6425211" y="331751"/>
            <a:ext cx="2377913" cy="406556"/>
          </a:xfrm>
          <a:custGeom>
            <a:avLst/>
            <a:gdLst/>
            <a:ahLst/>
            <a:cxnLst/>
            <a:rect l="l" t="t" r="r" b="b"/>
            <a:pathLst>
              <a:path w="28455" h="4865" extrusionOk="0">
                <a:moveTo>
                  <a:pt x="18226" y="0"/>
                </a:moveTo>
                <a:cubicBezTo>
                  <a:pt x="16791" y="0"/>
                  <a:pt x="14567" y="945"/>
                  <a:pt x="11645" y="3580"/>
                </a:cubicBezTo>
                <a:cubicBezTo>
                  <a:pt x="11972" y="2555"/>
                  <a:pt x="11763" y="2033"/>
                  <a:pt x="10999" y="2033"/>
                </a:cubicBezTo>
                <a:cubicBezTo>
                  <a:pt x="10243" y="2033"/>
                  <a:pt x="8946" y="2542"/>
                  <a:pt x="7088" y="3580"/>
                </a:cubicBezTo>
                <a:cubicBezTo>
                  <a:pt x="7296" y="2950"/>
                  <a:pt x="7225" y="2536"/>
                  <a:pt x="6626" y="2536"/>
                </a:cubicBezTo>
                <a:cubicBezTo>
                  <a:pt x="5981" y="2536"/>
                  <a:pt x="4724" y="3016"/>
                  <a:pt x="2544" y="4221"/>
                </a:cubicBezTo>
                <a:cubicBezTo>
                  <a:pt x="2882" y="3683"/>
                  <a:pt x="2896" y="3441"/>
                  <a:pt x="2648" y="3441"/>
                </a:cubicBezTo>
                <a:cubicBezTo>
                  <a:pt x="2280" y="3441"/>
                  <a:pt x="1334" y="3972"/>
                  <a:pt x="1" y="4864"/>
                </a:cubicBezTo>
                <a:lnTo>
                  <a:pt x="27167" y="4864"/>
                </a:lnTo>
                <a:cubicBezTo>
                  <a:pt x="28455" y="3310"/>
                  <a:pt x="28409" y="2484"/>
                  <a:pt x="26845" y="2484"/>
                </a:cubicBezTo>
                <a:cubicBezTo>
                  <a:pt x="25741" y="2484"/>
                  <a:pt x="23881" y="2895"/>
                  <a:pt x="21200" y="3753"/>
                </a:cubicBezTo>
                <a:cubicBezTo>
                  <a:pt x="21915" y="3068"/>
                  <a:pt x="21868" y="2531"/>
                  <a:pt x="21296" y="2531"/>
                </a:cubicBezTo>
                <a:cubicBezTo>
                  <a:pt x="20897" y="2531"/>
                  <a:pt x="20241" y="2793"/>
                  <a:pt x="19409" y="3450"/>
                </a:cubicBezTo>
                <a:cubicBezTo>
                  <a:pt x="20684" y="1806"/>
                  <a:pt x="20209" y="0"/>
                  <a:pt x="18226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9" name="Google Shape;649;p1"/>
          <p:cNvGrpSpPr/>
          <p:nvPr/>
        </p:nvGrpSpPr>
        <p:grpSpPr>
          <a:xfrm>
            <a:off x="7752471" y="2744953"/>
            <a:ext cx="946969" cy="1623825"/>
            <a:chOff x="4612750" y="4301550"/>
            <a:chExt cx="248125" cy="425475"/>
          </a:xfrm>
        </p:grpSpPr>
        <p:sp>
          <p:nvSpPr>
            <p:cNvPr id="650" name="Google Shape;650;p1"/>
            <p:cNvSpPr/>
            <p:nvPr/>
          </p:nvSpPr>
          <p:spPr>
            <a:xfrm>
              <a:off x="4704100" y="4511025"/>
              <a:ext cx="72100" cy="46300"/>
            </a:xfrm>
            <a:custGeom>
              <a:avLst/>
              <a:gdLst/>
              <a:ahLst/>
              <a:cxnLst/>
              <a:rect l="l" t="t" r="r" b="b"/>
              <a:pathLst>
                <a:path w="2884" h="1852" extrusionOk="0">
                  <a:moveTo>
                    <a:pt x="89" y="0"/>
                  </a:moveTo>
                  <a:cubicBezTo>
                    <a:pt x="61" y="0"/>
                    <a:pt x="36" y="15"/>
                    <a:pt x="23" y="38"/>
                  </a:cubicBezTo>
                  <a:cubicBezTo>
                    <a:pt x="0" y="73"/>
                    <a:pt x="7" y="125"/>
                    <a:pt x="51" y="152"/>
                  </a:cubicBezTo>
                  <a:lnTo>
                    <a:pt x="2744" y="1836"/>
                  </a:lnTo>
                  <a:cubicBezTo>
                    <a:pt x="2760" y="1846"/>
                    <a:pt x="2776" y="1851"/>
                    <a:pt x="2791" y="1851"/>
                  </a:cubicBezTo>
                  <a:cubicBezTo>
                    <a:pt x="2818" y="1851"/>
                    <a:pt x="2842" y="1837"/>
                    <a:pt x="2861" y="1815"/>
                  </a:cubicBezTo>
                  <a:cubicBezTo>
                    <a:pt x="2883" y="1778"/>
                    <a:pt x="2868" y="1728"/>
                    <a:pt x="2831" y="1699"/>
                  </a:cubicBezTo>
                  <a:lnTo>
                    <a:pt x="137" y="15"/>
                  </a:lnTo>
                  <a:cubicBezTo>
                    <a:pt x="122" y="5"/>
                    <a:pt x="105" y="0"/>
                    <a:pt x="89" y="0"/>
                  </a:cubicBezTo>
                  <a:close/>
                </a:path>
              </a:pathLst>
            </a:custGeom>
            <a:solidFill>
              <a:srgbClr val="7447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1"/>
            <p:cNvSpPr/>
            <p:nvPr/>
          </p:nvSpPr>
          <p:spPr>
            <a:xfrm>
              <a:off x="4697600" y="4511025"/>
              <a:ext cx="72100" cy="46300"/>
            </a:xfrm>
            <a:custGeom>
              <a:avLst/>
              <a:gdLst/>
              <a:ahLst/>
              <a:cxnLst/>
              <a:rect l="l" t="t" r="r" b="b"/>
              <a:pathLst>
                <a:path w="2884" h="1852" extrusionOk="0">
                  <a:moveTo>
                    <a:pt x="2795" y="0"/>
                  </a:moveTo>
                  <a:cubicBezTo>
                    <a:pt x="2780" y="0"/>
                    <a:pt x="2766" y="5"/>
                    <a:pt x="2753" y="15"/>
                  </a:cubicBezTo>
                  <a:lnTo>
                    <a:pt x="51" y="1699"/>
                  </a:lnTo>
                  <a:cubicBezTo>
                    <a:pt x="14" y="1728"/>
                    <a:pt x="0" y="1778"/>
                    <a:pt x="30" y="1815"/>
                  </a:cubicBezTo>
                  <a:cubicBezTo>
                    <a:pt x="43" y="1837"/>
                    <a:pt x="68" y="1851"/>
                    <a:pt x="94" y="1851"/>
                  </a:cubicBezTo>
                  <a:cubicBezTo>
                    <a:pt x="109" y="1851"/>
                    <a:pt x="124" y="1846"/>
                    <a:pt x="137" y="1836"/>
                  </a:cubicBezTo>
                  <a:lnTo>
                    <a:pt x="2840" y="152"/>
                  </a:lnTo>
                  <a:cubicBezTo>
                    <a:pt x="2874" y="125"/>
                    <a:pt x="2883" y="73"/>
                    <a:pt x="2861" y="38"/>
                  </a:cubicBezTo>
                  <a:cubicBezTo>
                    <a:pt x="2847" y="15"/>
                    <a:pt x="2821" y="0"/>
                    <a:pt x="2795" y="0"/>
                  </a:cubicBezTo>
                  <a:close/>
                </a:path>
              </a:pathLst>
            </a:custGeom>
            <a:solidFill>
              <a:srgbClr val="7447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1"/>
            <p:cNvSpPr/>
            <p:nvPr/>
          </p:nvSpPr>
          <p:spPr>
            <a:xfrm>
              <a:off x="4693600" y="4580900"/>
              <a:ext cx="95375" cy="60925"/>
            </a:xfrm>
            <a:custGeom>
              <a:avLst/>
              <a:gdLst/>
              <a:ahLst/>
              <a:cxnLst/>
              <a:rect l="l" t="t" r="r" b="b"/>
              <a:pathLst>
                <a:path w="3815" h="2437" extrusionOk="0">
                  <a:moveTo>
                    <a:pt x="87" y="1"/>
                  </a:moveTo>
                  <a:cubicBezTo>
                    <a:pt x="62" y="1"/>
                    <a:pt x="36" y="15"/>
                    <a:pt x="23" y="37"/>
                  </a:cubicBezTo>
                  <a:cubicBezTo>
                    <a:pt x="1" y="81"/>
                    <a:pt x="9" y="124"/>
                    <a:pt x="44" y="154"/>
                  </a:cubicBezTo>
                  <a:lnTo>
                    <a:pt x="3678" y="2421"/>
                  </a:lnTo>
                  <a:cubicBezTo>
                    <a:pt x="3691" y="2432"/>
                    <a:pt x="3706" y="2437"/>
                    <a:pt x="3721" y="2437"/>
                  </a:cubicBezTo>
                  <a:cubicBezTo>
                    <a:pt x="3747" y="2437"/>
                    <a:pt x="3772" y="2422"/>
                    <a:pt x="3787" y="2400"/>
                  </a:cubicBezTo>
                  <a:cubicBezTo>
                    <a:pt x="3814" y="2364"/>
                    <a:pt x="3801" y="2314"/>
                    <a:pt x="3764" y="2284"/>
                  </a:cubicBezTo>
                  <a:lnTo>
                    <a:pt x="131" y="17"/>
                  </a:lnTo>
                  <a:cubicBezTo>
                    <a:pt x="118" y="6"/>
                    <a:pt x="102" y="1"/>
                    <a:pt x="87" y="1"/>
                  </a:cubicBezTo>
                  <a:close/>
                </a:path>
              </a:pathLst>
            </a:custGeom>
            <a:solidFill>
              <a:srgbClr val="7447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1"/>
            <p:cNvSpPr/>
            <p:nvPr/>
          </p:nvSpPr>
          <p:spPr>
            <a:xfrm>
              <a:off x="4684950" y="4580900"/>
              <a:ext cx="95350" cy="60925"/>
            </a:xfrm>
            <a:custGeom>
              <a:avLst/>
              <a:gdLst/>
              <a:ahLst/>
              <a:cxnLst/>
              <a:rect l="l" t="t" r="r" b="b"/>
              <a:pathLst>
                <a:path w="3814" h="2437" extrusionOk="0">
                  <a:moveTo>
                    <a:pt x="3721" y="1"/>
                  </a:moveTo>
                  <a:cubicBezTo>
                    <a:pt x="3706" y="1"/>
                    <a:pt x="3690" y="6"/>
                    <a:pt x="3677" y="17"/>
                  </a:cubicBezTo>
                  <a:lnTo>
                    <a:pt x="52" y="2284"/>
                  </a:lnTo>
                  <a:cubicBezTo>
                    <a:pt x="9" y="2314"/>
                    <a:pt x="0" y="2364"/>
                    <a:pt x="23" y="2400"/>
                  </a:cubicBezTo>
                  <a:cubicBezTo>
                    <a:pt x="36" y="2422"/>
                    <a:pt x="62" y="2437"/>
                    <a:pt x="87" y="2437"/>
                  </a:cubicBezTo>
                  <a:cubicBezTo>
                    <a:pt x="102" y="2437"/>
                    <a:pt x="117" y="2432"/>
                    <a:pt x="130" y="2421"/>
                  </a:cubicBezTo>
                  <a:lnTo>
                    <a:pt x="3764" y="154"/>
                  </a:lnTo>
                  <a:cubicBezTo>
                    <a:pt x="3800" y="124"/>
                    <a:pt x="3814" y="81"/>
                    <a:pt x="3786" y="37"/>
                  </a:cubicBezTo>
                  <a:cubicBezTo>
                    <a:pt x="3772" y="15"/>
                    <a:pt x="3747" y="1"/>
                    <a:pt x="3721" y="1"/>
                  </a:cubicBezTo>
                  <a:close/>
                </a:path>
              </a:pathLst>
            </a:custGeom>
            <a:solidFill>
              <a:srgbClr val="7447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1"/>
            <p:cNvSpPr/>
            <p:nvPr/>
          </p:nvSpPr>
          <p:spPr>
            <a:xfrm>
              <a:off x="4698150" y="4360075"/>
              <a:ext cx="77300" cy="48250"/>
            </a:xfrm>
            <a:custGeom>
              <a:avLst/>
              <a:gdLst/>
              <a:ahLst/>
              <a:cxnLst/>
              <a:rect l="l" t="t" r="r" b="b"/>
              <a:pathLst>
                <a:path w="3092" h="1930" extrusionOk="0">
                  <a:moveTo>
                    <a:pt x="1545" y="0"/>
                  </a:moveTo>
                  <a:cubicBezTo>
                    <a:pt x="902" y="426"/>
                    <a:pt x="412" y="1106"/>
                    <a:pt x="1" y="1929"/>
                  </a:cubicBezTo>
                  <a:lnTo>
                    <a:pt x="3092" y="1929"/>
                  </a:lnTo>
                  <a:cubicBezTo>
                    <a:pt x="2679" y="1106"/>
                    <a:pt x="2188" y="426"/>
                    <a:pt x="1545" y="0"/>
                  </a:cubicBezTo>
                  <a:close/>
                </a:path>
              </a:pathLst>
            </a:custGeom>
            <a:solidFill>
              <a:srgbClr val="AB6E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1"/>
            <p:cNvSpPr/>
            <p:nvPr/>
          </p:nvSpPr>
          <p:spPr>
            <a:xfrm>
              <a:off x="4650275" y="4440250"/>
              <a:ext cx="67200" cy="286775"/>
            </a:xfrm>
            <a:custGeom>
              <a:avLst/>
              <a:gdLst/>
              <a:ahLst/>
              <a:cxnLst/>
              <a:rect l="l" t="t" r="r" b="b"/>
              <a:pathLst>
                <a:path w="2688" h="11471" extrusionOk="0">
                  <a:moveTo>
                    <a:pt x="2687" y="0"/>
                  </a:moveTo>
                  <a:lnTo>
                    <a:pt x="1640" y="139"/>
                  </a:lnTo>
                  <a:lnTo>
                    <a:pt x="0" y="11471"/>
                  </a:lnTo>
                  <a:lnTo>
                    <a:pt x="947" y="11471"/>
                  </a:lnTo>
                  <a:lnTo>
                    <a:pt x="2687" y="0"/>
                  </a:lnTo>
                  <a:close/>
                </a:path>
              </a:pathLst>
            </a:custGeom>
            <a:solidFill>
              <a:srgbClr val="7447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1"/>
            <p:cNvSpPr/>
            <p:nvPr/>
          </p:nvSpPr>
          <p:spPr>
            <a:xfrm>
              <a:off x="4756450" y="4440250"/>
              <a:ext cx="67025" cy="286775"/>
            </a:xfrm>
            <a:custGeom>
              <a:avLst/>
              <a:gdLst/>
              <a:ahLst/>
              <a:cxnLst/>
              <a:rect l="l" t="t" r="r" b="b"/>
              <a:pathLst>
                <a:path w="2681" h="11471" extrusionOk="0">
                  <a:moveTo>
                    <a:pt x="0" y="0"/>
                  </a:moveTo>
                  <a:lnTo>
                    <a:pt x="1734" y="11471"/>
                  </a:lnTo>
                  <a:lnTo>
                    <a:pt x="2680" y="11471"/>
                  </a:lnTo>
                  <a:lnTo>
                    <a:pt x="1040" y="1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47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1"/>
            <p:cNvSpPr/>
            <p:nvPr/>
          </p:nvSpPr>
          <p:spPr>
            <a:xfrm>
              <a:off x="4650275" y="4614900"/>
              <a:ext cx="40325" cy="112125"/>
            </a:xfrm>
            <a:custGeom>
              <a:avLst/>
              <a:gdLst/>
              <a:ahLst/>
              <a:cxnLst/>
              <a:rect l="l" t="t" r="r" b="b"/>
              <a:pathLst>
                <a:path w="1613" h="4485" extrusionOk="0">
                  <a:moveTo>
                    <a:pt x="650" y="0"/>
                  </a:moveTo>
                  <a:lnTo>
                    <a:pt x="0" y="4485"/>
                  </a:lnTo>
                  <a:lnTo>
                    <a:pt x="947" y="4485"/>
                  </a:lnTo>
                  <a:lnTo>
                    <a:pt x="1612" y="121"/>
                  </a:lnTo>
                  <a:cubicBezTo>
                    <a:pt x="1496" y="108"/>
                    <a:pt x="1373" y="101"/>
                    <a:pt x="1257" y="78"/>
                  </a:cubicBezTo>
                  <a:cubicBezTo>
                    <a:pt x="1056" y="78"/>
                    <a:pt x="853" y="50"/>
                    <a:pt x="650" y="0"/>
                  </a:cubicBezTo>
                  <a:close/>
                </a:path>
              </a:pathLst>
            </a:custGeom>
            <a:solidFill>
              <a:srgbClr val="7447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1"/>
            <p:cNvSpPr/>
            <p:nvPr/>
          </p:nvSpPr>
          <p:spPr>
            <a:xfrm>
              <a:off x="4777600" y="4548075"/>
              <a:ext cx="45875" cy="178950"/>
            </a:xfrm>
            <a:custGeom>
              <a:avLst/>
              <a:gdLst/>
              <a:ahLst/>
              <a:cxnLst/>
              <a:rect l="l" t="t" r="r" b="b"/>
              <a:pathLst>
                <a:path w="1835" h="7158" extrusionOk="0">
                  <a:moveTo>
                    <a:pt x="801" y="0"/>
                  </a:moveTo>
                  <a:cubicBezTo>
                    <a:pt x="607" y="463"/>
                    <a:pt x="333" y="917"/>
                    <a:pt x="0" y="1293"/>
                  </a:cubicBezTo>
                  <a:lnTo>
                    <a:pt x="888" y="7158"/>
                  </a:lnTo>
                  <a:lnTo>
                    <a:pt x="1834" y="7158"/>
                  </a:lnTo>
                  <a:lnTo>
                    <a:pt x="801" y="0"/>
                  </a:lnTo>
                  <a:close/>
                </a:path>
              </a:pathLst>
            </a:custGeom>
            <a:solidFill>
              <a:srgbClr val="7447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1"/>
            <p:cNvSpPr/>
            <p:nvPr/>
          </p:nvSpPr>
          <p:spPr>
            <a:xfrm>
              <a:off x="4686400" y="4401975"/>
              <a:ext cx="100800" cy="52025"/>
            </a:xfrm>
            <a:custGeom>
              <a:avLst/>
              <a:gdLst/>
              <a:ahLst/>
              <a:cxnLst/>
              <a:rect l="l" t="t" r="r" b="b"/>
              <a:pathLst>
                <a:path w="4032" h="2081" extrusionOk="0">
                  <a:moveTo>
                    <a:pt x="348" y="0"/>
                  </a:moveTo>
                  <a:lnTo>
                    <a:pt x="1" y="2081"/>
                  </a:lnTo>
                  <a:lnTo>
                    <a:pt x="4031" y="2081"/>
                  </a:lnTo>
                  <a:lnTo>
                    <a:pt x="3692" y="0"/>
                  </a:lnTo>
                  <a:close/>
                </a:path>
              </a:pathLst>
            </a:custGeom>
            <a:solidFill>
              <a:srgbClr val="AB6E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1"/>
            <p:cNvSpPr/>
            <p:nvPr/>
          </p:nvSpPr>
          <p:spPr>
            <a:xfrm>
              <a:off x="4690750" y="4310225"/>
              <a:ext cx="92125" cy="230900"/>
            </a:xfrm>
            <a:custGeom>
              <a:avLst/>
              <a:gdLst/>
              <a:ahLst/>
              <a:cxnLst/>
              <a:rect l="l" t="t" r="r" b="b"/>
              <a:pathLst>
                <a:path w="3685" h="9236" extrusionOk="0">
                  <a:moveTo>
                    <a:pt x="14" y="1"/>
                  </a:moveTo>
                  <a:cubicBezTo>
                    <a:pt x="7" y="9"/>
                    <a:pt x="0" y="23"/>
                    <a:pt x="7" y="30"/>
                  </a:cubicBezTo>
                  <a:lnTo>
                    <a:pt x="3641" y="9225"/>
                  </a:lnTo>
                  <a:cubicBezTo>
                    <a:pt x="3646" y="9229"/>
                    <a:pt x="3650" y="9235"/>
                    <a:pt x="3658" y="9235"/>
                  </a:cubicBezTo>
                  <a:cubicBezTo>
                    <a:pt x="3661" y="9235"/>
                    <a:pt x="3664" y="9234"/>
                    <a:pt x="3668" y="9231"/>
                  </a:cubicBezTo>
                  <a:cubicBezTo>
                    <a:pt x="3677" y="9231"/>
                    <a:pt x="3684" y="9218"/>
                    <a:pt x="3677" y="9204"/>
                  </a:cubicBezTo>
                  <a:lnTo>
                    <a:pt x="44" y="16"/>
                  </a:lnTo>
                  <a:cubicBezTo>
                    <a:pt x="37" y="1"/>
                    <a:pt x="28" y="1"/>
                    <a:pt x="14" y="1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1"/>
            <p:cNvSpPr/>
            <p:nvPr/>
          </p:nvSpPr>
          <p:spPr>
            <a:xfrm>
              <a:off x="4621400" y="4379700"/>
              <a:ext cx="230975" cy="91975"/>
            </a:xfrm>
            <a:custGeom>
              <a:avLst/>
              <a:gdLst/>
              <a:ahLst/>
              <a:cxnLst/>
              <a:rect l="l" t="t" r="r" b="b"/>
              <a:pathLst>
                <a:path w="9239" h="3679" extrusionOk="0">
                  <a:moveTo>
                    <a:pt x="9213" y="0"/>
                  </a:moveTo>
                  <a:cubicBezTo>
                    <a:pt x="9210" y="0"/>
                    <a:pt x="9206" y="1"/>
                    <a:pt x="9202" y="4"/>
                  </a:cubicBezTo>
                  <a:lnTo>
                    <a:pt x="15" y="3636"/>
                  </a:lnTo>
                  <a:cubicBezTo>
                    <a:pt x="1" y="3644"/>
                    <a:pt x="1" y="3651"/>
                    <a:pt x="1" y="3665"/>
                  </a:cubicBezTo>
                  <a:cubicBezTo>
                    <a:pt x="8" y="3672"/>
                    <a:pt x="15" y="3679"/>
                    <a:pt x="28" y="3679"/>
                  </a:cubicBezTo>
                  <a:lnTo>
                    <a:pt x="9216" y="38"/>
                  </a:lnTo>
                  <a:cubicBezTo>
                    <a:pt x="9232" y="38"/>
                    <a:pt x="9239" y="25"/>
                    <a:pt x="9232" y="18"/>
                  </a:cubicBezTo>
                  <a:cubicBezTo>
                    <a:pt x="9227" y="8"/>
                    <a:pt x="9221" y="0"/>
                    <a:pt x="9213" y="0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1"/>
            <p:cNvSpPr/>
            <p:nvPr/>
          </p:nvSpPr>
          <p:spPr>
            <a:xfrm>
              <a:off x="4622825" y="4376075"/>
              <a:ext cx="227900" cy="99250"/>
            </a:xfrm>
            <a:custGeom>
              <a:avLst/>
              <a:gdLst/>
              <a:ahLst/>
              <a:cxnLst/>
              <a:rect l="l" t="t" r="r" b="b"/>
              <a:pathLst>
                <a:path w="9116" h="3970" extrusionOk="0">
                  <a:moveTo>
                    <a:pt x="23" y="0"/>
                  </a:moveTo>
                  <a:cubicBezTo>
                    <a:pt x="16" y="0"/>
                    <a:pt x="8" y="5"/>
                    <a:pt x="8" y="10"/>
                  </a:cubicBezTo>
                  <a:cubicBezTo>
                    <a:pt x="1" y="26"/>
                    <a:pt x="8" y="33"/>
                    <a:pt x="15" y="40"/>
                  </a:cubicBezTo>
                  <a:lnTo>
                    <a:pt x="9088" y="3969"/>
                  </a:lnTo>
                  <a:cubicBezTo>
                    <a:pt x="9095" y="3969"/>
                    <a:pt x="9109" y="3969"/>
                    <a:pt x="9116" y="3954"/>
                  </a:cubicBezTo>
                  <a:cubicBezTo>
                    <a:pt x="9116" y="3947"/>
                    <a:pt x="9109" y="3933"/>
                    <a:pt x="9102" y="3933"/>
                  </a:cubicBezTo>
                  <a:lnTo>
                    <a:pt x="30" y="3"/>
                  </a:lnTo>
                  <a:cubicBezTo>
                    <a:pt x="28" y="1"/>
                    <a:pt x="26" y="0"/>
                    <a:pt x="23" y="0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1"/>
            <p:cNvSpPr/>
            <p:nvPr/>
          </p:nvSpPr>
          <p:spPr>
            <a:xfrm>
              <a:off x="4687100" y="4311800"/>
              <a:ext cx="99350" cy="227800"/>
            </a:xfrm>
            <a:custGeom>
              <a:avLst/>
              <a:gdLst/>
              <a:ahLst/>
              <a:cxnLst/>
              <a:rect l="l" t="t" r="r" b="b"/>
              <a:pathLst>
                <a:path w="3974" h="9112" extrusionOk="0">
                  <a:moveTo>
                    <a:pt x="3952" y="1"/>
                  </a:moveTo>
                  <a:cubicBezTo>
                    <a:pt x="3945" y="1"/>
                    <a:pt x="3936" y="5"/>
                    <a:pt x="3931" y="10"/>
                  </a:cubicBezTo>
                  <a:lnTo>
                    <a:pt x="9" y="9082"/>
                  </a:lnTo>
                  <a:cubicBezTo>
                    <a:pt x="1" y="9090"/>
                    <a:pt x="9" y="9104"/>
                    <a:pt x="16" y="9111"/>
                  </a:cubicBezTo>
                  <a:cubicBezTo>
                    <a:pt x="23" y="9111"/>
                    <a:pt x="37" y="9111"/>
                    <a:pt x="44" y="9097"/>
                  </a:cubicBezTo>
                  <a:lnTo>
                    <a:pt x="3974" y="24"/>
                  </a:lnTo>
                  <a:cubicBezTo>
                    <a:pt x="3974" y="17"/>
                    <a:pt x="3974" y="3"/>
                    <a:pt x="3960" y="3"/>
                  </a:cubicBezTo>
                  <a:cubicBezTo>
                    <a:pt x="3958" y="1"/>
                    <a:pt x="3955" y="1"/>
                    <a:pt x="3952" y="1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1"/>
            <p:cNvSpPr/>
            <p:nvPr/>
          </p:nvSpPr>
          <p:spPr>
            <a:xfrm>
              <a:off x="4727200" y="4302125"/>
              <a:ext cx="19350" cy="80025"/>
            </a:xfrm>
            <a:custGeom>
              <a:avLst/>
              <a:gdLst/>
              <a:ahLst/>
              <a:cxnLst/>
              <a:rect l="l" t="t" r="r" b="b"/>
              <a:pathLst>
                <a:path w="774" h="3201" extrusionOk="0">
                  <a:moveTo>
                    <a:pt x="0" y="0"/>
                  </a:moveTo>
                  <a:lnTo>
                    <a:pt x="0" y="3200"/>
                  </a:lnTo>
                  <a:lnTo>
                    <a:pt x="773" y="3200"/>
                  </a:lnTo>
                  <a:lnTo>
                    <a:pt x="773" y="0"/>
                  </a:ln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1"/>
            <p:cNvSpPr/>
            <p:nvPr/>
          </p:nvSpPr>
          <p:spPr>
            <a:xfrm>
              <a:off x="4727200" y="4469325"/>
              <a:ext cx="19350" cy="79850"/>
            </a:xfrm>
            <a:custGeom>
              <a:avLst/>
              <a:gdLst/>
              <a:ahLst/>
              <a:cxnLst/>
              <a:rect l="l" t="t" r="r" b="b"/>
              <a:pathLst>
                <a:path w="774" h="3194" extrusionOk="0">
                  <a:moveTo>
                    <a:pt x="0" y="0"/>
                  </a:moveTo>
                  <a:lnTo>
                    <a:pt x="0" y="3193"/>
                  </a:lnTo>
                  <a:lnTo>
                    <a:pt x="773" y="3193"/>
                  </a:lnTo>
                  <a:lnTo>
                    <a:pt x="773" y="0"/>
                  </a:ln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1"/>
            <p:cNvSpPr/>
            <p:nvPr/>
          </p:nvSpPr>
          <p:spPr>
            <a:xfrm>
              <a:off x="4682425" y="4307200"/>
              <a:ext cx="40450" cy="64125"/>
            </a:xfrm>
            <a:custGeom>
              <a:avLst/>
              <a:gdLst/>
              <a:ahLst/>
              <a:cxnLst/>
              <a:rect l="l" t="t" r="r" b="b"/>
              <a:pathLst>
                <a:path w="1618" h="2565" extrusionOk="0">
                  <a:moveTo>
                    <a:pt x="716" y="0"/>
                  </a:moveTo>
                  <a:lnTo>
                    <a:pt x="1" y="288"/>
                  </a:lnTo>
                  <a:lnTo>
                    <a:pt x="897" y="2564"/>
                  </a:lnTo>
                  <a:lnTo>
                    <a:pt x="1618" y="2275"/>
                  </a:lnTo>
                  <a:lnTo>
                    <a:pt x="716" y="0"/>
                  </a:ln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1"/>
            <p:cNvSpPr/>
            <p:nvPr/>
          </p:nvSpPr>
          <p:spPr>
            <a:xfrm>
              <a:off x="4750850" y="4480725"/>
              <a:ext cx="40500" cy="63375"/>
            </a:xfrm>
            <a:custGeom>
              <a:avLst/>
              <a:gdLst/>
              <a:ahLst/>
              <a:cxnLst/>
              <a:rect l="l" t="t" r="r" b="b"/>
              <a:pathLst>
                <a:path w="1620" h="2535" extrusionOk="0">
                  <a:moveTo>
                    <a:pt x="724" y="0"/>
                  </a:moveTo>
                  <a:lnTo>
                    <a:pt x="1" y="281"/>
                  </a:lnTo>
                  <a:lnTo>
                    <a:pt x="897" y="2535"/>
                  </a:lnTo>
                  <a:lnTo>
                    <a:pt x="1620" y="2254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1"/>
            <p:cNvSpPr/>
            <p:nvPr/>
          </p:nvSpPr>
          <p:spPr>
            <a:xfrm>
              <a:off x="4618325" y="4439550"/>
              <a:ext cx="64125" cy="40625"/>
            </a:xfrm>
            <a:custGeom>
              <a:avLst/>
              <a:gdLst/>
              <a:ahLst/>
              <a:cxnLst/>
              <a:rect l="l" t="t" r="r" b="b"/>
              <a:pathLst>
                <a:path w="2565" h="1625" extrusionOk="0">
                  <a:moveTo>
                    <a:pt x="2275" y="0"/>
                  </a:moveTo>
                  <a:lnTo>
                    <a:pt x="1" y="903"/>
                  </a:lnTo>
                  <a:lnTo>
                    <a:pt x="281" y="1625"/>
                  </a:lnTo>
                  <a:lnTo>
                    <a:pt x="2565" y="721"/>
                  </a:lnTo>
                  <a:lnTo>
                    <a:pt x="2275" y="0"/>
                  </a:ln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1"/>
            <p:cNvSpPr/>
            <p:nvPr/>
          </p:nvSpPr>
          <p:spPr>
            <a:xfrm>
              <a:off x="4791675" y="4371300"/>
              <a:ext cx="63600" cy="40275"/>
            </a:xfrm>
            <a:custGeom>
              <a:avLst/>
              <a:gdLst/>
              <a:ahLst/>
              <a:cxnLst/>
              <a:rect l="l" t="t" r="r" b="b"/>
              <a:pathLst>
                <a:path w="2544" h="1611" extrusionOk="0">
                  <a:moveTo>
                    <a:pt x="2261" y="0"/>
                  </a:moveTo>
                  <a:lnTo>
                    <a:pt x="1" y="888"/>
                  </a:lnTo>
                  <a:lnTo>
                    <a:pt x="290" y="1610"/>
                  </a:lnTo>
                  <a:lnTo>
                    <a:pt x="2544" y="714"/>
                  </a:lnTo>
                  <a:lnTo>
                    <a:pt x="2261" y="0"/>
                  </a:ln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1"/>
            <p:cNvSpPr/>
            <p:nvPr/>
          </p:nvSpPr>
          <p:spPr>
            <a:xfrm>
              <a:off x="4752675" y="4308450"/>
              <a:ext cx="42100" cy="63950"/>
            </a:xfrm>
            <a:custGeom>
              <a:avLst/>
              <a:gdLst/>
              <a:ahLst/>
              <a:cxnLst/>
              <a:rect l="l" t="t" r="r" b="b"/>
              <a:pathLst>
                <a:path w="1684" h="2558" extrusionOk="0">
                  <a:moveTo>
                    <a:pt x="975" y="0"/>
                  </a:moveTo>
                  <a:lnTo>
                    <a:pt x="1" y="2247"/>
                  </a:lnTo>
                  <a:lnTo>
                    <a:pt x="708" y="2557"/>
                  </a:lnTo>
                  <a:lnTo>
                    <a:pt x="1684" y="311"/>
                  </a:lnTo>
                  <a:lnTo>
                    <a:pt x="975" y="0"/>
                  </a:ln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1"/>
            <p:cNvSpPr/>
            <p:nvPr/>
          </p:nvSpPr>
          <p:spPr>
            <a:xfrm>
              <a:off x="4678825" y="4479625"/>
              <a:ext cx="41900" cy="63225"/>
            </a:xfrm>
            <a:custGeom>
              <a:avLst/>
              <a:gdLst/>
              <a:ahLst/>
              <a:cxnLst/>
              <a:rect l="l" t="t" r="r" b="b"/>
              <a:pathLst>
                <a:path w="1676" h="2529" extrusionOk="0">
                  <a:moveTo>
                    <a:pt x="961" y="1"/>
                  </a:moveTo>
                  <a:lnTo>
                    <a:pt x="1" y="2225"/>
                  </a:lnTo>
                  <a:lnTo>
                    <a:pt x="708" y="2528"/>
                  </a:lnTo>
                  <a:lnTo>
                    <a:pt x="1675" y="304"/>
                  </a:lnTo>
                  <a:lnTo>
                    <a:pt x="961" y="1"/>
                  </a:ln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1"/>
            <p:cNvSpPr/>
            <p:nvPr/>
          </p:nvSpPr>
          <p:spPr>
            <a:xfrm>
              <a:off x="4619575" y="4367650"/>
              <a:ext cx="63775" cy="42100"/>
            </a:xfrm>
            <a:custGeom>
              <a:avLst/>
              <a:gdLst/>
              <a:ahLst/>
              <a:cxnLst/>
              <a:rect l="l" t="t" r="r" b="b"/>
              <a:pathLst>
                <a:path w="2551" h="1684" extrusionOk="0">
                  <a:moveTo>
                    <a:pt x="304" y="0"/>
                  </a:moveTo>
                  <a:lnTo>
                    <a:pt x="1" y="709"/>
                  </a:lnTo>
                  <a:lnTo>
                    <a:pt x="2248" y="1684"/>
                  </a:lnTo>
                  <a:lnTo>
                    <a:pt x="2551" y="976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1"/>
            <p:cNvSpPr/>
            <p:nvPr/>
          </p:nvSpPr>
          <p:spPr>
            <a:xfrm>
              <a:off x="4790600" y="4441875"/>
              <a:ext cx="63375" cy="41725"/>
            </a:xfrm>
            <a:custGeom>
              <a:avLst/>
              <a:gdLst/>
              <a:ahLst/>
              <a:cxnLst/>
              <a:rect l="l" t="t" r="r" b="b"/>
              <a:pathLst>
                <a:path w="2535" h="1669" extrusionOk="0">
                  <a:moveTo>
                    <a:pt x="311" y="1"/>
                  </a:moveTo>
                  <a:lnTo>
                    <a:pt x="0" y="708"/>
                  </a:lnTo>
                  <a:lnTo>
                    <a:pt x="2231" y="1669"/>
                  </a:lnTo>
                  <a:lnTo>
                    <a:pt x="2535" y="961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1"/>
            <p:cNvSpPr/>
            <p:nvPr/>
          </p:nvSpPr>
          <p:spPr>
            <a:xfrm>
              <a:off x="4613250" y="4416050"/>
              <a:ext cx="80025" cy="19350"/>
            </a:xfrm>
            <a:custGeom>
              <a:avLst/>
              <a:gdLst/>
              <a:ahLst/>
              <a:cxnLst/>
              <a:rect l="l" t="t" r="r" b="b"/>
              <a:pathLst>
                <a:path w="3201" h="774" extrusionOk="0">
                  <a:moveTo>
                    <a:pt x="1" y="1"/>
                  </a:moveTo>
                  <a:lnTo>
                    <a:pt x="1" y="774"/>
                  </a:lnTo>
                  <a:lnTo>
                    <a:pt x="3201" y="774"/>
                  </a:lnTo>
                  <a:lnTo>
                    <a:pt x="3201" y="1"/>
                  </a:ln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1"/>
            <p:cNvSpPr/>
            <p:nvPr/>
          </p:nvSpPr>
          <p:spPr>
            <a:xfrm>
              <a:off x="4780500" y="4416050"/>
              <a:ext cx="79800" cy="19350"/>
            </a:xfrm>
            <a:custGeom>
              <a:avLst/>
              <a:gdLst/>
              <a:ahLst/>
              <a:cxnLst/>
              <a:rect l="l" t="t" r="r" b="b"/>
              <a:pathLst>
                <a:path w="3192" h="774" extrusionOk="0">
                  <a:moveTo>
                    <a:pt x="0" y="1"/>
                  </a:moveTo>
                  <a:lnTo>
                    <a:pt x="0" y="774"/>
                  </a:lnTo>
                  <a:lnTo>
                    <a:pt x="3192" y="774"/>
                  </a:lnTo>
                  <a:lnTo>
                    <a:pt x="3192" y="1"/>
                  </a:ln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1"/>
            <p:cNvSpPr/>
            <p:nvPr/>
          </p:nvSpPr>
          <p:spPr>
            <a:xfrm>
              <a:off x="4642500" y="4449650"/>
              <a:ext cx="70275" cy="70275"/>
            </a:xfrm>
            <a:custGeom>
              <a:avLst/>
              <a:gdLst/>
              <a:ahLst/>
              <a:cxnLst/>
              <a:rect l="l" t="t" r="r" b="b"/>
              <a:pathLst>
                <a:path w="2811" h="2811" extrusionOk="0">
                  <a:moveTo>
                    <a:pt x="2261" y="0"/>
                  </a:moveTo>
                  <a:lnTo>
                    <a:pt x="1" y="2261"/>
                  </a:lnTo>
                  <a:lnTo>
                    <a:pt x="550" y="2810"/>
                  </a:lnTo>
                  <a:lnTo>
                    <a:pt x="2811" y="550"/>
                  </a:lnTo>
                  <a:lnTo>
                    <a:pt x="2261" y="0"/>
                  </a:ln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1"/>
            <p:cNvSpPr/>
            <p:nvPr/>
          </p:nvSpPr>
          <p:spPr>
            <a:xfrm>
              <a:off x="4760775" y="4331550"/>
              <a:ext cx="70275" cy="70100"/>
            </a:xfrm>
            <a:custGeom>
              <a:avLst/>
              <a:gdLst/>
              <a:ahLst/>
              <a:cxnLst/>
              <a:rect l="l" t="t" r="r" b="b"/>
              <a:pathLst>
                <a:path w="2811" h="2804" extrusionOk="0">
                  <a:moveTo>
                    <a:pt x="2263" y="0"/>
                  </a:moveTo>
                  <a:lnTo>
                    <a:pt x="1" y="2261"/>
                  </a:lnTo>
                  <a:lnTo>
                    <a:pt x="550" y="2803"/>
                  </a:lnTo>
                  <a:lnTo>
                    <a:pt x="2811" y="54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1"/>
            <p:cNvSpPr/>
            <p:nvPr/>
          </p:nvSpPr>
          <p:spPr>
            <a:xfrm>
              <a:off x="4642500" y="4331550"/>
              <a:ext cx="70275" cy="70100"/>
            </a:xfrm>
            <a:custGeom>
              <a:avLst/>
              <a:gdLst/>
              <a:ahLst/>
              <a:cxnLst/>
              <a:rect l="l" t="t" r="r" b="b"/>
              <a:pathLst>
                <a:path w="2811" h="2804" extrusionOk="0">
                  <a:moveTo>
                    <a:pt x="550" y="0"/>
                  </a:moveTo>
                  <a:lnTo>
                    <a:pt x="1" y="543"/>
                  </a:lnTo>
                  <a:lnTo>
                    <a:pt x="2261" y="2803"/>
                  </a:lnTo>
                  <a:lnTo>
                    <a:pt x="2811" y="2261"/>
                  </a:lnTo>
                  <a:lnTo>
                    <a:pt x="550" y="0"/>
                  </a:ln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1"/>
            <p:cNvSpPr/>
            <p:nvPr/>
          </p:nvSpPr>
          <p:spPr>
            <a:xfrm>
              <a:off x="4760775" y="4449650"/>
              <a:ext cx="70275" cy="70275"/>
            </a:xfrm>
            <a:custGeom>
              <a:avLst/>
              <a:gdLst/>
              <a:ahLst/>
              <a:cxnLst/>
              <a:rect l="l" t="t" r="r" b="b"/>
              <a:pathLst>
                <a:path w="2811" h="2811" extrusionOk="0">
                  <a:moveTo>
                    <a:pt x="550" y="0"/>
                  </a:moveTo>
                  <a:lnTo>
                    <a:pt x="1" y="550"/>
                  </a:lnTo>
                  <a:lnTo>
                    <a:pt x="2263" y="2810"/>
                  </a:lnTo>
                  <a:lnTo>
                    <a:pt x="2811" y="2261"/>
                  </a:lnTo>
                  <a:lnTo>
                    <a:pt x="550" y="0"/>
                  </a:ln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1"/>
            <p:cNvSpPr/>
            <p:nvPr/>
          </p:nvSpPr>
          <p:spPr>
            <a:xfrm>
              <a:off x="4736250" y="4301550"/>
              <a:ext cx="1100" cy="248150"/>
            </a:xfrm>
            <a:custGeom>
              <a:avLst/>
              <a:gdLst/>
              <a:ahLst/>
              <a:cxnLst/>
              <a:rect l="l" t="t" r="r" b="b"/>
              <a:pathLst>
                <a:path w="44" h="9926" extrusionOk="0">
                  <a:moveTo>
                    <a:pt x="21" y="1"/>
                  </a:moveTo>
                  <a:cubicBezTo>
                    <a:pt x="14" y="1"/>
                    <a:pt x="1" y="9"/>
                    <a:pt x="1" y="23"/>
                  </a:cubicBezTo>
                  <a:lnTo>
                    <a:pt x="1" y="9904"/>
                  </a:lnTo>
                  <a:cubicBezTo>
                    <a:pt x="1" y="9918"/>
                    <a:pt x="14" y="9925"/>
                    <a:pt x="21" y="9925"/>
                  </a:cubicBezTo>
                  <a:cubicBezTo>
                    <a:pt x="37" y="9925"/>
                    <a:pt x="44" y="9918"/>
                    <a:pt x="44" y="9904"/>
                  </a:cubicBezTo>
                  <a:lnTo>
                    <a:pt x="44" y="23"/>
                  </a:lnTo>
                  <a:cubicBezTo>
                    <a:pt x="44" y="9"/>
                    <a:pt x="37" y="1"/>
                    <a:pt x="21" y="1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1"/>
            <p:cNvSpPr/>
            <p:nvPr/>
          </p:nvSpPr>
          <p:spPr>
            <a:xfrm>
              <a:off x="4612750" y="4425075"/>
              <a:ext cx="248125" cy="1100"/>
            </a:xfrm>
            <a:custGeom>
              <a:avLst/>
              <a:gdLst/>
              <a:ahLst/>
              <a:cxnLst/>
              <a:rect l="l" t="t" r="r" b="b"/>
              <a:pathLst>
                <a:path w="9925" h="44" extrusionOk="0">
                  <a:moveTo>
                    <a:pt x="21" y="0"/>
                  </a:moveTo>
                  <a:cubicBezTo>
                    <a:pt x="7" y="0"/>
                    <a:pt x="0" y="16"/>
                    <a:pt x="0" y="23"/>
                  </a:cubicBezTo>
                  <a:cubicBezTo>
                    <a:pt x="0" y="37"/>
                    <a:pt x="7" y="44"/>
                    <a:pt x="21" y="44"/>
                  </a:cubicBezTo>
                  <a:lnTo>
                    <a:pt x="9902" y="44"/>
                  </a:lnTo>
                  <a:cubicBezTo>
                    <a:pt x="9917" y="44"/>
                    <a:pt x="9924" y="37"/>
                    <a:pt x="9924" y="23"/>
                  </a:cubicBezTo>
                  <a:cubicBezTo>
                    <a:pt x="9924" y="16"/>
                    <a:pt x="9917" y="0"/>
                    <a:pt x="9902" y="0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1"/>
            <p:cNvSpPr/>
            <p:nvPr/>
          </p:nvSpPr>
          <p:spPr>
            <a:xfrm>
              <a:off x="4648850" y="4337750"/>
              <a:ext cx="175875" cy="175800"/>
            </a:xfrm>
            <a:custGeom>
              <a:avLst/>
              <a:gdLst/>
              <a:ahLst/>
              <a:cxnLst/>
              <a:rect l="l" t="t" r="r" b="b"/>
              <a:pathLst>
                <a:path w="7035" h="7032" extrusionOk="0">
                  <a:moveTo>
                    <a:pt x="22" y="0"/>
                  </a:moveTo>
                  <a:cubicBezTo>
                    <a:pt x="16" y="0"/>
                    <a:pt x="10" y="2"/>
                    <a:pt x="7" y="5"/>
                  </a:cubicBezTo>
                  <a:cubicBezTo>
                    <a:pt x="0" y="19"/>
                    <a:pt x="0" y="26"/>
                    <a:pt x="7" y="35"/>
                  </a:cubicBezTo>
                  <a:lnTo>
                    <a:pt x="7000" y="7026"/>
                  </a:lnTo>
                  <a:cubicBezTo>
                    <a:pt x="7003" y="7030"/>
                    <a:pt x="7009" y="7031"/>
                    <a:pt x="7014" y="7031"/>
                  </a:cubicBezTo>
                  <a:cubicBezTo>
                    <a:pt x="7019" y="7031"/>
                    <a:pt x="7024" y="7030"/>
                    <a:pt x="7028" y="7026"/>
                  </a:cubicBezTo>
                  <a:cubicBezTo>
                    <a:pt x="7035" y="7019"/>
                    <a:pt x="7035" y="7004"/>
                    <a:pt x="7028" y="6997"/>
                  </a:cubicBezTo>
                  <a:lnTo>
                    <a:pt x="36" y="5"/>
                  </a:lnTo>
                  <a:cubicBezTo>
                    <a:pt x="33" y="2"/>
                    <a:pt x="27" y="0"/>
                    <a:pt x="22" y="0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1"/>
            <p:cNvSpPr/>
            <p:nvPr/>
          </p:nvSpPr>
          <p:spPr>
            <a:xfrm>
              <a:off x="4648850" y="4337750"/>
              <a:ext cx="175875" cy="175800"/>
            </a:xfrm>
            <a:custGeom>
              <a:avLst/>
              <a:gdLst/>
              <a:ahLst/>
              <a:cxnLst/>
              <a:rect l="l" t="t" r="r" b="b"/>
              <a:pathLst>
                <a:path w="7035" h="7032" extrusionOk="0">
                  <a:moveTo>
                    <a:pt x="7014" y="0"/>
                  </a:moveTo>
                  <a:cubicBezTo>
                    <a:pt x="7009" y="0"/>
                    <a:pt x="7003" y="2"/>
                    <a:pt x="7000" y="5"/>
                  </a:cubicBezTo>
                  <a:lnTo>
                    <a:pt x="7" y="6997"/>
                  </a:lnTo>
                  <a:cubicBezTo>
                    <a:pt x="0" y="7004"/>
                    <a:pt x="0" y="7019"/>
                    <a:pt x="7" y="7026"/>
                  </a:cubicBezTo>
                  <a:cubicBezTo>
                    <a:pt x="10" y="7030"/>
                    <a:pt x="16" y="7031"/>
                    <a:pt x="22" y="7031"/>
                  </a:cubicBezTo>
                  <a:cubicBezTo>
                    <a:pt x="27" y="7031"/>
                    <a:pt x="33" y="7030"/>
                    <a:pt x="36" y="7026"/>
                  </a:cubicBezTo>
                  <a:lnTo>
                    <a:pt x="7028" y="35"/>
                  </a:lnTo>
                  <a:cubicBezTo>
                    <a:pt x="7035" y="26"/>
                    <a:pt x="7035" y="19"/>
                    <a:pt x="7028" y="5"/>
                  </a:cubicBezTo>
                  <a:cubicBezTo>
                    <a:pt x="7024" y="2"/>
                    <a:pt x="7019" y="0"/>
                    <a:pt x="7014" y="0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1"/>
            <p:cNvSpPr/>
            <p:nvPr/>
          </p:nvSpPr>
          <p:spPr>
            <a:xfrm>
              <a:off x="4699250" y="4388050"/>
              <a:ext cx="75125" cy="75175"/>
            </a:xfrm>
            <a:custGeom>
              <a:avLst/>
              <a:gdLst/>
              <a:ahLst/>
              <a:cxnLst/>
              <a:rect l="l" t="t" r="r" b="b"/>
              <a:pathLst>
                <a:path w="3005" h="3007" extrusionOk="0">
                  <a:moveTo>
                    <a:pt x="1501" y="44"/>
                  </a:moveTo>
                  <a:cubicBezTo>
                    <a:pt x="1907" y="44"/>
                    <a:pt x="2274" y="204"/>
                    <a:pt x="2535" y="471"/>
                  </a:cubicBezTo>
                  <a:cubicBezTo>
                    <a:pt x="2801" y="738"/>
                    <a:pt x="2961" y="1100"/>
                    <a:pt x="2961" y="1504"/>
                  </a:cubicBezTo>
                  <a:cubicBezTo>
                    <a:pt x="2961" y="1908"/>
                    <a:pt x="2801" y="2277"/>
                    <a:pt x="2535" y="2537"/>
                  </a:cubicBezTo>
                  <a:cubicBezTo>
                    <a:pt x="2274" y="2804"/>
                    <a:pt x="1907" y="2970"/>
                    <a:pt x="1501" y="2970"/>
                  </a:cubicBezTo>
                  <a:cubicBezTo>
                    <a:pt x="1097" y="2970"/>
                    <a:pt x="737" y="2804"/>
                    <a:pt x="468" y="2537"/>
                  </a:cubicBezTo>
                  <a:cubicBezTo>
                    <a:pt x="201" y="2277"/>
                    <a:pt x="43" y="1908"/>
                    <a:pt x="43" y="1504"/>
                  </a:cubicBezTo>
                  <a:cubicBezTo>
                    <a:pt x="43" y="1100"/>
                    <a:pt x="201" y="738"/>
                    <a:pt x="468" y="471"/>
                  </a:cubicBezTo>
                  <a:cubicBezTo>
                    <a:pt x="737" y="204"/>
                    <a:pt x="1097" y="44"/>
                    <a:pt x="1501" y="44"/>
                  </a:cubicBezTo>
                  <a:close/>
                  <a:moveTo>
                    <a:pt x="1501" y="1"/>
                  </a:moveTo>
                  <a:cubicBezTo>
                    <a:pt x="671" y="1"/>
                    <a:pt x="0" y="674"/>
                    <a:pt x="0" y="1504"/>
                  </a:cubicBezTo>
                  <a:cubicBezTo>
                    <a:pt x="0" y="2334"/>
                    <a:pt x="671" y="3007"/>
                    <a:pt x="1501" y="3007"/>
                  </a:cubicBezTo>
                  <a:cubicBezTo>
                    <a:pt x="2332" y="3007"/>
                    <a:pt x="3004" y="2334"/>
                    <a:pt x="3004" y="1504"/>
                  </a:cubicBezTo>
                  <a:cubicBezTo>
                    <a:pt x="3004" y="674"/>
                    <a:pt x="2332" y="1"/>
                    <a:pt x="1501" y="1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1"/>
            <p:cNvSpPr/>
            <p:nvPr/>
          </p:nvSpPr>
          <p:spPr>
            <a:xfrm>
              <a:off x="4721600" y="4410475"/>
              <a:ext cx="30375" cy="30350"/>
            </a:xfrm>
            <a:custGeom>
              <a:avLst/>
              <a:gdLst/>
              <a:ahLst/>
              <a:cxnLst/>
              <a:rect l="l" t="t" r="r" b="b"/>
              <a:pathLst>
                <a:path w="1215" h="1214" extrusionOk="0">
                  <a:moveTo>
                    <a:pt x="607" y="43"/>
                  </a:moveTo>
                  <a:cubicBezTo>
                    <a:pt x="767" y="43"/>
                    <a:pt x="904" y="108"/>
                    <a:pt x="1013" y="210"/>
                  </a:cubicBezTo>
                  <a:cubicBezTo>
                    <a:pt x="1114" y="310"/>
                    <a:pt x="1178" y="454"/>
                    <a:pt x="1178" y="607"/>
                  </a:cubicBezTo>
                  <a:cubicBezTo>
                    <a:pt x="1178" y="766"/>
                    <a:pt x="1114" y="910"/>
                    <a:pt x="1013" y="1011"/>
                  </a:cubicBezTo>
                  <a:cubicBezTo>
                    <a:pt x="904" y="1113"/>
                    <a:pt x="767" y="1177"/>
                    <a:pt x="607" y="1177"/>
                  </a:cubicBezTo>
                  <a:cubicBezTo>
                    <a:pt x="450" y="1177"/>
                    <a:pt x="311" y="1113"/>
                    <a:pt x="210" y="1011"/>
                  </a:cubicBezTo>
                  <a:cubicBezTo>
                    <a:pt x="103" y="910"/>
                    <a:pt x="44" y="766"/>
                    <a:pt x="44" y="607"/>
                  </a:cubicBezTo>
                  <a:cubicBezTo>
                    <a:pt x="44" y="454"/>
                    <a:pt x="103" y="310"/>
                    <a:pt x="210" y="210"/>
                  </a:cubicBezTo>
                  <a:cubicBezTo>
                    <a:pt x="311" y="108"/>
                    <a:pt x="450" y="43"/>
                    <a:pt x="607" y="43"/>
                  </a:cubicBezTo>
                  <a:close/>
                  <a:moveTo>
                    <a:pt x="607" y="0"/>
                  </a:moveTo>
                  <a:cubicBezTo>
                    <a:pt x="276" y="0"/>
                    <a:pt x="1" y="274"/>
                    <a:pt x="1" y="607"/>
                  </a:cubicBezTo>
                  <a:cubicBezTo>
                    <a:pt x="1" y="947"/>
                    <a:pt x="276" y="1214"/>
                    <a:pt x="607" y="1214"/>
                  </a:cubicBezTo>
                  <a:cubicBezTo>
                    <a:pt x="940" y="1214"/>
                    <a:pt x="1214" y="947"/>
                    <a:pt x="1214" y="607"/>
                  </a:cubicBezTo>
                  <a:cubicBezTo>
                    <a:pt x="1214" y="274"/>
                    <a:pt x="940" y="0"/>
                    <a:pt x="607" y="0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6" name="Google Shape;686;p1"/>
          <p:cNvGrpSpPr/>
          <p:nvPr/>
        </p:nvGrpSpPr>
        <p:grpSpPr>
          <a:xfrm>
            <a:off x="7263696" y="3622925"/>
            <a:ext cx="700927" cy="745687"/>
            <a:chOff x="4135625" y="4481225"/>
            <a:chExt cx="231375" cy="246150"/>
          </a:xfrm>
        </p:grpSpPr>
        <p:sp>
          <p:nvSpPr>
            <p:cNvPr id="687" name="Google Shape;687;p1"/>
            <p:cNvSpPr/>
            <p:nvPr/>
          </p:nvSpPr>
          <p:spPr>
            <a:xfrm>
              <a:off x="4135625" y="4565750"/>
              <a:ext cx="231375" cy="161275"/>
            </a:xfrm>
            <a:custGeom>
              <a:avLst/>
              <a:gdLst/>
              <a:ahLst/>
              <a:cxnLst/>
              <a:rect l="l" t="t" r="r" b="b"/>
              <a:pathLst>
                <a:path w="9255" h="6451" extrusionOk="0">
                  <a:moveTo>
                    <a:pt x="1" y="0"/>
                  </a:moveTo>
                  <a:lnTo>
                    <a:pt x="1" y="6451"/>
                  </a:lnTo>
                  <a:lnTo>
                    <a:pt x="9254" y="6451"/>
                  </a:lnTo>
                  <a:lnTo>
                    <a:pt x="9254" y="0"/>
                  </a:lnTo>
                  <a:close/>
                </a:path>
              </a:pathLst>
            </a:custGeom>
            <a:solidFill>
              <a:srgbClr val="AB6E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1"/>
            <p:cNvSpPr/>
            <p:nvPr/>
          </p:nvSpPr>
          <p:spPr>
            <a:xfrm>
              <a:off x="4135625" y="4481225"/>
              <a:ext cx="231375" cy="84550"/>
            </a:xfrm>
            <a:custGeom>
              <a:avLst/>
              <a:gdLst/>
              <a:ahLst/>
              <a:cxnLst/>
              <a:rect l="l" t="t" r="r" b="b"/>
              <a:pathLst>
                <a:path w="9255" h="3382" extrusionOk="0">
                  <a:moveTo>
                    <a:pt x="4314" y="1"/>
                  </a:moveTo>
                  <a:cubicBezTo>
                    <a:pt x="2450" y="1"/>
                    <a:pt x="1" y="1511"/>
                    <a:pt x="1" y="3381"/>
                  </a:cubicBezTo>
                  <a:lnTo>
                    <a:pt x="9254" y="3381"/>
                  </a:lnTo>
                  <a:cubicBezTo>
                    <a:pt x="9254" y="1511"/>
                    <a:pt x="6957" y="1"/>
                    <a:pt x="5094" y="1"/>
                  </a:cubicBezTo>
                  <a:close/>
                </a:path>
              </a:pathLst>
            </a:custGeom>
            <a:solidFill>
              <a:srgbClr val="7447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1"/>
            <p:cNvSpPr/>
            <p:nvPr/>
          </p:nvSpPr>
          <p:spPr>
            <a:xfrm>
              <a:off x="4231700" y="4504000"/>
              <a:ext cx="39050" cy="39025"/>
            </a:xfrm>
            <a:custGeom>
              <a:avLst/>
              <a:gdLst/>
              <a:ahLst/>
              <a:cxnLst/>
              <a:rect l="l" t="t" r="r" b="b"/>
              <a:pathLst>
                <a:path w="1562" h="1561" extrusionOk="0">
                  <a:moveTo>
                    <a:pt x="781" y="0"/>
                  </a:moveTo>
                  <a:cubicBezTo>
                    <a:pt x="355" y="0"/>
                    <a:pt x="1" y="347"/>
                    <a:pt x="1" y="780"/>
                  </a:cubicBezTo>
                  <a:cubicBezTo>
                    <a:pt x="1" y="1214"/>
                    <a:pt x="355" y="1560"/>
                    <a:pt x="781" y="1560"/>
                  </a:cubicBezTo>
                  <a:cubicBezTo>
                    <a:pt x="1214" y="1560"/>
                    <a:pt x="1561" y="1214"/>
                    <a:pt x="1561" y="780"/>
                  </a:cubicBezTo>
                  <a:cubicBezTo>
                    <a:pt x="1561" y="347"/>
                    <a:pt x="1214" y="0"/>
                    <a:pt x="781" y="0"/>
                  </a:cubicBez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1"/>
            <p:cNvSpPr/>
            <p:nvPr/>
          </p:nvSpPr>
          <p:spPr>
            <a:xfrm>
              <a:off x="4251050" y="4503475"/>
              <a:ext cx="925" cy="40100"/>
            </a:xfrm>
            <a:custGeom>
              <a:avLst/>
              <a:gdLst/>
              <a:ahLst/>
              <a:cxnLst/>
              <a:rect l="l" t="t" r="r" b="b"/>
              <a:pathLst>
                <a:path w="37" h="1604" extrusionOk="0">
                  <a:moveTo>
                    <a:pt x="21" y="0"/>
                  </a:moveTo>
                  <a:cubicBezTo>
                    <a:pt x="7" y="0"/>
                    <a:pt x="0" y="7"/>
                    <a:pt x="0" y="21"/>
                  </a:cubicBezTo>
                  <a:lnTo>
                    <a:pt x="0" y="1581"/>
                  </a:lnTo>
                  <a:cubicBezTo>
                    <a:pt x="0" y="1588"/>
                    <a:pt x="7" y="1604"/>
                    <a:pt x="21" y="1604"/>
                  </a:cubicBezTo>
                  <a:cubicBezTo>
                    <a:pt x="30" y="1604"/>
                    <a:pt x="36" y="1588"/>
                    <a:pt x="36" y="1581"/>
                  </a:cubicBezTo>
                  <a:lnTo>
                    <a:pt x="36" y="21"/>
                  </a:lnTo>
                  <a:cubicBezTo>
                    <a:pt x="36" y="7"/>
                    <a:pt x="30" y="0"/>
                    <a:pt x="21" y="0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1"/>
            <p:cNvSpPr/>
            <p:nvPr/>
          </p:nvSpPr>
          <p:spPr>
            <a:xfrm>
              <a:off x="4182600" y="4616500"/>
              <a:ext cx="137450" cy="110525"/>
            </a:xfrm>
            <a:custGeom>
              <a:avLst/>
              <a:gdLst/>
              <a:ahLst/>
              <a:cxnLst/>
              <a:rect l="l" t="t" r="r" b="b"/>
              <a:pathLst>
                <a:path w="5498" h="4421" extrusionOk="0">
                  <a:moveTo>
                    <a:pt x="1828" y="0"/>
                  </a:moveTo>
                  <a:cubicBezTo>
                    <a:pt x="817" y="0"/>
                    <a:pt x="1" y="817"/>
                    <a:pt x="1" y="1834"/>
                  </a:cubicBezTo>
                  <a:lnTo>
                    <a:pt x="1" y="4421"/>
                  </a:lnTo>
                  <a:lnTo>
                    <a:pt x="5498" y="4421"/>
                  </a:lnTo>
                  <a:lnTo>
                    <a:pt x="5498" y="1834"/>
                  </a:lnTo>
                  <a:cubicBezTo>
                    <a:pt x="5498" y="817"/>
                    <a:pt x="4674" y="0"/>
                    <a:pt x="3662" y="0"/>
                  </a:cubicBezTo>
                  <a:close/>
                </a:path>
              </a:pathLst>
            </a:custGeom>
            <a:solidFill>
              <a:srgbClr val="7447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1"/>
            <p:cNvSpPr/>
            <p:nvPr/>
          </p:nvSpPr>
          <p:spPr>
            <a:xfrm>
              <a:off x="4250875" y="4615975"/>
              <a:ext cx="925" cy="111400"/>
            </a:xfrm>
            <a:custGeom>
              <a:avLst/>
              <a:gdLst/>
              <a:ahLst/>
              <a:cxnLst/>
              <a:rect l="l" t="t" r="r" b="b"/>
              <a:pathLst>
                <a:path w="37" h="4456" extrusionOk="0">
                  <a:moveTo>
                    <a:pt x="14" y="0"/>
                  </a:moveTo>
                  <a:cubicBezTo>
                    <a:pt x="7" y="0"/>
                    <a:pt x="0" y="7"/>
                    <a:pt x="0" y="21"/>
                  </a:cubicBezTo>
                  <a:lnTo>
                    <a:pt x="0" y="4442"/>
                  </a:lnTo>
                  <a:cubicBezTo>
                    <a:pt x="0" y="4449"/>
                    <a:pt x="7" y="4456"/>
                    <a:pt x="14" y="4456"/>
                  </a:cubicBezTo>
                  <a:cubicBezTo>
                    <a:pt x="28" y="4456"/>
                    <a:pt x="37" y="4449"/>
                    <a:pt x="37" y="4442"/>
                  </a:cubicBezTo>
                  <a:lnTo>
                    <a:pt x="37" y="21"/>
                  </a:lnTo>
                  <a:cubicBezTo>
                    <a:pt x="37" y="7"/>
                    <a:pt x="28" y="0"/>
                    <a:pt x="14" y="0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1"/>
            <p:cNvSpPr/>
            <p:nvPr/>
          </p:nvSpPr>
          <p:spPr>
            <a:xfrm>
              <a:off x="4188025" y="4639250"/>
              <a:ext cx="925" cy="88125"/>
            </a:xfrm>
            <a:custGeom>
              <a:avLst/>
              <a:gdLst/>
              <a:ahLst/>
              <a:cxnLst/>
              <a:rect l="l" t="t" r="r" b="b"/>
              <a:pathLst>
                <a:path w="37" h="3525" extrusionOk="0">
                  <a:moveTo>
                    <a:pt x="21" y="0"/>
                  </a:moveTo>
                  <a:cubicBezTo>
                    <a:pt x="7" y="0"/>
                    <a:pt x="1" y="7"/>
                    <a:pt x="1" y="23"/>
                  </a:cubicBezTo>
                  <a:lnTo>
                    <a:pt x="1" y="3511"/>
                  </a:lnTo>
                  <a:cubicBezTo>
                    <a:pt x="1" y="3518"/>
                    <a:pt x="7" y="3525"/>
                    <a:pt x="21" y="3525"/>
                  </a:cubicBezTo>
                  <a:cubicBezTo>
                    <a:pt x="28" y="3525"/>
                    <a:pt x="37" y="3518"/>
                    <a:pt x="37" y="3511"/>
                  </a:cubicBezTo>
                  <a:lnTo>
                    <a:pt x="37" y="23"/>
                  </a:lnTo>
                  <a:cubicBezTo>
                    <a:pt x="37" y="7"/>
                    <a:pt x="28" y="0"/>
                    <a:pt x="21" y="0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1"/>
            <p:cNvSpPr/>
            <p:nvPr/>
          </p:nvSpPr>
          <p:spPr>
            <a:xfrm>
              <a:off x="4198675" y="4626600"/>
              <a:ext cx="900" cy="100775"/>
            </a:xfrm>
            <a:custGeom>
              <a:avLst/>
              <a:gdLst/>
              <a:ahLst/>
              <a:cxnLst/>
              <a:rect l="l" t="t" r="r" b="b"/>
              <a:pathLst>
                <a:path w="36" h="4031" extrusionOk="0">
                  <a:moveTo>
                    <a:pt x="15" y="0"/>
                  </a:moveTo>
                  <a:cubicBezTo>
                    <a:pt x="8" y="0"/>
                    <a:pt x="1" y="9"/>
                    <a:pt x="1" y="16"/>
                  </a:cubicBezTo>
                  <a:lnTo>
                    <a:pt x="1" y="4017"/>
                  </a:lnTo>
                  <a:cubicBezTo>
                    <a:pt x="1" y="4024"/>
                    <a:pt x="8" y="4031"/>
                    <a:pt x="15" y="4031"/>
                  </a:cubicBezTo>
                  <a:cubicBezTo>
                    <a:pt x="29" y="4031"/>
                    <a:pt x="36" y="4024"/>
                    <a:pt x="36" y="4017"/>
                  </a:cubicBezTo>
                  <a:lnTo>
                    <a:pt x="36" y="16"/>
                  </a:lnTo>
                  <a:cubicBezTo>
                    <a:pt x="36" y="9"/>
                    <a:pt x="29" y="0"/>
                    <a:pt x="15" y="0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1"/>
            <p:cNvSpPr/>
            <p:nvPr/>
          </p:nvSpPr>
          <p:spPr>
            <a:xfrm>
              <a:off x="4210950" y="4619225"/>
              <a:ext cx="1100" cy="108150"/>
            </a:xfrm>
            <a:custGeom>
              <a:avLst/>
              <a:gdLst/>
              <a:ahLst/>
              <a:cxnLst/>
              <a:rect l="l" t="t" r="r" b="b"/>
              <a:pathLst>
                <a:path w="44" h="4326" extrusionOk="0">
                  <a:moveTo>
                    <a:pt x="21" y="0"/>
                  </a:moveTo>
                  <a:cubicBezTo>
                    <a:pt x="7" y="0"/>
                    <a:pt x="1" y="7"/>
                    <a:pt x="1" y="21"/>
                  </a:cubicBezTo>
                  <a:lnTo>
                    <a:pt x="1" y="4312"/>
                  </a:lnTo>
                  <a:cubicBezTo>
                    <a:pt x="1" y="4319"/>
                    <a:pt x="7" y="4326"/>
                    <a:pt x="21" y="4326"/>
                  </a:cubicBezTo>
                  <a:cubicBezTo>
                    <a:pt x="30" y="4326"/>
                    <a:pt x="44" y="4319"/>
                    <a:pt x="44" y="4312"/>
                  </a:cubicBezTo>
                  <a:lnTo>
                    <a:pt x="44" y="21"/>
                  </a:lnTo>
                  <a:cubicBezTo>
                    <a:pt x="44" y="7"/>
                    <a:pt x="30" y="0"/>
                    <a:pt x="21" y="0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1"/>
            <p:cNvSpPr/>
            <p:nvPr/>
          </p:nvSpPr>
          <p:spPr>
            <a:xfrm>
              <a:off x="4222125" y="4616325"/>
              <a:ext cx="1125" cy="111050"/>
            </a:xfrm>
            <a:custGeom>
              <a:avLst/>
              <a:gdLst/>
              <a:ahLst/>
              <a:cxnLst/>
              <a:rect l="l" t="t" r="r" b="b"/>
              <a:pathLst>
                <a:path w="45" h="4442" extrusionOk="0">
                  <a:moveTo>
                    <a:pt x="23" y="0"/>
                  </a:moveTo>
                  <a:cubicBezTo>
                    <a:pt x="8" y="0"/>
                    <a:pt x="1" y="7"/>
                    <a:pt x="1" y="21"/>
                  </a:cubicBezTo>
                  <a:lnTo>
                    <a:pt x="1" y="4428"/>
                  </a:lnTo>
                  <a:cubicBezTo>
                    <a:pt x="1" y="4435"/>
                    <a:pt x="8" y="4442"/>
                    <a:pt x="23" y="4442"/>
                  </a:cubicBezTo>
                  <a:cubicBezTo>
                    <a:pt x="30" y="4442"/>
                    <a:pt x="44" y="4435"/>
                    <a:pt x="44" y="4428"/>
                  </a:cubicBezTo>
                  <a:lnTo>
                    <a:pt x="44" y="21"/>
                  </a:lnTo>
                  <a:cubicBezTo>
                    <a:pt x="44" y="7"/>
                    <a:pt x="30" y="0"/>
                    <a:pt x="23" y="0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1"/>
            <p:cNvSpPr/>
            <p:nvPr/>
          </p:nvSpPr>
          <p:spPr>
            <a:xfrm>
              <a:off x="4235300" y="4615975"/>
              <a:ext cx="1125" cy="111400"/>
            </a:xfrm>
            <a:custGeom>
              <a:avLst/>
              <a:gdLst/>
              <a:ahLst/>
              <a:cxnLst/>
              <a:rect l="l" t="t" r="r" b="b"/>
              <a:pathLst>
                <a:path w="45" h="4456" extrusionOk="0">
                  <a:moveTo>
                    <a:pt x="23" y="0"/>
                  </a:moveTo>
                  <a:cubicBezTo>
                    <a:pt x="9" y="0"/>
                    <a:pt x="1" y="7"/>
                    <a:pt x="1" y="21"/>
                  </a:cubicBezTo>
                  <a:lnTo>
                    <a:pt x="1" y="4442"/>
                  </a:lnTo>
                  <a:cubicBezTo>
                    <a:pt x="1" y="4449"/>
                    <a:pt x="9" y="4456"/>
                    <a:pt x="23" y="4456"/>
                  </a:cubicBezTo>
                  <a:cubicBezTo>
                    <a:pt x="30" y="4456"/>
                    <a:pt x="44" y="4449"/>
                    <a:pt x="44" y="4442"/>
                  </a:cubicBezTo>
                  <a:lnTo>
                    <a:pt x="44" y="21"/>
                  </a:lnTo>
                  <a:cubicBezTo>
                    <a:pt x="44" y="7"/>
                    <a:pt x="30" y="0"/>
                    <a:pt x="23" y="0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1"/>
            <p:cNvSpPr/>
            <p:nvPr/>
          </p:nvSpPr>
          <p:spPr>
            <a:xfrm>
              <a:off x="4313525" y="4639250"/>
              <a:ext cx="1125" cy="88125"/>
            </a:xfrm>
            <a:custGeom>
              <a:avLst/>
              <a:gdLst/>
              <a:ahLst/>
              <a:cxnLst/>
              <a:rect l="l" t="t" r="r" b="b"/>
              <a:pathLst>
                <a:path w="45" h="3525" extrusionOk="0">
                  <a:moveTo>
                    <a:pt x="22" y="0"/>
                  </a:moveTo>
                  <a:cubicBezTo>
                    <a:pt x="15" y="0"/>
                    <a:pt x="1" y="7"/>
                    <a:pt x="1" y="23"/>
                  </a:cubicBezTo>
                  <a:lnTo>
                    <a:pt x="1" y="3511"/>
                  </a:lnTo>
                  <a:cubicBezTo>
                    <a:pt x="1" y="3518"/>
                    <a:pt x="15" y="3525"/>
                    <a:pt x="22" y="3525"/>
                  </a:cubicBezTo>
                  <a:cubicBezTo>
                    <a:pt x="35" y="3525"/>
                    <a:pt x="44" y="3518"/>
                    <a:pt x="44" y="3511"/>
                  </a:cubicBezTo>
                  <a:lnTo>
                    <a:pt x="44" y="23"/>
                  </a:lnTo>
                  <a:cubicBezTo>
                    <a:pt x="44" y="7"/>
                    <a:pt x="35" y="0"/>
                    <a:pt x="22" y="0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1"/>
            <p:cNvSpPr/>
            <p:nvPr/>
          </p:nvSpPr>
          <p:spPr>
            <a:xfrm>
              <a:off x="4302875" y="4626600"/>
              <a:ext cx="1100" cy="100775"/>
            </a:xfrm>
            <a:custGeom>
              <a:avLst/>
              <a:gdLst/>
              <a:ahLst/>
              <a:cxnLst/>
              <a:rect l="l" t="t" r="r" b="b"/>
              <a:pathLst>
                <a:path w="44" h="4031" extrusionOk="0">
                  <a:moveTo>
                    <a:pt x="21" y="0"/>
                  </a:moveTo>
                  <a:cubicBezTo>
                    <a:pt x="14" y="0"/>
                    <a:pt x="0" y="9"/>
                    <a:pt x="0" y="16"/>
                  </a:cubicBezTo>
                  <a:lnTo>
                    <a:pt x="0" y="4017"/>
                  </a:lnTo>
                  <a:cubicBezTo>
                    <a:pt x="0" y="4024"/>
                    <a:pt x="14" y="4031"/>
                    <a:pt x="21" y="4031"/>
                  </a:cubicBezTo>
                  <a:cubicBezTo>
                    <a:pt x="37" y="4031"/>
                    <a:pt x="44" y="4024"/>
                    <a:pt x="44" y="4017"/>
                  </a:cubicBezTo>
                  <a:lnTo>
                    <a:pt x="44" y="16"/>
                  </a:lnTo>
                  <a:cubicBezTo>
                    <a:pt x="44" y="9"/>
                    <a:pt x="37" y="0"/>
                    <a:pt x="21" y="0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1"/>
            <p:cNvSpPr/>
            <p:nvPr/>
          </p:nvSpPr>
          <p:spPr>
            <a:xfrm>
              <a:off x="4290575" y="4619225"/>
              <a:ext cx="1100" cy="108150"/>
            </a:xfrm>
            <a:custGeom>
              <a:avLst/>
              <a:gdLst/>
              <a:ahLst/>
              <a:cxnLst/>
              <a:rect l="l" t="t" r="r" b="b"/>
              <a:pathLst>
                <a:path w="44" h="4326" extrusionOk="0">
                  <a:moveTo>
                    <a:pt x="23" y="0"/>
                  </a:moveTo>
                  <a:cubicBezTo>
                    <a:pt x="9" y="0"/>
                    <a:pt x="0" y="7"/>
                    <a:pt x="0" y="21"/>
                  </a:cubicBezTo>
                  <a:lnTo>
                    <a:pt x="0" y="4312"/>
                  </a:lnTo>
                  <a:cubicBezTo>
                    <a:pt x="0" y="4319"/>
                    <a:pt x="9" y="4326"/>
                    <a:pt x="23" y="4326"/>
                  </a:cubicBezTo>
                  <a:cubicBezTo>
                    <a:pt x="29" y="4326"/>
                    <a:pt x="43" y="4319"/>
                    <a:pt x="43" y="4312"/>
                  </a:cubicBezTo>
                  <a:lnTo>
                    <a:pt x="43" y="21"/>
                  </a:lnTo>
                  <a:cubicBezTo>
                    <a:pt x="43" y="7"/>
                    <a:pt x="29" y="0"/>
                    <a:pt x="23" y="0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1"/>
            <p:cNvSpPr/>
            <p:nvPr/>
          </p:nvSpPr>
          <p:spPr>
            <a:xfrm>
              <a:off x="4279375" y="4616325"/>
              <a:ext cx="1125" cy="111050"/>
            </a:xfrm>
            <a:custGeom>
              <a:avLst/>
              <a:gdLst/>
              <a:ahLst/>
              <a:cxnLst/>
              <a:rect l="l" t="t" r="r" b="b"/>
              <a:pathLst>
                <a:path w="45" h="4442" extrusionOk="0">
                  <a:moveTo>
                    <a:pt x="23" y="0"/>
                  </a:moveTo>
                  <a:cubicBezTo>
                    <a:pt x="8" y="0"/>
                    <a:pt x="1" y="7"/>
                    <a:pt x="1" y="21"/>
                  </a:cubicBezTo>
                  <a:lnTo>
                    <a:pt x="1" y="4428"/>
                  </a:lnTo>
                  <a:cubicBezTo>
                    <a:pt x="1" y="4435"/>
                    <a:pt x="8" y="4442"/>
                    <a:pt x="23" y="4442"/>
                  </a:cubicBezTo>
                  <a:cubicBezTo>
                    <a:pt x="37" y="4442"/>
                    <a:pt x="44" y="4435"/>
                    <a:pt x="44" y="4428"/>
                  </a:cubicBezTo>
                  <a:lnTo>
                    <a:pt x="44" y="21"/>
                  </a:lnTo>
                  <a:cubicBezTo>
                    <a:pt x="44" y="7"/>
                    <a:pt x="37" y="0"/>
                    <a:pt x="23" y="0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1"/>
            <p:cNvSpPr/>
            <p:nvPr/>
          </p:nvSpPr>
          <p:spPr>
            <a:xfrm>
              <a:off x="4266200" y="4615975"/>
              <a:ext cx="1125" cy="111400"/>
            </a:xfrm>
            <a:custGeom>
              <a:avLst/>
              <a:gdLst/>
              <a:ahLst/>
              <a:cxnLst/>
              <a:rect l="l" t="t" r="r" b="b"/>
              <a:pathLst>
                <a:path w="45" h="4456" extrusionOk="0">
                  <a:moveTo>
                    <a:pt x="22" y="0"/>
                  </a:moveTo>
                  <a:cubicBezTo>
                    <a:pt x="8" y="0"/>
                    <a:pt x="1" y="7"/>
                    <a:pt x="1" y="21"/>
                  </a:cubicBezTo>
                  <a:lnTo>
                    <a:pt x="1" y="4442"/>
                  </a:lnTo>
                  <a:cubicBezTo>
                    <a:pt x="1" y="4449"/>
                    <a:pt x="8" y="4456"/>
                    <a:pt x="22" y="4456"/>
                  </a:cubicBezTo>
                  <a:cubicBezTo>
                    <a:pt x="30" y="4456"/>
                    <a:pt x="44" y="4449"/>
                    <a:pt x="44" y="4442"/>
                  </a:cubicBezTo>
                  <a:lnTo>
                    <a:pt x="44" y="21"/>
                  </a:lnTo>
                  <a:cubicBezTo>
                    <a:pt x="44" y="7"/>
                    <a:pt x="30" y="0"/>
                    <a:pt x="22" y="0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1"/>
            <p:cNvSpPr/>
            <p:nvPr/>
          </p:nvSpPr>
          <p:spPr>
            <a:xfrm>
              <a:off x="4135625" y="4589975"/>
              <a:ext cx="231375" cy="137050"/>
            </a:xfrm>
            <a:custGeom>
              <a:avLst/>
              <a:gdLst/>
              <a:ahLst/>
              <a:cxnLst/>
              <a:rect l="l" t="t" r="r" b="b"/>
              <a:pathLst>
                <a:path w="9255" h="5482" extrusionOk="0">
                  <a:moveTo>
                    <a:pt x="1" y="0"/>
                  </a:moveTo>
                  <a:lnTo>
                    <a:pt x="1" y="5482"/>
                  </a:lnTo>
                  <a:lnTo>
                    <a:pt x="9254" y="5482"/>
                  </a:lnTo>
                  <a:lnTo>
                    <a:pt x="9254" y="3554"/>
                  </a:lnTo>
                  <a:cubicBezTo>
                    <a:pt x="7484" y="3495"/>
                    <a:pt x="5737" y="3221"/>
                    <a:pt x="4054" y="2571"/>
                  </a:cubicBezTo>
                  <a:cubicBezTo>
                    <a:pt x="2774" y="2081"/>
                    <a:pt x="1518" y="1328"/>
                    <a:pt x="477" y="425"/>
                  </a:cubicBezTo>
                  <a:cubicBezTo>
                    <a:pt x="320" y="288"/>
                    <a:pt x="160" y="144"/>
                    <a:pt x="1" y="0"/>
                  </a:cubicBezTo>
                  <a:close/>
                </a:path>
              </a:pathLst>
            </a:custGeom>
            <a:solidFill>
              <a:srgbClr val="212529">
                <a:alpha val="18823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4" name="Google Shape;704;p1"/>
          <p:cNvGrpSpPr/>
          <p:nvPr/>
        </p:nvGrpSpPr>
        <p:grpSpPr>
          <a:xfrm>
            <a:off x="350132" y="2890696"/>
            <a:ext cx="259658" cy="320277"/>
            <a:chOff x="4574075" y="4938625"/>
            <a:chExt cx="143600" cy="177125"/>
          </a:xfrm>
        </p:grpSpPr>
        <p:sp>
          <p:nvSpPr>
            <p:cNvPr id="705" name="Google Shape;705;p1"/>
            <p:cNvSpPr/>
            <p:nvPr/>
          </p:nvSpPr>
          <p:spPr>
            <a:xfrm>
              <a:off x="4594325" y="4944700"/>
              <a:ext cx="86525" cy="166850"/>
            </a:xfrm>
            <a:custGeom>
              <a:avLst/>
              <a:gdLst/>
              <a:ahLst/>
              <a:cxnLst/>
              <a:rect l="l" t="t" r="r" b="b"/>
              <a:pathLst>
                <a:path w="3461" h="6674" extrusionOk="0">
                  <a:moveTo>
                    <a:pt x="2136" y="0"/>
                  </a:moveTo>
                  <a:cubicBezTo>
                    <a:pt x="1357" y="0"/>
                    <a:pt x="1250" y="3575"/>
                    <a:pt x="708" y="4757"/>
                  </a:cubicBezTo>
                  <a:cubicBezTo>
                    <a:pt x="144" y="5977"/>
                    <a:pt x="0" y="6374"/>
                    <a:pt x="578" y="6614"/>
                  </a:cubicBezTo>
                  <a:cubicBezTo>
                    <a:pt x="679" y="6656"/>
                    <a:pt x="803" y="6673"/>
                    <a:pt x="940" y="6673"/>
                  </a:cubicBezTo>
                  <a:cubicBezTo>
                    <a:pt x="1571" y="6673"/>
                    <a:pt x="2455" y="6301"/>
                    <a:pt x="2455" y="6301"/>
                  </a:cubicBezTo>
                  <a:cubicBezTo>
                    <a:pt x="3460" y="5218"/>
                    <a:pt x="3105" y="330"/>
                    <a:pt x="2231" y="17"/>
                  </a:cubicBezTo>
                  <a:cubicBezTo>
                    <a:pt x="2198" y="6"/>
                    <a:pt x="2167" y="0"/>
                    <a:pt x="2136" y="0"/>
                  </a:cubicBezTo>
                  <a:close/>
                </a:path>
              </a:pathLst>
            </a:custGeom>
            <a:solidFill>
              <a:srgbClr val="3080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1"/>
            <p:cNvSpPr/>
            <p:nvPr/>
          </p:nvSpPr>
          <p:spPr>
            <a:xfrm>
              <a:off x="4602075" y="5054200"/>
              <a:ext cx="15725" cy="57275"/>
            </a:xfrm>
            <a:custGeom>
              <a:avLst/>
              <a:gdLst/>
              <a:ahLst/>
              <a:cxnLst/>
              <a:rect l="l" t="t" r="r" b="b"/>
              <a:pathLst>
                <a:path w="629" h="2291" extrusionOk="0">
                  <a:moveTo>
                    <a:pt x="1" y="2051"/>
                  </a:moveTo>
                  <a:cubicBezTo>
                    <a:pt x="58" y="2124"/>
                    <a:pt x="144" y="2182"/>
                    <a:pt x="268" y="2234"/>
                  </a:cubicBezTo>
                  <a:cubicBezTo>
                    <a:pt x="368" y="2277"/>
                    <a:pt x="491" y="2291"/>
                    <a:pt x="628" y="2291"/>
                  </a:cubicBezTo>
                  <a:lnTo>
                    <a:pt x="628" y="2291"/>
                  </a:lnTo>
                  <a:cubicBezTo>
                    <a:pt x="491" y="2291"/>
                    <a:pt x="368" y="2277"/>
                    <a:pt x="268" y="2234"/>
                  </a:cubicBezTo>
                  <a:cubicBezTo>
                    <a:pt x="144" y="2182"/>
                    <a:pt x="58" y="2124"/>
                    <a:pt x="1" y="2051"/>
                  </a:cubicBezTo>
                  <a:close/>
                  <a:moveTo>
                    <a:pt x="398" y="370"/>
                  </a:moveTo>
                  <a:lnTo>
                    <a:pt x="398" y="377"/>
                  </a:lnTo>
                  <a:lnTo>
                    <a:pt x="398" y="377"/>
                  </a:lnTo>
                  <a:lnTo>
                    <a:pt x="398" y="377"/>
                  </a:lnTo>
                  <a:lnTo>
                    <a:pt x="398" y="370"/>
                  </a:lnTo>
                  <a:close/>
                  <a:moveTo>
                    <a:pt x="534" y="1"/>
                  </a:moveTo>
                  <a:lnTo>
                    <a:pt x="534" y="1"/>
                  </a:lnTo>
                  <a:cubicBezTo>
                    <a:pt x="491" y="138"/>
                    <a:pt x="448" y="261"/>
                    <a:pt x="398" y="370"/>
                  </a:cubicBezTo>
                  <a:cubicBezTo>
                    <a:pt x="448" y="261"/>
                    <a:pt x="491" y="138"/>
                    <a:pt x="534" y="1"/>
                  </a:cubicBezTo>
                  <a:close/>
                </a:path>
              </a:pathLst>
            </a:custGeom>
            <a:solidFill>
              <a:srgbClr val="3080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1"/>
            <p:cNvSpPr/>
            <p:nvPr/>
          </p:nvSpPr>
          <p:spPr>
            <a:xfrm>
              <a:off x="4596300" y="4995700"/>
              <a:ext cx="77300" cy="115775"/>
            </a:xfrm>
            <a:custGeom>
              <a:avLst/>
              <a:gdLst/>
              <a:ahLst/>
              <a:cxnLst/>
              <a:rect l="l" t="t" r="r" b="b"/>
              <a:pathLst>
                <a:path w="3092" h="4631" extrusionOk="0">
                  <a:moveTo>
                    <a:pt x="2896" y="1"/>
                  </a:moveTo>
                  <a:lnTo>
                    <a:pt x="2896" y="1"/>
                  </a:lnTo>
                  <a:cubicBezTo>
                    <a:pt x="2478" y="947"/>
                    <a:pt x="1748" y="1973"/>
                    <a:pt x="765" y="2341"/>
                  </a:cubicBezTo>
                  <a:cubicBezTo>
                    <a:pt x="722" y="2478"/>
                    <a:pt x="679" y="2601"/>
                    <a:pt x="629" y="2710"/>
                  </a:cubicBezTo>
                  <a:lnTo>
                    <a:pt x="629" y="2717"/>
                  </a:lnTo>
                  <a:cubicBezTo>
                    <a:pt x="188" y="3684"/>
                    <a:pt x="1" y="4131"/>
                    <a:pt x="232" y="4391"/>
                  </a:cubicBezTo>
                  <a:cubicBezTo>
                    <a:pt x="289" y="4464"/>
                    <a:pt x="375" y="4522"/>
                    <a:pt x="499" y="4574"/>
                  </a:cubicBezTo>
                  <a:cubicBezTo>
                    <a:pt x="599" y="4617"/>
                    <a:pt x="722" y="4631"/>
                    <a:pt x="859" y="4631"/>
                  </a:cubicBezTo>
                  <a:cubicBezTo>
                    <a:pt x="1495" y="4631"/>
                    <a:pt x="2376" y="4261"/>
                    <a:pt x="2376" y="4261"/>
                  </a:cubicBezTo>
                  <a:cubicBezTo>
                    <a:pt x="2976" y="3604"/>
                    <a:pt x="3092" y="1583"/>
                    <a:pt x="2896" y="1"/>
                  </a:cubicBezTo>
                  <a:close/>
                </a:path>
              </a:pathLst>
            </a:custGeom>
            <a:solidFill>
              <a:srgbClr val="0940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1"/>
            <p:cNvSpPr/>
            <p:nvPr/>
          </p:nvSpPr>
          <p:spPr>
            <a:xfrm>
              <a:off x="4574075" y="4938625"/>
              <a:ext cx="111625" cy="169050"/>
            </a:xfrm>
            <a:custGeom>
              <a:avLst/>
              <a:gdLst/>
              <a:ahLst/>
              <a:cxnLst/>
              <a:rect l="l" t="t" r="r" b="b"/>
              <a:pathLst>
                <a:path w="4465" h="6762" extrusionOk="0">
                  <a:moveTo>
                    <a:pt x="1832" y="1"/>
                  </a:moveTo>
                  <a:cubicBezTo>
                    <a:pt x="766" y="1"/>
                    <a:pt x="1217" y="3629"/>
                    <a:pt x="680" y="4834"/>
                  </a:cubicBezTo>
                  <a:cubicBezTo>
                    <a:pt x="131" y="6083"/>
                    <a:pt x="1" y="6487"/>
                    <a:pt x="817" y="6711"/>
                  </a:cubicBezTo>
                  <a:cubicBezTo>
                    <a:pt x="947" y="6747"/>
                    <a:pt x="1099" y="6762"/>
                    <a:pt x="1263" y="6762"/>
                  </a:cubicBezTo>
                  <a:cubicBezTo>
                    <a:pt x="2120" y="6762"/>
                    <a:pt x="3294" y="6350"/>
                    <a:pt x="3294" y="6350"/>
                  </a:cubicBezTo>
                  <a:cubicBezTo>
                    <a:pt x="4465" y="5230"/>
                    <a:pt x="3187" y="304"/>
                    <a:pt x="1958" y="16"/>
                  </a:cubicBezTo>
                  <a:cubicBezTo>
                    <a:pt x="1914" y="6"/>
                    <a:pt x="1872" y="1"/>
                    <a:pt x="18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1"/>
            <p:cNvSpPr/>
            <p:nvPr/>
          </p:nvSpPr>
          <p:spPr>
            <a:xfrm>
              <a:off x="4585475" y="4996050"/>
              <a:ext cx="87775" cy="111625"/>
            </a:xfrm>
            <a:custGeom>
              <a:avLst/>
              <a:gdLst/>
              <a:ahLst/>
              <a:cxnLst/>
              <a:rect l="l" t="t" r="r" b="b"/>
              <a:pathLst>
                <a:path w="3511" h="4465" extrusionOk="0">
                  <a:moveTo>
                    <a:pt x="2918" y="0"/>
                  </a:moveTo>
                  <a:lnTo>
                    <a:pt x="2918" y="0"/>
                  </a:lnTo>
                  <a:cubicBezTo>
                    <a:pt x="2939" y="536"/>
                    <a:pt x="2861" y="1070"/>
                    <a:pt x="2658" y="1583"/>
                  </a:cubicBezTo>
                  <a:cubicBezTo>
                    <a:pt x="2254" y="2594"/>
                    <a:pt x="1474" y="3764"/>
                    <a:pt x="391" y="4140"/>
                  </a:cubicBezTo>
                  <a:cubicBezTo>
                    <a:pt x="261" y="4183"/>
                    <a:pt x="131" y="4227"/>
                    <a:pt x="1" y="4263"/>
                  </a:cubicBezTo>
                  <a:cubicBezTo>
                    <a:pt x="87" y="4327"/>
                    <a:pt x="209" y="4371"/>
                    <a:pt x="361" y="4414"/>
                  </a:cubicBezTo>
                  <a:cubicBezTo>
                    <a:pt x="491" y="4450"/>
                    <a:pt x="643" y="4465"/>
                    <a:pt x="807" y="4465"/>
                  </a:cubicBezTo>
                  <a:cubicBezTo>
                    <a:pt x="1664" y="4465"/>
                    <a:pt x="2838" y="4053"/>
                    <a:pt x="2838" y="4053"/>
                  </a:cubicBezTo>
                  <a:cubicBezTo>
                    <a:pt x="3511" y="3417"/>
                    <a:pt x="3381" y="1547"/>
                    <a:pt x="2918" y="0"/>
                  </a:cubicBezTo>
                  <a:close/>
                </a:path>
              </a:pathLst>
            </a:custGeom>
            <a:solidFill>
              <a:srgbClr val="212529">
                <a:alpha val="18823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1"/>
            <p:cNvSpPr/>
            <p:nvPr/>
          </p:nvSpPr>
          <p:spPr>
            <a:xfrm>
              <a:off x="4643900" y="5079625"/>
              <a:ext cx="38525" cy="36125"/>
            </a:xfrm>
            <a:custGeom>
              <a:avLst/>
              <a:gdLst/>
              <a:ahLst/>
              <a:cxnLst/>
              <a:rect l="l" t="t" r="r" b="b"/>
              <a:pathLst>
                <a:path w="1541" h="1445" extrusionOk="0">
                  <a:moveTo>
                    <a:pt x="1225" y="1"/>
                  </a:moveTo>
                  <a:cubicBezTo>
                    <a:pt x="835" y="1"/>
                    <a:pt x="1" y="1353"/>
                    <a:pt x="169" y="1440"/>
                  </a:cubicBezTo>
                  <a:cubicBezTo>
                    <a:pt x="174" y="1443"/>
                    <a:pt x="181" y="1445"/>
                    <a:pt x="189" y="1445"/>
                  </a:cubicBezTo>
                  <a:cubicBezTo>
                    <a:pt x="421" y="1445"/>
                    <a:pt x="1540" y="185"/>
                    <a:pt x="1304" y="24"/>
                  </a:cubicBezTo>
                  <a:cubicBezTo>
                    <a:pt x="1281" y="8"/>
                    <a:pt x="1254" y="1"/>
                    <a:pt x="1225" y="1"/>
                  </a:cubicBezTo>
                  <a:close/>
                </a:path>
              </a:pathLst>
            </a:custGeom>
            <a:solidFill>
              <a:srgbClr val="0649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1"/>
            <p:cNvSpPr/>
            <p:nvPr/>
          </p:nvSpPr>
          <p:spPr>
            <a:xfrm>
              <a:off x="4675925" y="5019875"/>
              <a:ext cx="41750" cy="60875"/>
            </a:xfrm>
            <a:custGeom>
              <a:avLst/>
              <a:gdLst/>
              <a:ahLst/>
              <a:cxnLst/>
              <a:rect l="l" t="t" r="r" b="b"/>
              <a:pathLst>
                <a:path w="1670" h="2435" extrusionOk="0">
                  <a:moveTo>
                    <a:pt x="918" y="1"/>
                  </a:moveTo>
                  <a:cubicBezTo>
                    <a:pt x="911" y="1"/>
                    <a:pt x="904" y="9"/>
                    <a:pt x="904" y="23"/>
                  </a:cubicBezTo>
                  <a:lnTo>
                    <a:pt x="904" y="60"/>
                  </a:lnTo>
                  <a:cubicBezTo>
                    <a:pt x="904" y="261"/>
                    <a:pt x="846" y="507"/>
                    <a:pt x="760" y="767"/>
                  </a:cubicBezTo>
                  <a:cubicBezTo>
                    <a:pt x="637" y="1150"/>
                    <a:pt x="448" y="1561"/>
                    <a:pt x="290" y="1873"/>
                  </a:cubicBezTo>
                  <a:cubicBezTo>
                    <a:pt x="210" y="2031"/>
                    <a:pt x="137" y="2161"/>
                    <a:pt x="87" y="2254"/>
                  </a:cubicBezTo>
                  <a:cubicBezTo>
                    <a:pt x="66" y="2306"/>
                    <a:pt x="44" y="2341"/>
                    <a:pt x="30" y="2364"/>
                  </a:cubicBezTo>
                  <a:cubicBezTo>
                    <a:pt x="14" y="2393"/>
                    <a:pt x="7" y="2400"/>
                    <a:pt x="7" y="2400"/>
                  </a:cubicBezTo>
                  <a:cubicBezTo>
                    <a:pt x="0" y="2414"/>
                    <a:pt x="0" y="2421"/>
                    <a:pt x="7" y="2428"/>
                  </a:cubicBezTo>
                  <a:cubicBezTo>
                    <a:pt x="11" y="2432"/>
                    <a:pt x="17" y="2434"/>
                    <a:pt x="22" y="2434"/>
                  </a:cubicBezTo>
                  <a:cubicBezTo>
                    <a:pt x="28" y="2434"/>
                    <a:pt x="33" y="2432"/>
                    <a:pt x="37" y="2428"/>
                  </a:cubicBezTo>
                  <a:cubicBezTo>
                    <a:pt x="37" y="2428"/>
                    <a:pt x="354" y="2124"/>
                    <a:pt x="716" y="1691"/>
                  </a:cubicBezTo>
                  <a:cubicBezTo>
                    <a:pt x="1077" y="1266"/>
                    <a:pt x="1481" y="710"/>
                    <a:pt x="1670" y="204"/>
                  </a:cubicBezTo>
                  <a:cubicBezTo>
                    <a:pt x="1670" y="190"/>
                    <a:pt x="1670" y="183"/>
                    <a:pt x="1654" y="174"/>
                  </a:cubicBezTo>
                  <a:cubicBezTo>
                    <a:pt x="1647" y="174"/>
                    <a:pt x="1633" y="183"/>
                    <a:pt x="1633" y="190"/>
                  </a:cubicBezTo>
                  <a:cubicBezTo>
                    <a:pt x="1444" y="687"/>
                    <a:pt x="1041" y="1244"/>
                    <a:pt x="680" y="1670"/>
                  </a:cubicBezTo>
                  <a:cubicBezTo>
                    <a:pt x="507" y="1880"/>
                    <a:pt x="333" y="2067"/>
                    <a:pt x="210" y="2197"/>
                  </a:cubicBezTo>
                  <a:cubicBezTo>
                    <a:pt x="169" y="2244"/>
                    <a:pt x="131" y="2283"/>
                    <a:pt x="100" y="2312"/>
                  </a:cubicBezTo>
                  <a:lnTo>
                    <a:pt x="100" y="2312"/>
                  </a:lnTo>
                  <a:cubicBezTo>
                    <a:pt x="184" y="2164"/>
                    <a:pt x="339" y="1881"/>
                    <a:pt x="491" y="1547"/>
                  </a:cubicBezTo>
                  <a:cubicBezTo>
                    <a:pt x="600" y="1310"/>
                    <a:pt x="716" y="1034"/>
                    <a:pt x="803" y="774"/>
                  </a:cubicBezTo>
                  <a:cubicBezTo>
                    <a:pt x="881" y="514"/>
                    <a:pt x="940" y="270"/>
                    <a:pt x="940" y="60"/>
                  </a:cubicBezTo>
                  <a:lnTo>
                    <a:pt x="940" y="23"/>
                  </a:lnTo>
                  <a:cubicBezTo>
                    <a:pt x="940" y="9"/>
                    <a:pt x="933" y="1"/>
                    <a:pt x="918" y="1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2" name="Google Shape;712;p1"/>
          <p:cNvGrpSpPr/>
          <p:nvPr/>
        </p:nvGrpSpPr>
        <p:grpSpPr>
          <a:xfrm>
            <a:off x="3682822" y="3935865"/>
            <a:ext cx="433697" cy="386638"/>
            <a:chOff x="4356650" y="5185725"/>
            <a:chExt cx="239850" cy="213825"/>
          </a:xfrm>
        </p:grpSpPr>
        <p:sp>
          <p:nvSpPr>
            <p:cNvPr id="713" name="Google Shape;713;p1"/>
            <p:cNvSpPr/>
            <p:nvPr/>
          </p:nvSpPr>
          <p:spPr>
            <a:xfrm>
              <a:off x="4437800" y="5317675"/>
              <a:ext cx="46625" cy="44625"/>
            </a:xfrm>
            <a:custGeom>
              <a:avLst/>
              <a:gdLst/>
              <a:ahLst/>
              <a:cxnLst/>
              <a:rect l="l" t="t" r="r" b="b"/>
              <a:pathLst>
                <a:path w="1865" h="1785" extrusionOk="0">
                  <a:moveTo>
                    <a:pt x="1453" y="1"/>
                  </a:moveTo>
                  <a:cubicBezTo>
                    <a:pt x="906" y="1"/>
                    <a:pt x="0" y="1737"/>
                    <a:pt x="265" y="1784"/>
                  </a:cubicBezTo>
                  <a:cubicBezTo>
                    <a:pt x="269" y="1784"/>
                    <a:pt x="273" y="1784"/>
                    <a:pt x="277" y="1784"/>
                  </a:cubicBezTo>
                  <a:cubicBezTo>
                    <a:pt x="590" y="1784"/>
                    <a:pt x="1865" y="236"/>
                    <a:pt x="1588" y="43"/>
                  </a:cubicBezTo>
                  <a:cubicBezTo>
                    <a:pt x="1546" y="14"/>
                    <a:pt x="1501" y="1"/>
                    <a:pt x="1453" y="1"/>
                  </a:cubicBezTo>
                  <a:close/>
                </a:path>
              </a:pathLst>
            </a:custGeom>
            <a:solidFill>
              <a:srgbClr val="0649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1"/>
            <p:cNvSpPr/>
            <p:nvPr/>
          </p:nvSpPr>
          <p:spPr>
            <a:xfrm>
              <a:off x="4476925" y="5245800"/>
              <a:ext cx="46075" cy="73475"/>
            </a:xfrm>
            <a:custGeom>
              <a:avLst/>
              <a:gdLst/>
              <a:ahLst/>
              <a:cxnLst/>
              <a:rect l="l" t="t" r="r" b="b"/>
              <a:pathLst>
                <a:path w="1843" h="2939" extrusionOk="0">
                  <a:moveTo>
                    <a:pt x="896" y="1"/>
                  </a:moveTo>
                  <a:cubicBezTo>
                    <a:pt x="889" y="1"/>
                    <a:pt x="883" y="8"/>
                    <a:pt x="883" y="21"/>
                  </a:cubicBezTo>
                  <a:cubicBezTo>
                    <a:pt x="883" y="261"/>
                    <a:pt x="824" y="571"/>
                    <a:pt x="746" y="881"/>
                  </a:cubicBezTo>
                  <a:cubicBezTo>
                    <a:pt x="622" y="1358"/>
                    <a:pt x="434" y="1864"/>
                    <a:pt x="283" y="2254"/>
                  </a:cubicBezTo>
                  <a:cubicBezTo>
                    <a:pt x="203" y="2448"/>
                    <a:pt x="139" y="2608"/>
                    <a:pt x="87" y="2724"/>
                  </a:cubicBezTo>
                  <a:cubicBezTo>
                    <a:pt x="59" y="2781"/>
                    <a:pt x="43" y="2831"/>
                    <a:pt x="30" y="2861"/>
                  </a:cubicBezTo>
                  <a:cubicBezTo>
                    <a:pt x="16" y="2890"/>
                    <a:pt x="9" y="2911"/>
                    <a:pt x="9" y="2911"/>
                  </a:cubicBezTo>
                  <a:cubicBezTo>
                    <a:pt x="0" y="2918"/>
                    <a:pt x="9" y="2925"/>
                    <a:pt x="16" y="2934"/>
                  </a:cubicBezTo>
                  <a:cubicBezTo>
                    <a:pt x="19" y="2937"/>
                    <a:pt x="23" y="2939"/>
                    <a:pt x="26" y="2939"/>
                  </a:cubicBezTo>
                  <a:cubicBezTo>
                    <a:pt x="30" y="2939"/>
                    <a:pt x="33" y="2937"/>
                    <a:pt x="37" y="2934"/>
                  </a:cubicBezTo>
                  <a:cubicBezTo>
                    <a:pt x="37" y="2934"/>
                    <a:pt x="1113" y="2110"/>
                    <a:pt x="1836" y="441"/>
                  </a:cubicBezTo>
                  <a:cubicBezTo>
                    <a:pt x="1843" y="427"/>
                    <a:pt x="1836" y="411"/>
                    <a:pt x="1829" y="411"/>
                  </a:cubicBezTo>
                  <a:cubicBezTo>
                    <a:pt x="1825" y="409"/>
                    <a:pt x="1821" y="409"/>
                    <a:pt x="1818" y="409"/>
                  </a:cubicBezTo>
                  <a:cubicBezTo>
                    <a:pt x="1809" y="409"/>
                    <a:pt x="1804" y="414"/>
                    <a:pt x="1800" y="420"/>
                  </a:cubicBezTo>
                  <a:cubicBezTo>
                    <a:pt x="1439" y="1250"/>
                    <a:pt x="990" y="1871"/>
                    <a:pt x="636" y="2284"/>
                  </a:cubicBezTo>
                  <a:cubicBezTo>
                    <a:pt x="456" y="2492"/>
                    <a:pt x="297" y="2644"/>
                    <a:pt x="189" y="2745"/>
                  </a:cubicBezTo>
                  <a:cubicBezTo>
                    <a:pt x="143" y="2791"/>
                    <a:pt x="107" y="2822"/>
                    <a:pt x="80" y="2844"/>
                  </a:cubicBezTo>
                  <a:lnTo>
                    <a:pt x="80" y="2844"/>
                  </a:lnTo>
                  <a:cubicBezTo>
                    <a:pt x="150" y="2684"/>
                    <a:pt x="315" y="2302"/>
                    <a:pt x="486" y="1850"/>
                  </a:cubicBezTo>
                  <a:cubicBezTo>
                    <a:pt x="593" y="1547"/>
                    <a:pt x="702" y="1214"/>
                    <a:pt x="780" y="897"/>
                  </a:cubicBezTo>
                  <a:cubicBezTo>
                    <a:pt x="867" y="578"/>
                    <a:pt x="919" y="268"/>
                    <a:pt x="919" y="21"/>
                  </a:cubicBezTo>
                  <a:cubicBezTo>
                    <a:pt x="919" y="8"/>
                    <a:pt x="910" y="1"/>
                    <a:pt x="896" y="1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1"/>
            <p:cNvSpPr/>
            <p:nvPr/>
          </p:nvSpPr>
          <p:spPr>
            <a:xfrm>
              <a:off x="4356650" y="5185725"/>
              <a:ext cx="131125" cy="166450"/>
            </a:xfrm>
            <a:custGeom>
              <a:avLst/>
              <a:gdLst/>
              <a:ahLst/>
              <a:cxnLst/>
              <a:rect l="l" t="t" r="r" b="b"/>
              <a:pathLst>
                <a:path w="5245" h="6658" extrusionOk="0">
                  <a:moveTo>
                    <a:pt x="3749" y="0"/>
                  </a:moveTo>
                  <a:cubicBezTo>
                    <a:pt x="2732" y="0"/>
                    <a:pt x="2107" y="3318"/>
                    <a:pt x="1223" y="4217"/>
                  </a:cubicBezTo>
                  <a:cubicBezTo>
                    <a:pt x="261" y="5198"/>
                    <a:pt x="1" y="5538"/>
                    <a:pt x="789" y="6058"/>
                  </a:cubicBezTo>
                  <a:cubicBezTo>
                    <a:pt x="1569" y="6578"/>
                    <a:pt x="3511" y="6658"/>
                    <a:pt x="3511" y="6658"/>
                  </a:cubicBezTo>
                  <a:cubicBezTo>
                    <a:pt x="5087" y="6030"/>
                    <a:pt x="5245" y="837"/>
                    <a:pt x="4047" y="93"/>
                  </a:cubicBezTo>
                  <a:cubicBezTo>
                    <a:pt x="3944" y="30"/>
                    <a:pt x="3845" y="0"/>
                    <a:pt x="37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1"/>
            <p:cNvSpPr/>
            <p:nvPr/>
          </p:nvSpPr>
          <p:spPr>
            <a:xfrm>
              <a:off x="4384475" y="5269650"/>
              <a:ext cx="92675" cy="82525"/>
            </a:xfrm>
            <a:custGeom>
              <a:avLst/>
              <a:gdLst/>
              <a:ahLst/>
              <a:cxnLst/>
              <a:rect l="l" t="t" r="r" b="b"/>
              <a:pathLst>
                <a:path w="3707" h="3301" extrusionOk="0">
                  <a:moveTo>
                    <a:pt x="3707" y="0"/>
                  </a:moveTo>
                  <a:lnTo>
                    <a:pt x="3707" y="0"/>
                  </a:lnTo>
                  <a:cubicBezTo>
                    <a:pt x="3554" y="426"/>
                    <a:pt x="3331" y="830"/>
                    <a:pt x="3027" y="1184"/>
                  </a:cubicBezTo>
                  <a:cubicBezTo>
                    <a:pt x="2311" y="2007"/>
                    <a:pt x="1200" y="2867"/>
                    <a:pt x="51" y="2867"/>
                  </a:cubicBezTo>
                  <a:lnTo>
                    <a:pt x="1" y="2867"/>
                  </a:lnTo>
                  <a:cubicBezTo>
                    <a:pt x="897" y="3243"/>
                    <a:pt x="2398" y="3301"/>
                    <a:pt x="2398" y="3301"/>
                  </a:cubicBezTo>
                  <a:cubicBezTo>
                    <a:pt x="3194" y="2983"/>
                    <a:pt x="3634" y="1487"/>
                    <a:pt x="3707" y="0"/>
                  </a:cubicBezTo>
                  <a:close/>
                </a:path>
              </a:pathLst>
            </a:custGeom>
            <a:solidFill>
              <a:srgbClr val="212529">
                <a:alpha val="18823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1"/>
            <p:cNvSpPr/>
            <p:nvPr/>
          </p:nvSpPr>
          <p:spPr>
            <a:xfrm>
              <a:off x="4448975" y="5273650"/>
              <a:ext cx="147525" cy="125900"/>
            </a:xfrm>
            <a:custGeom>
              <a:avLst/>
              <a:gdLst/>
              <a:ahLst/>
              <a:cxnLst/>
              <a:rect l="l" t="t" r="r" b="b"/>
              <a:pathLst>
                <a:path w="5901" h="5036" extrusionOk="0">
                  <a:moveTo>
                    <a:pt x="5035" y="1"/>
                  </a:moveTo>
                  <a:cubicBezTo>
                    <a:pt x="3946" y="1"/>
                    <a:pt x="427" y="2126"/>
                    <a:pt x="0" y="3350"/>
                  </a:cubicBezTo>
                  <a:cubicBezTo>
                    <a:pt x="0" y="3350"/>
                    <a:pt x="101" y="4628"/>
                    <a:pt x="534" y="4931"/>
                  </a:cubicBezTo>
                  <a:cubicBezTo>
                    <a:pt x="636" y="5000"/>
                    <a:pt x="729" y="5036"/>
                    <a:pt x="821" y="5036"/>
                  </a:cubicBezTo>
                  <a:cubicBezTo>
                    <a:pt x="1126" y="5036"/>
                    <a:pt x="1421" y="4650"/>
                    <a:pt x="2014" y="3813"/>
                  </a:cubicBezTo>
                  <a:cubicBezTo>
                    <a:pt x="2788" y="2721"/>
                    <a:pt x="5901" y="547"/>
                    <a:pt x="5279" y="64"/>
                  </a:cubicBezTo>
                  <a:cubicBezTo>
                    <a:pt x="5224" y="21"/>
                    <a:pt x="5141" y="1"/>
                    <a:pt x="50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1"/>
            <p:cNvSpPr/>
            <p:nvPr/>
          </p:nvSpPr>
          <p:spPr>
            <a:xfrm>
              <a:off x="4448975" y="5274150"/>
              <a:ext cx="120800" cy="125400"/>
            </a:xfrm>
            <a:custGeom>
              <a:avLst/>
              <a:gdLst/>
              <a:ahLst/>
              <a:cxnLst/>
              <a:rect l="l" t="t" r="r" b="b"/>
              <a:pathLst>
                <a:path w="4832" h="5016" extrusionOk="0">
                  <a:moveTo>
                    <a:pt x="4831" y="0"/>
                  </a:moveTo>
                  <a:cubicBezTo>
                    <a:pt x="3561" y="217"/>
                    <a:pt x="404" y="2174"/>
                    <a:pt x="0" y="3330"/>
                  </a:cubicBezTo>
                  <a:cubicBezTo>
                    <a:pt x="0" y="3330"/>
                    <a:pt x="101" y="4608"/>
                    <a:pt x="534" y="4911"/>
                  </a:cubicBezTo>
                  <a:cubicBezTo>
                    <a:pt x="636" y="4980"/>
                    <a:pt x="730" y="5015"/>
                    <a:pt x="822" y="5015"/>
                  </a:cubicBezTo>
                  <a:cubicBezTo>
                    <a:pt x="1004" y="5015"/>
                    <a:pt x="1183" y="4879"/>
                    <a:pt x="1422" y="4587"/>
                  </a:cubicBezTo>
                  <a:cubicBezTo>
                    <a:pt x="1408" y="3533"/>
                    <a:pt x="1675" y="2441"/>
                    <a:pt x="2384" y="1633"/>
                  </a:cubicBezTo>
                  <a:cubicBezTo>
                    <a:pt x="2982" y="933"/>
                    <a:pt x="3878" y="210"/>
                    <a:pt x="4831" y="0"/>
                  </a:cubicBezTo>
                  <a:close/>
                </a:path>
              </a:pathLst>
            </a:custGeom>
            <a:solidFill>
              <a:srgbClr val="212529">
                <a:alpha val="18823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9" name="Google Shape;719;p1"/>
          <p:cNvGrpSpPr/>
          <p:nvPr/>
        </p:nvGrpSpPr>
        <p:grpSpPr>
          <a:xfrm rot="-5400000">
            <a:off x="6070519" y="3598407"/>
            <a:ext cx="354091" cy="323171"/>
            <a:chOff x="4783350" y="5161650"/>
            <a:chExt cx="195825" cy="178725"/>
          </a:xfrm>
        </p:grpSpPr>
        <p:sp>
          <p:nvSpPr>
            <p:cNvPr id="720" name="Google Shape;720;p1"/>
            <p:cNvSpPr/>
            <p:nvPr/>
          </p:nvSpPr>
          <p:spPr>
            <a:xfrm>
              <a:off x="4825625" y="5244125"/>
              <a:ext cx="153550" cy="96250"/>
            </a:xfrm>
            <a:custGeom>
              <a:avLst/>
              <a:gdLst/>
              <a:ahLst/>
              <a:cxnLst/>
              <a:rect l="l" t="t" r="r" b="b"/>
              <a:pathLst>
                <a:path w="6142" h="3850" extrusionOk="0">
                  <a:moveTo>
                    <a:pt x="5439" y="0"/>
                  </a:moveTo>
                  <a:cubicBezTo>
                    <a:pt x="4587" y="0"/>
                    <a:pt x="2947" y="461"/>
                    <a:pt x="1004" y="1744"/>
                  </a:cubicBezTo>
                  <a:cubicBezTo>
                    <a:pt x="557" y="2039"/>
                    <a:pt x="0" y="3555"/>
                    <a:pt x="130" y="3824"/>
                  </a:cubicBezTo>
                  <a:cubicBezTo>
                    <a:pt x="138" y="3842"/>
                    <a:pt x="150" y="3850"/>
                    <a:pt x="164" y="3850"/>
                  </a:cubicBezTo>
                  <a:cubicBezTo>
                    <a:pt x="358" y="3850"/>
                    <a:pt x="1056" y="2292"/>
                    <a:pt x="1056" y="2292"/>
                  </a:cubicBezTo>
                  <a:cubicBezTo>
                    <a:pt x="1056" y="2292"/>
                    <a:pt x="5771" y="992"/>
                    <a:pt x="6047" y="364"/>
                  </a:cubicBezTo>
                  <a:cubicBezTo>
                    <a:pt x="6142" y="142"/>
                    <a:pt x="5912" y="0"/>
                    <a:pt x="5439" y="0"/>
                  </a:cubicBez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1"/>
            <p:cNvSpPr/>
            <p:nvPr/>
          </p:nvSpPr>
          <p:spPr>
            <a:xfrm>
              <a:off x="4783350" y="5161650"/>
              <a:ext cx="119925" cy="141400"/>
            </a:xfrm>
            <a:custGeom>
              <a:avLst/>
              <a:gdLst/>
              <a:ahLst/>
              <a:cxnLst/>
              <a:rect l="l" t="t" r="r" b="b"/>
              <a:pathLst>
                <a:path w="4797" h="5656" extrusionOk="0">
                  <a:moveTo>
                    <a:pt x="4260" y="0"/>
                  </a:moveTo>
                  <a:cubicBezTo>
                    <a:pt x="4234" y="0"/>
                    <a:pt x="4206" y="5"/>
                    <a:pt x="4177" y="16"/>
                  </a:cubicBezTo>
                  <a:cubicBezTo>
                    <a:pt x="3534" y="232"/>
                    <a:pt x="1857" y="4826"/>
                    <a:pt x="1857" y="4826"/>
                  </a:cubicBezTo>
                  <a:cubicBezTo>
                    <a:pt x="1857" y="4826"/>
                    <a:pt x="1" y="5476"/>
                    <a:pt x="254" y="5627"/>
                  </a:cubicBezTo>
                  <a:cubicBezTo>
                    <a:pt x="288" y="5647"/>
                    <a:pt x="347" y="5656"/>
                    <a:pt x="423" y="5656"/>
                  </a:cubicBezTo>
                  <a:cubicBezTo>
                    <a:pt x="908" y="5656"/>
                    <a:pt x="2112" y="5288"/>
                    <a:pt x="2400" y="4920"/>
                  </a:cubicBezTo>
                  <a:cubicBezTo>
                    <a:pt x="4529" y="2204"/>
                    <a:pt x="4797" y="0"/>
                    <a:pt x="4260" y="0"/>
                  </a:cubicBez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1"/>
            <p:cNvSpPr/>
            <p:nvPr/>
          </p:nvSpPr>
          <p:spPr>
            <a:xfrm>
              <a:off x="4824500" y="5269550"/>
              <a:ext cx="46625" cy="35725"/>
            </a:xfrm>
            <a:custGeom>
              <a:avLst/>
              <a:gdLst/>
              <a:ahLst/>
              <a:cxnLst/>
              <a:rect l="l" t="t" r="r" b="b"/>
              <a:pathLst>
                <a:path w="1865" h="1429" extrusionOk="0">
                  <a:moveTo>
                    <a:pt x="1324" y="1"/>
                  </a:moveTo>
                  <a:cubicBezTo>
                    <a:pt x="845" y="1"/>
                    <a:pt x="0" y="1204"/>
                    <a:pt x="81" y="1398"/>
                  </a:cubicBezTo>
                  <a:cubicBezTo>
                    <a:pt x="90" y="1419"/>
                    <a:pt x="113" y="1429"/>
                    <a:pt x="147" y="1429"/>
                  </a:cubicBezTo>
                  <a:cubicBezTo>
                    <a:pt x="477" y="1429"/>
                    <a:pt x="1865" y="529"/>
                    <a:pt x="1512" y="91"/>
                  </a:cubicBezTo>
                  <a:cubicBezTo>
                    <a:pt x="1460" y="28"/>
                    <a:pt x="1396" y="1"/>
                    <a:pt x="1324" y="1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1"/>
            <p:cNvSpPr/>
            <p:nvPr/>
          </p:nvSpPr>
          <p:spPr>
            <a:xfrm>
              <a:off x="4861550" y="5206850"/>
              <a:ext cx="77325" cy="65450"/>
            </a:xfrm>
            <a:custGeom>
              <a:avLst/>
              <a:gdLst/>
              <a:ahLst/>
              <a:cxnLst/>
              <a:rect l="l" t="t" r="r" b="b"/>
              <a:pathLst>
                <a:path w="3093" h="2618" extrusionOk="0">
                  <a:moveTo>
                    <a:pt x="2257" y="1"/>
                  </a:moveTo>
                  <a:cubicBezTo>
                    <a:pt x="2252" y="1"/>
                    <a:pt x="2246" y="3"/>
                    <a:pt x="2240" y="5"/>
                  </a:cubicBezTo>
                  <a:cubicBezTo>
                    <a:pt x="1619" y="345"/>
                    <a:pt x="1063" y="988"/>
                    <a:pt x="659" y="1552"/>
                  </a:cubicBezTo>
                  <a:cubicBezTo>
                    <a:pt x="253" y="2115"/>
                    <a:pt x="9" y="2585"/>
                    <a:pt x="9" y="2585"/>
                  </a:cubicBezTo>
                  <a:cubicBezTo>
                    <a:pt x="0" y="2599"/>
                    <a:pt x="9" y="2606"/>
                    <a:pt x="16" y="2613"/>
                  </a:cubicBezTo>
                  <a:cubicBezTo>
                    <a:pt x="19" y="2616"/>
                    <a:pt x="24" y="2618"/>
                    <a:pt x="30" y="2618"/>
                  </a:cubicBezTo>
                  <a:cubicBezTo>
                    <a:pt x="35" y="2618"/>
                    <a:pt x="40" y="2616"/>
                    <a:pt x="43" y="2613"/>
                  </a:cubicBezTo>
                  <a:cubicBezTo>
                    <a:pt x="43" y="2613"/>
                    <a:pt x="43" y="2606"/>
                    <a:pt x="59" y="2592"/>
                  </a:cubicBezTo>
                  <a:cubicBezTo>
                    <a:pt x="210" y="2446"/>
                    <a:pt x="1489" y="1219"/>
                    <a:pt x="3070" y="851"/>
                  </a:cubicBezTo>
                  <a:cubicBezTo>
                    <a:pt x="3086" y="851"/>
                    <a:pt x="3093" y="843"/>
                    <a:pt x="3093" y="829"/>
                  </a:cubicBezTo>
                  <a:cubicBezTo>
                    <a:pt x="3086" y="815"/>
                    <a:pt x="3077" y="815"/>
                    <a:pt x="3063" y="815"/>
                  </a:cubicBezTo>
                  <a:cubicBezTo>
                    <a:pt x="2210" y="1009"/>
                    <a:pt x="1446" y="1449"/>
                    <a:pt x="896" y="1848"/>
                  </a:cubicBezTo>
                  <a:cubicBezTo>
                    <a:pt x="513" y="2120"/>
                    <a:pt x="236" y="2371"/>
                    <a:pt x="103" y="2498"/>
                  </a:cubicBezTo>
                  <a:lnTo>
                    <a:pt x="103" y="2498"/>
                  </a:lnTo>
                  <a:cubicBezTo>
                    <a:pt x="204" y="2311"/>
                    <a:pt x="443" y="1909"/>
                    <a:pt x="766" y="1472"/>
                  </a:cubicBezTo>
                  <a:cubicBezTo>
                    <a:pt x="1163" y="938"/>
                    <a:pt x="1683" y="352"/>
                    <a:pt x="2262" y="42"/>
                  </a:cubicBezTo>
                  <a:cubicBezTo>
                    <a:pt x="2276" y="35"/>
                    <a:pt x="2276" y="19"/>
                    <a:pt x="2269" y="12"/>
                  </a:cubicBezTo>
                  <a:cubicBezTo>
                    <a:pt x="2269" y="4"/>
                    <a:pt x="2264" y="1"/>
                    <a:pt x="2257" y="1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4" name="Google Shape;724;p1"/>
          <p:cNvGrpSpPr/>
          <p:nvPr/>
        </p:nvGrpSpPr>
        <p:grpSpPr>
          <a:xfrm rot="5400000" flipH="1">
            <a:off x="3004794" y="595725"/>
            <a:ext cx="475209" cy="433694"/>
            <a:chOff x="4783350" y="5161650"/>
            <a:chExt cx="195825" cy="178725"/>
          </a:xfrm>
        </p:grpSpPr>
        <p:sp>
          <p:nvSpPr>
            <p:cNvPr id="725" name="Google Shape;725;p1"/>
            <p:cNvSpPr/>
            <p:nvPr/>
          </p:nvSpPr>
          <p:spPr>
            <a:xfrm>
              <a:off x="4825625" y="5244125"/>
              <a:ext cx="153550" cy="96250"/>
            </a:xfrm>
            <a:custGeom>
              <a:avLst/>
              <a:gdLst/>
              <a:ahLst/>
              <a:cxnLst/>
              <a:rect l="l" t="t" r="r" b="b"/>
              <a:pathLst>
                <a:path w="6142" h="3850" extrusionOk="0">
                  <a:moveTo>
                    <a:pt x="5439" y="0"/>
                  </a:moveTo>
                  <a:cubicBezTo>
                    <a:pt x="4587" y="0"/>
                    <a:pt x="2947" y="461"/>
                    <a:pt x="1004" y="1744"/>
                  </a:cubicBezTo>
                  <a:cubicBezTo>
                    <a:pt x="557" y="2039"/>
                    <a:pt x="0" y="3555"/>
                    <a:pt x="130" y="3824"/>
                  </a:cubicBezTo>
                  <a:cubicBezTo>
                    <a:pt x="138" y="3842"/>
                    <a:pt x="150" y="3850"/>
                    <a:pt x="164" y="3850"/>
                  </a:cubicBezTo>
                  <a:cubicBezTo>
                    <a:pt x="358" y="3850"/>
                    <a:pt x="1056" y="2292"/>
                    <a:pt x="1056" y="2292"/>
                  </a:cubicBezTo>
                  <a:cubicBezTo>
                    <a:pt x="1056" y="2292"/>
                    <a:pt x="5771" y="992"/>
                    <a:pt x="6047" y="364"/>
                  </a:cubicBezTo>
                  <a:cubicBezTo>
                    <a:pt x="6142" y="142"/>
                    <a:pt x="5912" y="0"/>
                    <a:pt x="5439" y="0"/>
                  </a:cubicBez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1"/>
            <p:cNvSpPr/>
            <p:nvPr/>
          </p:nvSpPr>
          <p:spPr>
            <a:xfrm>
              <a:off x="4783350" y="5161650"/>
              <a:ext cx="119925" cy="141400"/>
            </a:xfrm>
            <a:custGeom>
              <a:avLst/>
              <a:gdLst/>
              <a:ahLst/>
              <a:cxnLst/>
              <a:rect l="l" t="t" r="r" b="b"/>
              <a:pathLst>
                <a:path w="4797" h="5656" extrusionOk="0">
                  <a:moveTo>
                    <a:pt x="4260" y="0"/>
                  </a:moveTo>
                  <a:cubicBezTo>
                    <a:pt x="4234" y="0"/>
                    <a:pt x="4206" y="5"/>
                    <a:pt x="4177" y="16"/>
                  </a:cubicBezTo>
                  <a:cubicBezTo>
                    <a:pt x="3534" y="232"/>
                    <a:pt x="1857" y="4826"/>
                    <a:pt x="1857" y="4826"/>
                  </a:cubicBezTo>
                  <a:cubicBezTo>
                    <a:pt x="1857" y="4826"/>
                    <a:pt x="1" y="5476"/>
                    <a:pt x="254" y="5627"/>
                  </a:cubicBezTo>
                  <a:cubicBezTo>
                    <a:pt x="288" y="5647"/>
                    <a:pt x="347" y="5656"/>
                    <a:pt x="423" y="5656"/>
                  </a:cubicBezTo>
                  <a:cubicBezTo>
                    <a:pt x="908" y="5656"/>
                    <a:pt x="2112" y="5288"/>
                    <a:pt x="2400" y="4920"/>
                  </a:cubicBezTo>
                  <a:cubicBezTo>
                    <a:pt x="4529" y="2204"/>
                    <a:pt x="4797" y="0"/>
                    <a:pt x="4260" y="0"/>
                  </a:cubicBez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1"/>
            <p:cNvSpPr/>
            <p:nvPr/>
          </p:nvSpPr>
          <p:spPr>
            <a:xfrm>
              <a:off x="4824500" y="5269550"/>
              <a:ext cx="46625" cy="35725"/>
            </a:xfrm>
            <a:custGeom>
              <a:avLst/>
              <a:gdLst/>
              <a:ahLst/>
              <a:cxnLst/>
              <a:rect l="l" t="t" r="r" b="b"/>
              <a:pathLst>
                <a:path w="1865" h="1429" extrusionOk="0">
                  <a:moveTo>
                    <a:pt x="1324" y="1"/>
                  </a:moveTo>
                  <a:cubicBezTo>
                    <a:pt x="845" y="1"/>
                    <a:pt x="0" y="1204"/>
                    <a:pt x="81" y="1398"/>
                  </a:cubicBezTo>
                  <a:cubicBezTo>
                    <a:pt x="90" y="1419"/>
                    <a:pt x="113" y="1429"/>
                    <a:pt x="147" y="1429"/>
                  </a:cubicBezTo>
                  <a:cubicBezTo>
                    <a:pt x="477" y="1429"/>
                    <a:pt x="1865" y="529"/>
                    <a:pt x="1512" y="91"/>
                  </a:cubicBezTo>
                  <a:cubicBezTo>
                    <a:pt x="1460" y="28"/>
                    <a:pt x="1396" y="1"/>
                    <a:pt x="1324" y="1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1"/>
            <p:cNvSpPr/>
            <p:nvPr/>
          </p:nvSpPr>
          <p:spPr>
            <a:xfrm>
              <a:off x="4861550" y="5206850"/>
              <a:ext cx="77325" cy="65450"/>
            </a:xfrm>
            <a:custGeom>
              <a:avLst/>
              <a:gdLst/>
              <a:ahLst/>
              <a:cxnLst/>
              <a:rect l="l" t="t" r="r" b="b"/>
              <a:pathLst>
                <a:path w="3093" h="2618" extrusionOk="0">
                  <a:moveTo>
                    <a:pt x="2257" y="1"/>
                  </a:moveTo>
                  <a:cubicBezTo>
                    <a:pt x="2252" y="1"/>
                    <a:pt x="2246" y="3"/>
                    <a:pt x="2240" y="5"/>
                  </a:cubicBezTo>
                  <a:cubicBezTo>
                    <a:pt x="1619" y="345"/>
                    <a:pt x="1063" y="988"/>
                    <a:pt x="659" y="1552"/>
                  </a:cubicBezTo>
                  <a:cubicBezTo>
                    <a:pt x="253" y="2115"/>
                    <a:pt x="9" y="2585"/>
                    <a:pt x="9" y="2585"/>
                  </a:cubicBezTo>
                  <a:cubicBezTo>
                    <a:pt x="0" y="2599"/>
                    <a:pt x="9" y="2606"/>
                    <a:pt x="16" y="2613"/>
                  </a:cubicBezTo>
                  <a:cubicBezTo>
                    <a:pt x="19" y="2616"/>
                    <a:pt x="24" y="2618"/>
                    <a:pt x="30" y="2618"/>
                  </a:cubicBezTo>
                  <a:cubicBezTo>
                    <a:pt x="35" y="2618"/>
                    <a:pt x="40" y="2616"/>
                    <a:pt x="43" y="2613"/>
                  </a:cubicBezTo>
                  <a:cubicBezTo>
                    <a:pt x="43" y="2613"/>
                    <a:pt x="43" y="2606"/>
                    <a:pt x="59" y="2592"/>
                  </a:cubicBezTo>
                  <a:cubicBezTo>
                    <a:pt x="210" y="2446"/>
                    <a:pt x="1489" y="1219"/>
                    <a:pt x="3070" y="851"/>
                  </a:cubicBezTo>
                  <a:cubicBezTo>
                    <a:pt x="3086" y="851"/>
                    <a:pt x="3093" y="843"/>
                    <a:pt x="3093" y="829"/>
                  </a:cubicBezTo>
                  <a:cubicBezTo>
                    <a:pt x="3086" y="815"/>
                    <a:pt x="3077" y="815"/>
                    <a:pt x="3063" y="815"/>
                  </a:cubicBezTo>
                  <a:cubicBezTo>
                    <a:pt x="2210" y="1009"/>
                    <a:pt x="1446" y="1449"/>
                    <a:pt x="896" y="1848"/>
                  </a:cubicBezTo>
                  <a:cubicBezTo>
                    <a:pt x="513" y="2120"/>
                    <a:pt x="236" y="2371"/>
                    <a:pt x="103" y="2498"/>
                  </a:cubicBezTo>
                  <a:lnTo>
                    <a:pt x="103" y="2498"/>
                  </a:lnTo>
                  <a:cubicBezTo>
                    <a:pt x="204" y="2311"/>
                    <a:pt x="443" y="1909"/>
                    <a:pt x="766" y="1472"/>
                  </a:cubicBezTo>
                  <a:cubicBezTo>
                    <a:pt x="1163" y="938"/>
                    <a:pt x="1683" y="352"/>
                    <a:pt x="2262" y="42"/>
                  </a:cubicBezTo>
                  <a:cubicBezTo>
                    <a:pt x="2276" y="35"/>
                    <a:pt x="2276" y="19"/>
                    <a:pt x="2269" y="12"/>
                  </a:cubicBezTo>
                  <a:cubicBezTo>
                    <a:pt x="2269" y="4"/>
                    <a:pt x="2264" y="1"/>
                    <a:pt x="2257" y="1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9" name="Google Shape;729;p1"/>
          <p:cNvSpPr/>
          <p:nvPr/>
        </p:nvSpPr>
        <p:spPr>
          <a:xfrm>
            <a:off x="3286058" y="2890700"/>
            <a:ext cx="2571900" cy="771300"/>
          </a:xfrm>
          <a:prstGeom prst="roundRect">
            <a:avLst>
              <a:gd name="adj" fmla="val 10342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1"/>
          <p:cNvSpPr txBox="1">
            <a:spLocks noGrp="1"/>
          </p:cNvSpPr>
          <p:nvPr>
            <p:ph type="ctrTitle"/>
          </p:nvPr>
        </p:nvSpPr>
        <p:spPr>
          <a:xfrm>
            <a:off x="0" y="1325584"/>
            <a:ext cx="9144000" cy="22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800"/>
              <a:t>Plan</a:t>
            </a:r>
            <a:endParaRPr sz="380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7300"/>
              <a:t>Carbono Neutralidad</a:t>
            </a:r>
            <a:endParaRPr sz="730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800"/>
              <a:t>UTN</a:t>
            </a:r>
            <a:endParaRPr sz="3800"/>
          </a:p>
        </p:txBody>
      </p:sp>
      <p:pic>
        <p:nvPicPr>
          <p:cNvPr id="731" name="Google Shape;731;p1"/>
          <p:cNvPicPr preferRelativeResize="0"/>
          <p:nvPr/>
        </p:nvPicPr>
        <p:blipFill rotWithShape="1">
          <a:blip r:embed="rId3">
            <a:alphaModFix/>
          </a:blip>
          <a:srcRect l="8807" t="27533" r="7290" b="24335"/>
          <a:stretch/>
        </p:blipFill>
        <p:spPr>
          <a:xfrm>
            <a:off x="400762" y="210042"/>
            <a:ext cx="1285721" cy="737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11"/>
          <p:cNvSpPr/>
          <p:nvPr/>
        </p:nvSpPr>
        <p:spPr>
          <a:xfrm>
            <a:off x="7263400" y="535000"/>
            <a:ext cx="1165500" cy="1275900"/>
          </a:xfrm>
          <a:prstGeom prst="roundRect">
            <a:avLst>
              <a:gd name="adj" fmla="val 10342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11"/>
          <p:cNvSpPr txBox="1">
            <a:spLocks noGrp="1"/>
          </p:cNvSpPr>
          <p:nvPr>
            <p:ph type="title"/>
          </p:nvPr>
        </p:nvSpPr>
        <p:spPr>
          <a:xfrm>
            <a:off x="1651435" y="231445"/>
            <a:ext cx="4218300" cy="17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Plan en UTN</a:t>
            </a:r>
            <a:endParaRPr/>
          </a:p>
        </p:txBody>
      </p:sp>
      <p:sp>
        <p:nvSpPr>
          <p:cNvPr id="738" name="Google Shape;738;p11"/>
          <p:cNvSpPr txBox="1">
            <a:spLocks noGrp="1"/>
          </p:cNvSpPr>
          <p:nvPr>
            <p:ph type="subTitle" idx="1"/>
          </p:nvPr>
        </p:nvSpPr>
        <p:spPr>
          <a:xfrm>
            <a:off x="4564000" y="858739"/>
            <a:ext cx="2741400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600"/>
              <a:t>Visión</a:t>
            </a:r>
            <a:endParaRPr sz="2600"/>
          </a:p>
        </p:txBody>
      </p:sp>
      <p:sp>
        <p:nvSpPr>
          <p:cNvPr id="739" name="Google Shape;739;p11"/>
          <p:cNvSpPr txBox="1">
            <a:spLocks noGrp="1"/>
          </p:cNvSpPr>
          <p:nvPr>
            <p:ph type="title" idx="2"/>
          </p:nvPr>
        </p:nvSpPr>
        <p:spPr>
          <a:xfrm>
            <a:off x="7347400" y="752100"/>
            <a:ext cx="9975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1.</a:t>
            </a:r>
            <a:endParaRPr/>
          </a:p>
        </p:txBody>
      </p:sp>
      <p:grpSp>
        <p:nvGrpSpPr>
          <p:cNvPr id="740" name="Google Shape;740;p11"/>
          <p:cNvGrpSpPr/>
          <p:nvPr/>
        </p:nvGrpSpPr>
        <p:grpSpPr>
          <a:xfrm flipH="1">
            <a:off x="6389094" y="2926937"/>
            <a:ext cx="2586204" cy="1807005"/>
            <a:chOff x="5224075" y="4972750"/>
            <a:chExt cx="540425" cy="377600"/>
          </a:xfrm>
        </p:grpSpPr>
        <p:sp>
          <p:nvSpPr>
            <p:cNvPr id="741" name="Google Shape;741;p11"/>
            <p:cNvSpPr/>
            <p:nvPr/>
          </p:nvSpPr>
          <p:spPr>
            <a:xfrm>
              <a:off x="5224075" y="5049525"/>
              <a:ext cx="504250" cy="296875"/>
            </a:xfrm>
            <a:custGeom>
              <a:avLst/>
              <a:gdLst/>
              <a:ahLst/>
              <a:cxnLst/>
              <a:rect l="l" t="t" r="r" b="b"/>
              <a:pathLst>
                <a:path w="20170" h="11875" extrusionOk="0">
                  <a:moveTo>
                    <a:pt x="9601" y="1"/>
                  </a:moveTo>
                  <a:cubicBezTo>
                    <a:pt x="8134" y="1"/>
                    <a:pt x="7227" y="1294"/>
                    <a:pt x="7227" y="1294"/>
                  </a:cubicBezTo>
                  <a:cubicBezTo>
                    <a:pt x="6611" y="1002"/>
                    <a:pt x="6037" y="865"/>
                    <a:pt x="5500" y="865"/>
                  </a:cubicBezTo>
                  <a:cubicBezTo>
                    <a:pt x="4205" y="865"/>
                    <a:pt x="3124" y="1663"/>
                    <a:pt x="2184" y="3012"/>
                  </a:cubicBezTo>
                  <a:cubicBezTo>
                    <a:pt x="2183" y="3012"/>
                    <a:pt x="2181" y="3012"/>
                    <a:pt x="2179" y="3012"/>
                  </a:cubicBezTo>
                  <a:cubicBezTo>
                    <a:pt x="1220" y="3012"/>
                    <a:pt x="1" y="4979"/>
                    <a:pt x="2417" y="6096"/>
                  </a:cubicBezTo>
                  <a:cubicBezTo>
                    <a:pt x="1390" y="7425"/>
                    <a:pt x="1564" y="9115"/>
                    <a:pt x="3911" y="9225"/>
                  </a:cubicBezTo>
                  <a:cubicBezTo>
                    <a:pt x="3336" y="10207"/>
                    <a:pt x="4574" y="11366"/>
                    <a:pt x="6069" y="11366"/>
                  </a:cubicBezTo>
                  <a:cubicBezTo>
                    <a:pt x="6620" y="11366"/>
                    <a:pt x="7205" y="11209"/>
                    <a:pt x="7747" y="10828"/>
                  </a:cubicBezTo>
                  <a:cubicBezTo>
                    <a:pt x="8448" y="11536"/>
                    <a:pt x="9147" y="11875"/>
                    <a:pt x="9845" y="11875"/>
                  </a:cubicBezTo>
                  <a:cubicBezTo>
                    <a:pt x="10499" y="11875"/>
                    <a:pt x="11152" y="11578"/>
                    <a:pt x="11805" y="11008"/>
                  </a:cubicBezTo>
                  <a:cubicBezTo>
                    <a:pt x="12339" y="11255"/>
                    <a:pt x="12943" y="11409"/>
                    <a:pt x="13515" y="11409"/>
                  </a:cubicBezTo>
                  <a:cubicBezTo>
                    <a:pt x="14168" y="11409"/>
                    <a:pt x="14779" y="11208"/>
                    <a:pt x="15194" y="10712"/>
                  </a:cubicBezTo>
                  <a:cubicBezTo>
                    <a:pt x="15557" y="10845"/>
                    <a:pt x="15879" y="10915"/>
                    <a:pt x="16157" y="10915"/>
                  </a:cubicBezTo>
                  <a:cubicBezTo>
                    <a:pt x="16826" y="10915"/>
                    <a:pt x="17241" y="10513"/>
                    <a:pt x="17353" y="9635"/>
                  </a:cubicBezTo>
                  <a:cubicBezTo>
                    <a:pt x="19275" y="9426"/>
                    <a:pt x="20170" y="8682"/>
                    <a:pt x="19736" y="7252"/>
                  </a:cubicBezTo>
                  <a:cubicBezTo>
                    <a:pt x="19708" y="5454"/>
                    <a:pt x="18965" y="4492"/>
                    <a:pt x="17469" y="4421"/>
                  </a:cubicBezTo>
                  <a:cubicBezTo>
                    <a:pt x="16971" y="3121"/>
                    <a:pt x="15822" y="2261"/>
                    <a:pt x="13482" y="2195"/>
                  </a:cubicBezTo>
                  <a:lnTo>
                    <a:pt x="11545" y="737"/>
                  </a:lnTo>
                  <a:cubicBezTo>
                    <a:pt x="10826" y="196"/>
                    <a:pt x="10171" y="1"/>
                    <a:pt x="9601" y="1"/>
                  </a:cubicBezTo>
                  <a:close/>
                </a:path>
              </a:pathLst>
            </a:custGeom>
            <a:solidFill>
              <a:srgbClr val="AB6E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11"/>
            <p:cNvSpPr/>
            <p:nvPr/>
          </p:nvSpPr>
          <p:spPr>
            <a:xfrm>
              <a:off x="5249425" y="5157875"/>
              <a:ext cx="461775" cy="188525"/>
            </a:xfrm>
            <a:custGeom>
              <a:avLst/>
              <a:gdLst/>
              <a:ahLst/>
              <a:cxnLst/>
              <a:rect l="l" t="t" r="r" b="b"/>
              <a:pathLst>
                <a:path w="18471" h="7541" extrusionOk="0">
                  <a:moveTo>
                    <a:pt x="14579" y="1"/>
                  </a:moveTo>
                  <a:cubicBezTo>
                    <a:pt x="13700" y="1"/>
                    <a:pt x="12882" y="653"/>
                    <a:pt x="11717" y="845"/>
                  </a:cubicBezTo>
                  <a:cubicBezTo>
                    <a:pt x="11430" y="892"/>
                    <a:pt x="11057" y="912"/>
                    <a:pt x="10635" y="912"/>
                  </a:cubicBezTo>
                  <a:cubicBezTo>
                    <a:pt x="8487" y="912"/>
                    <a:pt x="5057" y="397"/>
                    <a:pt x="5057" y="397"/>
                  </a:cubicBezTo>
                  <a:cubicBezTo>
                    <a:pt x="5057" y="397"/>
                    <a:pt x="4034" y="780"/>
                    <a:pt x="2675" y="780"/>
                  </a:cubicBezTo>
                  <a:cubicBezTo>
                    <a:pt x="1855" y="780"/>
                    <a:pt x="913" y="641"/>
                    <a:pt x="0" y="194"/>
                  </a:cubicBezTo>
                  <a:lnTo>
                    <a:pt x="0" y="194"/>
                  </a:lnTo>
                  <a:cubicBezTo>
                    <a:pt x="52" y="730"/>
                    <a:pt x="434" y="1314"/>
                    <a:pt x="1403" y="1762"/>
                  </a:cubicBezTo>
                  <a:cubicBezTo>
                    <a:pt x="376" y="3091"/>
                    <a:pt x="550" y="4781"/>
                    <a:pt x="2897" y="4891"/>
                  </a:cubicBezTo>
                  <a:cubicBezTo>
                    <a:pt x="2322" y="5873"/>
                    <a:pt x="3560" y="7032"/>
                    <a:pt x="5055" y="7032"/>
                  </a:cubicBezTo>
                  <a:cubicBezTo>
                    <a:pt x="5606" y="7032"/>
                    <a:pt x="6191" y="6875"/>
                    <a:pt x="6733" y="6494"/>
                  </a:cubicBezTo>
                  <a:cubicBezTo>
                    <a:pt x="7434" y="7202"/>
                    <a:pt x="8133" y="7541"/>
                    <a:pt x="8831" y="7541"/>
                  </a:cubicBezTo>
                  <a:cubicBezTo>
                    <a:pt x="9485" y="7541"/>
                    <a:pt x="10138" y="7244"/>
                    <a:pt x="10791" y="6674"/>
                  </a:cubicBezTo>
                  <a:cubicBezTo>
                    <a:pt x="11325" y="6921"/>
                    <a:pt x="11929" y="7075"/>
                    <a:pt x="12501" y="7075"/>
                  </a:cubicBezTo>
                  <a:cubicBezTo>
                    <a:pt x="13154" y="7075"/>
                    <a:pt x="13765" y="6874"/>
                    <a:pt x="14180" y="6378"/>
                  </a:cubicBezTo>
                  <a:cubicBezTo>
                    <a:pt x="14543" y="6511"/>
                    <a:pt x="14865" y="6581"/>
                    <a:pt x="15143" y="6581"/>
                  </a:cubicBezTo>
                  <a:cubicBezTo>
                    <a:pt x="15812" y="6581"/>
                    <a:pt x="16227" y="6179"/>
                    <a:pt x="16339" y="5301"/>
                  </a:cubicBezTo>
                  <a:cubicBezTo>
                    <a:pt x="17041" y="5229"/>
                    <a:pt x="17604" y="5078"/>
                    <a:pt x="18015" y="4854"/>
                  </a:cubicBezTo>
                  <a:cubicBezTo>
                    <a:pt x="18471" y="3424"/>
                    <a:pt x="17292" y="1798"/>
                    <a:pt x="15992" y="628"/>
                  </a:cubicBezTo>
                  <a:cubicBezTo>
                    <a:pt x="15472" y="163"/>
                    <a:pt x="15018" y="1"/>
                    <a:pt x="14579" y="1"/>
                  </a:cubicBezTo>
                  <a:close/>
                </a:path>
              </a:pathLst>
            </a:custGeom>
            <a:solidFill>
              <a:srgbClr val="7447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11"/>
            <p:cNvSpPr/>
            <p:nvPr/>
          </p:nvSpPr>
          <p:spPr>
            <a:xfrm>
              <a:off x="5273825" y="5104050"/>
              <a:ext cx="131450" cy="27975"/>
            </a:xfrm>
            <a:custGeom>
              <a:avLst/>
              <a:gdLst/>
              <a:ahLst/>
              <a:cxnLst/>
              <a:rect l="l" t="t" r="r" b="b"/>
              <a:pathLst>
                <a:path w="5258" h="1119" extrusionOk="0">
                  <a:moveTo>
                    <a:pt x="1553" y="0"/>
                  </a:moveTo>
                  <a:cubicBezTo>
                    <a:pt x="1307" y="0"/>
                    <a:pt x="1040" y="66"/>
                    <a:pt x="773" y="231"/>
                  </a:cubicBezTo>
                  <a:cubicBezTo>
                    <a:pt x="513" y="404"/>
                    <a:pt x="253" y="680"/>
                    <a:pt x="0" y="1091"/>
                  </a:cubicBezTo>
                  <a:cubicBezTo>
                    <a:pt x="0" y="1098"/>
                    <a:pt x="0" y="1113"/>
                    <a:pt x="7" y="1113"/>
                  </a:cubicBezTo>
                  <a:cubicBezTo>
                    <a:pt x="13" y="1116"/>
                    <a:pt x="18" y="1118"/>
                    <a:pt x="22" y="1118"/>
                  </a:cubicBezTo>
                  <a:cubicBezTo>
                    <a:pt x="28" y="1118"/>
                    <a:pt x="32" y="1114"/>
                    <a:pt x="37" y="1106"/>
                  </a:cubicBezTo>
                  <a:cubicBezTo>
                    <a:pt x="281" y="701"/>
                    <a:pt x="541" y="434"/>
                    <a:pt x="794" y="267"/>
                  </a:cubicBezTo>
                  <a:cubicBezTo>
                    <a:pt x="1054" y="101"/>
                    <a:pt x="1314" y="37"/>
                    <a:pt x="1553" y="37"/>
                  </a:cubicBezTo>
                  <a:cubicBezTo>
                    <a:pt x="1994" y="37"/>
                    <a:pt x="2398" y="246"/>
                    <a:pt x="2694" y="456"/>
                  </a:cubicBezTo>
                  <a:cubicBezTo>
                    <a:pt x="2838" y="564"/>
                    <a:pt x="2961" y="664"/>
                    <a:pt x="3041" y="744"/>
                  </a:cubicBezTo>
                  <a:cubicBezTo>
                    <a:pt x="3084" y="787"/>
                    <a:pt x="3114" y="817"/>
                    <a:pt x="3134" y="838"/>
                  </a:cubicBezTo>
                  <a:cubicBezTo>
                    <a:pt x="3150" y="853"/>
                    <a:pt x="3157" y="860"/>
                    <a:pt x="3164" y="867"/>
                  </a:cubicBezTo>
                  <a:lnTo>
                    <a:pt x="3171" y="874"/>
                  </a:lnTo>
                  <a:cubicBezTo>
                    <a:pt x="3171" y="881"/>
                    <a:pt x="3178" y="881"/>
                    <a:pt x="3185" y="881"/>
                  </a:cubicBezTo>
                  <a:cubicBezTo>
                    <a:pt x="3193" y="881"/>
                    <a:pt x="3200" y="881"/>
                    <a:pt x="3200" y="874"/>
                  </a:cubicBezTo>
                  <a:cubicBezTo>
                    <a:pt x="3214" y="860"/>
                    <a:pt x="3301" y="760"/>
                    <a:pt x="3453" y="657"/>
                  </a:cubicBezTo>
                  <a:cubicBezTo>
                    <a:pt x="3604" y="557"/>
                    <a:pt x="3814" y="463"/>
                    <a:pt x="4074" y="463"/>
                  </a:cubicBezTo>
                  <a:cubicBezTo>
                    <a:pt x="4391" y="463"/>
                    <a:pt x="4781" y="614"/>
                    <a:pt x="5221" y="1113"/>
                  </a:cubicBezTo>
                  <a:cubicBezTo>
                    <a:pt x="5226" y="1117"/>
                    <a:pt x="5230" y="1118"/>
                    <a:pt x="5233" y="1118"/>
                  </a:cubicBezTo>
                  <a:cubicBezTo>
                    <a:pt x="5237" y="1118"/>
                    <a:pt x="5241" y="1117"/>
                    <a:pt x="5244" y="1113"/>
                  </a:cubicBezTo>
                  <a:cubicBezTo>
                    <a:pt x="5258" y="1106"/>
                    <a:pt x="5258" y="1091"/>
                    <a:pt x="5251" y="1084"/>
                  </a:cubicBezTo>
                  <a:cubicBezTo>
                    <a:pt x="4811" y="578"/>
                    <a:pt x="4407" y="420"/>
                    <a:pt x="4074" y="420"/>
                  </a:cubicBezTo>
                  <a:cubicBezTo>
                    <a:pt x="3791" y="420"/>
                    <a:pt x="3568" y="527"/>
                    <a:pt x="3417" y="636"/>
                  </a:cubicBezTo>
                  <a:cubicBezTo>
                    <a:pt x="3297" y="717"/>
                    <a:pt x="3218" y="795"/>
                    <a:pt x="3187" y="832"/>
                  </a:cubicBezTo>
                  <a:lnTo>
                    <a:pt x="3187" y="832"/>
                  </a:lnTo>
                  <a:cubicBezTo>
                    <a:pt x="3138" y="781"/>
                    <a:pt x="2965" y="604"/>
                    <a:pt x="2717" y="427"/>
                  </a:cubicBezTo>
                  <a:cubicBezTo>
                    <a:pt x="2420" y="210"/>
                    <a:pt x="2008" y="0"/>
                    <a:pt x="1553" y="0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11"/>
            <p:cNvSpPr/>
            <p:nvPr/>
          </p:nvSpPr>
          <p:spPr>
            <a:xfrm>
              <a:off x="5577700" y="5137650"/>
              <a:ext cx="116925" cy="106175"/>
            </a:xfrm>
            <a:custGeom>
              <a:avLst/>
              <a:gdLst/>
              <a:ahLst/>
              <a:cxnLst/>
              <a:rect l="l" t="t" r="r" b="b"/>
              <a:pathLst>
                <a:path w="4677" h="4247" extrusionOk="0">
                  <a:moveTo>
                    <a:pt x="1013" y="1"/>
                  </a:moveTo>
                  <a:cubicBezTo>
                    <a:pt x="921" y="1"/>
                    <a:pt x="842" y="8"/>
                    <a:pt x="781" y="22"/>
                  </a:cubicBezTo>
                  <a:cubicBezTo>
                    <a:pt x="210" y="152"/>
                    <a:pt x="637" y="1026"/>
                    <a:pt x="637" y="1026"/>
                  </a:cubicBezTo>
                  <a:cubicBezTo>
                    <a:pt x="1" y="1366"/>
                    <a:pt x="493" y="2146"/>
                    <a:pt x="1027" y="2630"/>
                  </a:cubicBezTo>
                  <a:cubicBezTo>
                    <a:pt x="1569" y="3113"/>
                    <a:pt x="2183" y="3966"/>
                    <a:pt x="2356" y="4190"/>
                  </a:cubicBezTo>
                  <a:cubicBezTo>
                    <a:pt x="2385" y="4229"/>
                    <a:pt x="2410" y="4247"/>
                    <a:pt x="2431" y="4247"/>
                  </a:cubicBezTo>
                  <a:cubicBezTo>
                    <a:pt x="2528" y="4247"/>
                    <a:pt x="2523" y="3837"/>
                    <a:pt x="2356" y="3300"/>
                  </a:cubicBezTo>
                  <a:cubicBezTo>
                    <a:pt x="2147" y="2644"/>
                    <a:pt x="1663" y="2160"/>
                    <a:pt x="1663" y="2160"/>
                  </a:cubicBezTo>
                  <a:lnTo>
                    <a:pt x="1663" y="2160"/>
                  </a:lnTo>
                  <a:cubicBezTo>
                    <a:pt x="1663" y="2160"/>
                    <a:pt x="2298" y="2723"/>
                    <a:pt x="2688" y="3280"/>
                  </a:cubicBezTo>
                  <a:cubicBezTo>
                    <a:pt x="3078" y="3836"/>
                    <a:pt x="3173" y="4233"/>
                    <a:pt x="3324" y="4247"/>
                  </a:cubicBezTo>
                  <a:cubicBezTo>
                    <a:pt x="3324" y="4247"/>
                    <a:pt x="3325" y="4247"/>
                    <a:pt x="3325" y="4247"/>
                  </a:cubicBezTo>
                  <a:cubicBezTo>
                    <a:pt x="3389" y="4247"/>
                    <a:pt x="3329" y="3716"/>
                    <a:pt x="3086" y="3163"/>
                  </a:cubicBezTo>
                  <a:cubicBezTo>
                    <a:pt x="2774" y="2477"/>
                    <a:pt x="2263" y="1756"/>
                    <a:pt x="2263" y="1756"/>
                  </a:cubicBezTo>
                  <a:lnTo>
                    <a:pt x="2263" y="1756"/>
                  </a:lnTo>
                  <a:cubicBezTo>
                    <a:pt x="2263" y="1756"/>
                    <a:pt x="2833" y="2297"/>
                    <a:pt x="3346" y="2940"/>
                  </a:cubicBezTo>
                  <a:cubicBezTo>
                    <a:pt x="3723" y="3414"/>
                    <a:pt x="4067" y="4018"/>
                    <a:pt x="4114" y="4018"/>
                  </a:cubicBezTo>
                  <a:cubicBezTo>
                    <a:pt x="4115" y="4018"/>
                    <a:pt x="4117" y="4018"/>
                    <a:pt x="4118" y="4016"/>
                  </a:cubicBezTo>
                  <a:cubicBezTo>
                    <a:pt x="4390" y="3594"/>
                    <a:pt x="3200" y="1744"/>
                    <a:pt x="2906" y="1469"/>
                  </a:cubicBezTo>
                  <a:lnTo>
                    <a:pt x="2906" y="1469"/>
                  </a:lnTo>
                  <a:cubicBezTo>
                    <a:pt x="3383" y="1822"/>
                    <a:pt x="3967" y="2444"/>
                    <a:pt x="4421" y="3446"/>
                  </a:cubicBezTo>
                  <a:cubicBezTo>
                    <a:pt x="4425" y="3455"/>
                    <a:pt x="4428" y="3459"/>
                    <a:pt x="4431" y="3459"/>
                  </a:cubicBezTo>
                  <a:cubicBezTo>
                    <a:pt x="4465" y="3459"/>
                    <a:pt x="4421" y="2831"/>
                    <a:pt x="4421" y="2831"/>
                  </a:cubicBezTo>
                  <a:lnTo>
                    <a:pt x="4421" y="2831"/>
                  </a:lnTo>
                  <a:cubicBezTo>
                    <a:pt x="4456" y="2869"/>
                    <a:pt x="4497" y="2893"/>
                    <a:pt x="4530" y="2893"/>
                  </a:cubicBezTo>
                  <a:cubicBezTo>
                    <a:pt x="4653" y="2893"/>
                    <a:pt x="4677" y="2566"/>
                    <a:pt x="3988" y="1452"/>
                  </a:cubicBezTo>
                  <a:cubicBezTo>
                    <a:pt x="3384" y="474"/>
                    <a:pt x="1759" y="1"/>
                    <a:pt x="1013" y="1"/>
                  </a:cubicBez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11"/>
            <p:cNvSpPr/>
            <p:nvPr/>
          </p:nvSpPr>
          <p:spPr>
            <a:xfrm>
              <a:off x="5577700" y="5157300"/>
              <a:ext cx="64675" cy="86525"/>
            </a:xfrm>
            <a:custGeom>
              <a:avLst/>
              <a:gdLst/>
              <a:ahLst/>
              <a:cxnLst/>
              <a:rect l="l" t="t" r="r" b="b"/>
              <a:pathLst>
                <a:path w="2587" h="3461" extrusionOk="0">
                  <a:moveTo>
                    <a:pt x="550" y="1"/>
                  </a:moveTo>
                  <a:cubicBezTo>
                    <a:pt x="593" y="138"/>
                    <a:pt x="637" y="240"/>
                    <a:pt x="637" y="240"/>
                  </a:cubicBezTo>
                  <a:cubicBezTo>
                    <a:pt x="1" y="580"/>
                    <a:pt x="493" y="1360"/>
                    <a:pt x="1027" y="1844"/>
                  </a:cubicBezTo>
                  <a:cubicBezTo>
                    <a:pt x="1569" y="2327"/>
                    <a:pt x="2183" y="3180"/>
                    <a:pt x="2356" y="3404"/>
                  </a:cubicBezTo>
                  <a:cubicBezTo>
                    <a:pt x="2385" y="3443"/>
                    <a:pt x="2410" y="3461"/>
                    <a:pt x="2431" y="3461"/>
                  </a:cubicBezTo>
                  <a:cubicBezTo>
                    <a:pt x="2528" y="3461"/>
                    <a:pt x="2523" y="3051"/>
                    <a:pt x="2356" y="2514"/>
                  </a:cubicBezTo>
                  <a:cubicBezTo>
                    <a:pt x="2147" y="1858"/>
                    <a:pt x="1663" y="1374"/>
                    <a:pt x="1663" y="1374"/>
                  </a:cubicBezTo>
                  <a:lnTo>
                    <a:pt x="1663" y="1374"/>
                  </a:lnTo>
                  <a:cubicBezTo>
                    <a:pt x="1663" y="1374"/>
                    <a:pt x="2197" y="1851"/>
                    <a:pt x="2587" y="2364"/>
                  </a:cubicBezTo>
                  <a:cubicBezTo>
                    <a:pt x="2573" y="2254"/>
                    <a:pt x="2558" y="2147"/>
                    <a:pt x="2544" y="2038"/>
                  </a:cubicBezTo>
                  <a:cubicBezTo>
                    <a:pt x="2500" y="1930"/>
                    <a:pt x="2457" y="1821"/>
                    <a:pt x="2421" y="1720"/>
                  </a:cubicBezTo>
                  <a:cubicBezTo>
                    <a:pt x="2407" y="1684"/>
                    <a:pt x="2393" y="1663"/>
                    <a:pt x="2377" y="1641"/>
                  </a:cubicBezTo>
                  <a:cubicBezTo>
                    <a:pt x="2313" y="1547"/>
                    <a:pt x="2247" y="1460"/>
                    <a:pt x="2176" y="1367"/>
                  </a:cubicBezTo>
                  <a:cubicBezTo>
                    <a:pt x="2096" y="1265"/>
                    <a:pt x="2017" y="1164"/>
                    <a:pt x="1930" y="1070"/>
                  </a:cubicBezTo>
                  <a:cubicBezTo>
                    <a:pt x="1887" y="1027"/>
                    <a:pt x="1757" y="897"/>
                    <a:pt x="1713" y="861"/>
                  </a:cubicBezTo>
                  <a:cubicBezTo>
                    <a:pt x="1590" y="760"/>
                    <a:pt x="1467" y="658"/>
                    <a:pt x="1337" y="557"/>
                  </a:cubicBezTo>
                  <a:cubicBezTo>
                    <a:pt x="1127" y="398"/>
                    <a:pt x="904" y="247"/>
                    <a:pt x="680" y="103"/>
                  </a:cubicBezTo>
                  <a:cubicBezTo>
                    <a:pt x="637" y="67"/>
                    <a:pt x="593" y="37"/>
                    <a:pt x="550" y="1"/>
                  </a:cubicBez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11"/>
            <p:cNvSpPr/>
            <p:nvPr/>
          </p:nvSpPr>
          <p:spPr>
            <a:xfrm>
              <a:off x="5654450" y="5164425"/>
              <a:ext cx="34350" cy="44575"/>
            </a:xfrm>
            <a:custGeom>
              <a:avLst/>
              <a:gdLst/>
              <a:ahLst/>
              <a:cxnLst/>
              <a:rect l="l" t="t" r="r" b="b"/>
              <a:pathLst>
                <a:path w="1374" h="1783" extrusionOk="0">
                  <a:moveTo>
                    <a:pt x="26" y="1"/>
                  </a:moveTo>
                  <a:cubicBezTo>
                    <a:pt x="20" y="1"/>
                    <a:pt x="13" y="4"/>
                    <a:pt x="8" y="12"/>
                  </a:cubicBezTo>
                  <a:cubicBezTo>
                    <a:pt x="1" y="19"/>
                    <a:pt x="8" y="35"/>
                    <a:pt x="16" y="35"/>
                  </a:cubicBezTo>
                  <a:cubicBezTo>
                    <a:pt x="131" y="113"/>
                    <a:pt x="413" y="329"/>
                    <a:pt x="687" y="633"/>
                  </a:cubicBezTo>
                  <a:cubicBezTo>
                    <a:pt x="961" y="936"/>
                    <a:pt x="1230" y="1326"/>
                    <a:pt x="1330" y="1768"/>
                  </a:cubicBezTo>
                  <a:cubicBezTo>
                    <a:pt x="1330" y="1775"/>
                    <a:pt x="1344" y="1782"/>
                    <a:pt x="1351" y="1782"/>
                  </a:cubicBezTo>
                  <a:cubicBezTo>
                    <a:pt x="1367" y="1782"/>
                    <a:pt x="1374" y="1768"/>
                    <a:pt x="1367" y="1760"/>
                  </a:cubicBezTo>
                  <a:cubicBezTo>
                    <a:pt x="1264" y="1312"/>
                    <a:pt x="990" y="915"/>
                    <a:pt x="717" y="605"/>
                  </a:cubicBezTo>
                  <a:cubicBezTo>
                    <a:pt x="434" y="302"/>
                    <a:pt x="160" y="85"/>
                    <a:pt x="37" y="5"/>
                  </a:cubicBezTo>
                  <a:cubicBezTo>
                    <a:pt x="34" y="2"/>
                    <a:pt x="30" y="1"/>
                    <a:pt x="26" y="1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11"/>
            <p:cNvSpPr/>
            <p:nvPr/>
          </p:nvSpPr>
          <p:spPr>
            <a:xfrm>
              <a:off x="5372925" y="5049700"/>
              <a:ext cx="301800" cy="188375"/>
            </a:xfrm>
            <a:custGeom>
              <a:avLst/>
              <a:gdLst/>
              <a:ahLst/>
              <a:cxnLst/>
              <a:rect l="l" t="t" r="r" b="b"/>
              <a:pathLst>
                <a:path w="12072" h="7535" extrusionOk="0">
                  <a:moveTo>
                    <a:pt x="5178" y="0"/>
                  </a:moveTo>
                  <a:cubicBezTo>
                    <a:pt x="4788" y="0"/>
                    <a:pt x="4349" y="54"/>
                    <a:pt x="3858" y="188"/>
                  </a:cubicBezTo>
                  <a:cubicBezTo>
                    <a:pt x="694" y="1054"/>
                    <a:pt x="1" y="4631"/>
                    <a:pt x="1" y="4631"/>
                  </a:cubicBezTo>
                  <a:lnTo>
                    <a:pt x="3244" y="7534"/>
                  </a:lnTo>
                  <a:cubicBezTo>
                    <a:pt x="3244" y="7534"/>
                    <a:pt x="4415" y="6478"/>
                    <a:pt x="5521" y="6478"/>
                  </a:cubicBezTo>
                  <a:cubicBezTo>
                    <a:pt x="5962" y="6478"/>
                    <a:pt x="6392" y="6646"/>
                    <a:pt x="6734" y="7115"/>
                  </a:cubicBezTo>
                  <a:cubicBezTo>
                    <a:pt x="6981" y="6238"/>
                    <a:pt x="7387" y="5686"/>
                    <a:pt x="8074" y="5686"/>
                  </a:cubicBezTo>
                  <a:cubicBezTo>
                    <a:pt x="8332" y="5686"/>
                    <a:pt x="8629" y="5763"/>
                    <a:pt x="8972" y="5931"/>
                  </a:cubicBezTo>
                  <a:lnTo>
                    <a:pt x="8524" y="4884"/>
                  </a:lnTo>
                  <a:cubicBezTo>
                    <a:pt x="8828" y="4884"/>
                    <a:pt x="9528" y="4724"/>
                    <a:pt x="9724" y="4211"/>
                  </a:cubicBezTo>
                  <a:cubicBezTo>
                    <a:pt x="9854" y="3871"/>
                    <a:pt x="9615" y="3714"/>
                    <a:pt x="9615" y="3714"/>
                  </a:cubicBezTo>
                  <a:cubicBezTo>
                    <a:pt x="11291" y="2925"/>
                    <a:pt x="12071" y="1488"/>
                    <a:pt x="11652" y="801"/>
                  </a:cubicBezTo>
                  <a:cubicBezTo>
                    <a:pt x="11570" y="672"/>
                    <a:pt x="11151" y="627"/>
                    <a:pt x="10608" y="627"/>
                  </a:cubicBezTo>
                  <a:cubicBezTo>
                    <a:pt x="9371" y="627"/>
                    <a:pt x="7491" y="860"/>
                    <a:pt x="7491" y="860"/>
                  </a:cubicBezTo>
                  <a:cubicBezTo>
                    <a:pt x="7491" y="860"/>
                    <a:pt x="6738" y="0"/>
                    <a:pt x="5178" y="0"/>
                  </a:cubicBezTo>
                  <a:close/>
                </a:path>
              </a:pathLst>
            </a:custGeom>
            <a:solidFill>
              <a:srgbClr val="0649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11"/>
            <p:cNvSpPr/>
            <p:nvPr/>
          </p:nvSpPr>
          <p:spPr>
            <a:xfrm>
              <a:off x="5484175" y="5081475"/>
              <a:ext cx="42275" cy="13150"/>
            </a:xfrm>
            <a:custGeom>
              <a:avLst/>
              <a:gdLst/>
              <a:ahLst/>
              <a:cxnLst/>
              <a:rect l="l" t="t" r="r" b="b"/>
              <a:pathLst>
                <a:path w="1691" h="526" extrusionOk="0">
                  <a:moveTo>
                    <a:pt x="1221" y="0"/>
                  </a:moveTo>
                  <a:cubicBezTo>
                    <a:pt x="860" y="0"/>
                    <a:pt x="557" y="123"/>
                    <a:pt x="347" y="246"/>
                  </a:cubicBezTo>
                  <a:cubicBezTo>
                    <a:pt x="131" y="369"/>
                    <a:pt x="8" y="492"/>
                    <a:pt x="8" y="492"/>
                  </a:cubicBezTo>
                  <a:cubicBezTo>
                    <a:pt x="1" y="499"/>
                    <a:pt x="1" y="513"/>
                    <a:pt x="8" y="520"/>
                  </a:cubicBezTo>
                  <a:cubicBezTo>
                    <a:pt x="11" y="524"/>
                    <a:pt x="17" y="525"/>
                    <a:pt x="22" y="525"/>
                  </a:cubicBezTo>
                  <a:cubicBezTo>
                    <a:pt x="28" y="525"/>
                    <a:pt x="34" y="524"/>
                    <a:pt x="37" y="520"/>
                  </a:cubicBezTo>
                  <a:cubicBezTo>
                    <a:pt x="51" y="506"/>
                    <a:pt x="174" y="390"/>
                    <a:pt x="384" y="276"/>
                  </a:cubicBezTo>
                  <a:cubicBezTo>
                    <a:pt x="593" y="160"/>
                    <a:pt x="881" y="43"/>
                    <a:pt x="1221" y="43"/>
                  </a:cubicBezTo>
                  <a:cubicBezTo>
                    <a:pt x="1358" y="43"/>
                    <a:pt x="1511" y="66"/>
                    <a:pt x="1661" y="109"/>
                  </a:cubicBezTo>
                  <a:cubicBezTo>
                    <a:pt x="1677" y="109"/>
                    <a:pt x="1684" y="109"/>
                    <a:pt x="1691" y="94"/>
                  </a:cubicBezTo>
                  <a:cubicBezTo>
                    <a:pt x="1691" y="87"/>
                    <a:pt x="1684" y="73"/>
                    <a:pt x="1677" y="73"/>
                  </a:cubicBezTo>
                  <a:cubicBezTo>
                    <a:pt x="1517" y="23"/>
                    <a:pt x="1367" y="0"/>
                    <a:pt x="1221" y="0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11"/>
            <p:cNvSpPr/>
            <p:nvPr/>
          </p:nvSpPr>
          <p:spPr>
            <a:xfrm>
              <a:off x="5568175" y="5129300"/>
              <a:ext cx="46175" cy="24925"/>
            </a:xfrm>
            <a:custGeom>
              <a:avLst/>
              <a:gdLst/>
              <a:ahLst/>
              <a:cxnLst/>
              <a:rect l="l" t="t" r="r" b="b"/>
              <a:pathLst>
                <a:path w="1847" h="997" extrusionOk="0">
                  <a:moveTo>
                    <a:pt x="0" y="1"/>
                  </a:moveTo>
                  <a:lnTo>
                    <a:pt x="0" y="1"/>
                  </a:lnTo>
                  <a:cubicBezTo>
                    <a:pt x="354" y="550"/>
                    <a:pt x="758" y="854"/>
                    <a:pt x="1198" y="970"/>
                  </a:cubicBezTo>
                  <a:cubicBezTo>
                    <a:pt x="1268" y="988"/>
                    <a:pt x="1333" y="996"/>
                    <a:pt x="1392" y="996"/>
                  </a:cubicBezTo>
                  <a:cubicBezTo>
                    <a:pt x="1689" y="996"/>
                    <a:pt x="1847" y="788"/>
                    <a:pt x="1805" y="530"/>
                  </a:cubicBezTo>
                  <a:lnTo>
                    <a:pt x="1805" y="530"/>
                  </a:lnTo>
                  <a:cubicBezTo>
                    <a:pt x="1691" y="557"/>
                    <a:pt x="1578" y="569"/>
                    <a:pt x="1465" y="569"/>
                  </a:cubicBezTo>
                  <a:cubicBezTo>
                    <a:pt x="694" y="569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AB6E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11"/>
            <p:cNvSpPr/>
            <p:nvPr/>
          </p:nvSpPr>
          <p:spPr>
            <a:xfrm>
              <a:off x="5633700" y="5069250"/>
              <a:ext cx="31100" cy="9550"/>
            </a:xfrm>
            <a:custGeom>
              <a:avLst/>
              <a:gdLst/>
              <a:ahLst/>
              <a:cxnLst/>
              <a:rect l="l" t="t" r="r" b="b"/>
              <a:pathLst>
                <a:path w="1244" h="382" extrusionOk="0">
                  <a:moveTo>
                    <a:pt x="1218" y="0"/>
                  </a:moveTo>
                  <a:cubicBezTo>
                    <a:pt x="1214" y="0"/>
                    <a:pt x="1210" y="2"/>
                    <a:pt x="1207" y="5"/>
                  </a:cubicBezTo>
                  <a:cubicBezTo>
                    <a:pt x="1193" y="28"/>
                    <a:pt x="917" y="345"/>
                    <a:pt x="224" y="345"/>
                  </a:cubicBezTo>
                  <a:cubicBezTo>
                    <a:pt x="160" y="345"/>
                    <a:pt x="94" y="338"/>
                    <a:pt x="23" y="338"/>
                  </a:cubicBezTo>
                  <a:cubicBezTo>
                    <a:pt x="20" y="337"/>
                    <a:pt x="17" y="336"/>
                    <a:pt x="15" y="336"/>
                  </a:cubicBezTo>
                  <a:cubicBezTo>
                    <a:pt x="5" y="336"/>
                    <a:pt x="0" y="347"/>
                    <a:pt x="0" y="352"/>
                  </a:cubicBezTo>
                  <a:cubicBezTo>
                    <a:pt x="0" y="366"/>
                    <a:pt x="7" y="375"/>
                    <a:pt x="14" y="375"/>
                  </a:cubicBezTo>
                  <a:cubicBezTo>
                    <a:pt x="94" y="382"/>
                    <a:pt x="160" y="382"/>
                    <a:pt x="224" y="382"/>
                  </a:cubicBezTo>
                  <a:cubicBezTo>
                    <a:pt x="593" y="382"/>
                    <a:pt x="838" y="295"/>
                    <a:pt x="1004" y="208"/>
                  </a:cubicBezTo>
                  <a:cubicBezTo>
                    <a:pt x="1163" y="122"/>
                    <a:pt x="1236" y="35"/>
                    <a:pt x="1236" y="35"/>
                  </a:cubicBezTo>
                  <a:cubicBezTo>
                    <a:pt x="1243" y="19"/>
                    <a:pt x="1243" y="12"/>
                    <a:pt x="1236" y="5"/>
                  </a:cubicBezTo>
                  <a:cubicBezTo>
                    <a:pt x="1228" y="2"/>
                    <a:pt x="1223" y="0"/>
                    <a:pt x="1218" y="0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11"/>
            <p:cNvSpPr/>
            <p:nvPr/>
          </p:nvSpPr>
          <p:spPr>
            <a:xfrm>
              <a:off x="5375825" y="5141175"/>
              <a:ext cx="221400" cy="96900"/>
            </a:xfrm>
            <a:custGeom>
              <a:avLst/>
              <a:gdLst/>
              <a:ahLst/>
              <a:cxnLst/>
              <a:rect l="l" t="t" r="r" b="b"/>
              <a:pathLst>
                <a:path w="8856" h="3876" extrusionOk="0">
                  <a:moveTo>
                    <a:pt x="2116" y="0"/>
                  </a:moveTo>
                  <a:cubicBezTo>
                    <a:pt x="950" y="0"/>
                    <a:pt x="287" y="668"/>
                    <a:pt x="1" y="1065"/>
                  </a:cubicBezTo>
                  <a:lnTo>
                    <a:pt x="3128" y="3875"/>
                  </a:lnTo>
                  <a:cubicBezTo>
                    <a:pt x="3128" y="3875"/>
                    <a:pt x="4299" y="2819"/>
                    <a:pt x="5405" y="2819"/>
                  </a:cubicBezTo>
                  <a:cubicBezTo>
                    <a:pt x="5846" y="2819"/>
                    <a:pt x="6276" y="2987"/>
                    <a:pt x="6618" y="3456"/>
                  </a:cubicBezTo>
                  <a:cubicBezTo>
                    <a:pt x="6865" y="2579"/>
                    <a:pt x="7271" y="2027"/>
                    <a:pt x="7958" y="2027"/>
                  </a:cubicBezTo>
                  <a:cubicBezTo>
                    <a:pt x="8216" y="2027"/>
                    <a:pt x="8513" y="2104"/>
                    <a:pt x="8856" y="2272"/>
                  </a:cubicBezTo>
                  <a:lnTo>
                    <a:pt x="8408" y="1225"/>
                  </a:lnTo>
                  <a:cubicBezTo>
                    <a:pt x="8353" y="1229"/>
                    <a:pt x="8299" y="1231"/>
                    <a:pt x="8246" y="1231"/>
                  </a:cubicBezTo>
                  <a:cubicBezTo>
                    <a:pt x="7368" y="1231"/>
                    <a:pt x="6732" y="712"/>
                    <a:pt x="6732" y="712"/>
                  </a:cubicBezTo>
                  <a:cubicBezTo>
                    <a:pt x="6732" y="712"/>
                    <a:pt x="6538" y="1686"/>
                    <a:pt x="5288" y="1946"/>
                  </a:cubicBezTo>
                  <a:cubicBezTo>
                    <a:pt x="5210" y="1962"/>
                    <a:pt x="5139" y="1970"/>
                    <a:pt x="5073" y="1970"/>
                  </a:cubicBezTo>
                  <a:cubicBezTo>
                    <a:pt x="4085" y="1970"/>
                    <a:pt x="4364" y="248"/>
                    <a:pt x="2514" y="25"/>
                  </a:cubicBezTo>
                  <a:cubicBezTo>
                    <a:pt x="2376" y="8"/>
                    <a:pt x="2243" y="0"/>
                    <a:pt x="2116" y="0"/>
                  </a:cubicBezTo>
                  <a:close/>
                </a:path>
              </a:pathLst>
            </a:custGeom>
            <a:solidFill>
              <a:srgbClr val="0649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11"/>
            <p:cNvSpPr/>
            <p:nvPr/>
          </p:nvSpPr>
          <p:spPr>
            <a:xfrm>
              <a:off x="5312250" y="5158425"/>
              <a:ext cx="184675" cy="129225"/>
            </a:xfrm>
            <a:custGeom>
              <a:avLst/>
              <a:gdLst/>
              <a:ahLst/>
              <a:cxnLst/>
              <a:rect l="l" t="t" r="r" b="b"/>
              <a:pathLst>
                <a:path w="7387" h="5169" extrusionOk="0">
                  <a:moveTo>
                    <a:pt x="3470" y="0"/>
                  </a:moveTo>
                  <a:cubicBezTo>
                    <a:pt x="2532" y="0"/>
                    <a:pt x="1779" y="444"/>
                    <a:pt x="1396" y="823"/>
                  </a:cubicBezTo>
                  <a:cubicBezTo>
                    <a:pt x="514" y="1689"/>
                    <a:pt x="1" y="2586"/>
                    <a:pt x="80" y="2672"/>
                  </a:cubicBezTo>
                  <a:cubicBezTo>
                    <a:pt x="83" y="2674"/>
                    <a:pt x="86" y="2675"/>
                    <a:pt x="91" y="2675"/>
                  </a:cubicBezTo>
                  <a:cubicBezTo>
                    <a:pt x="269" y="2675"/>
                    <a:pt x="2153" y="1249"/>
                    <a:pt x="2154" y="1249"/>
                  </a:cubicBezTo>
                  <a:lnTo>
                    <a:pt x="2154" y="1249"/>
                  </a:lnTo>
                  <a:cubicBezTo>
                    <a:pt x="2153" y="1249"/>
                    <a:pt x="283" y="3430"/>
                    <a:pt x="477" y="3568"/>
                  </a:cubicBezTo>
                  <a:cubicBezTo>
                    <a:pt x="484" y="3573"/>
                    <a:pt x="493" y="3575"/>
                    <a:pt x="505" y="3575"/>
                  </a:cubicBezTo>
                  <a:cubicBezTo>
                    <a:pt x="839" y="3575"/>
                    <a:pt x="3216" y="1712"/>
                    <a:pt x="3216" y="1712"/>
                  </a:cubicBezTo>
                  <a:lnTo>
                    <a:pt x="3216" y="1712"/>
                  </a:lnTo>
                  <a:cubicBezTo>
                    <a:pt x="3216" y="1712"/>
                    <a:pt x="1006" y="4276"/>
                    <a:pt x="1258" y="4383"/>
                  </a:cubicBezTo>
                  <a:cubicBezTo>
                    <a:pt x="1264" y="4386"/>
                    <a:pt x="1273" y="4388"/>
                    <a:pt x="1283" y="4388"/>
                  </a:cubicBezTo>
                  <a:cubicBezTo>
                    <a:pt x="1655" y="4388"/>
                    <a:pt x="4233" y="2390"/>
                    <a:pt x="4234" y="2390"/>
                  </a:cubicBezTo>
                  <a:lnTo>
                    <a:pt x="4234" y="2390"/>
                  </a:lnTo>
                  <a:cubicBezTo>
                    <a:pt x="4234" y="2390"/>
                    <a:pt x="1930" y="4695"/>
                    <a:pt x="1930" y="5113"/>
                  </a:cubicBezTo>
                  <a:cubicBezTo>
                    <a:pt x="1930" y="5147"/>
                    <a:pt x="1948" y="5163"/>
                    <a:pt x="1980" y="5163"/>
                  </a:cubicBezTo>
                  <a:cubicBezTo>
                    <a:pt x="2340" y="5163"/>
                    <a:pt x="4537" y="3186"/>
                    <a:pt x="4537" y="3185"/>
                  </a:cubicBezTo>
                  <a:lnTo>
                    <a:pt x="4537" y="3185"/>
                  </a:lnTo>
                  <a:cubicBezTo>
                    <a:pt x="4537" y="3186"/>
                    <a:pt x="2991" y="5019"/>
                    <a:pt x="3216" y="5163"/>
                  </a:cubicBezTo>
                  <a:cubicBezTo>
                    <a:pt x="3222" y="5167"/>
                    <a:pt x="3229" y="5168"/>
                    <a:pt x="3238" y="5168"/>
                  </a:cubicBezTo>
                  <a:cubicBezTo>
                    <a:pt x="3620" y="5168"/>
                    <a:pt x="7386" y="2184"/>
                    <a:pt x="5643" y="823"/>
                  </a:cubicBezTo>
                  <a:cubicBezTo>
                    <a:pt x="4871" y="217"/>
                    <a:pt x="4125" y="0"/>
                    <a:pt x="3470" y="0"/>
                  </a:cubicBez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11"/>
            <p:cNvSpPr/>
            <p:nvPr/>
          </p:nvSpPr>
          <p:spPr>
            <a:xfrm>
              <a:off x="5360500" y="5162725"/>
              <a:ext cx="136425" cy="124925"/>
            </a:xfrm>
            <a:custGeom>
              <a:avLst/>
              <a:gdLst/>
              <a:ahLst/>
              <a:cxnLst/>
              <a:rect l="l" t="t" r="r" b="b"/>
              <a:pathLst>
                <a:path w="5457" h="4997" extrusionOk="0">
                  <a:moveTo>
                    <a:pt x="2470" y="0"/>
                  </a:moveTo>
                  <a:cubicBezTo>
                    <a:pt x="2470" y="297"/>
                    <a:pt x="2448" y="593"/>
                    <a:pt x="2391" y="883"/>
                  </a:cubicBezTo>
                  <a:cubicBezTo>
                    <a:pt x="2283" y="1481"/>
                    <a:pt x="2101" y="2044"/>
                    <a:pt x="1834" y="2580"/>
                  </a:cubicBezTo>
                  <a:cubicBezTo>
                    <a:pt x="2117" y="2370"/>
                    <a:pt x="2304" y="2218"/>
                    <a:pt x="2304" y="2218"/>
                  </a:cubicBezTo>
                  <a:lnTo>
                    <a:pt x="2304" y="2218"/>
                  </a:lnTo>
                  <a:cubicBezTo>
                    <a:pt x="2304" y="2218"/>
                    <a:pt x="2044" y="2486"/>
                    <a:pt x="1690" y="2854"/>
                  </a:cubicBezTo>
                  <a:cubicBezTo>
                    <a:pt x="1590" y="3034"/>
                    <a:pt x="1474" y="3207"/>
                    <a:pt x="1351" y="3381"/>
                  </a:cubicBezTo>
                  <a:cubicBezTo>
                    <a:pt x="1026" y="3851"/>
                    <a:pt x="628" y="4227"/>
                    <a:pt x="194" y="4558"/>
                  </a:cubicBezTo>
                  <a:cubicBezTo>
                    <a:pt x="73" y="4724"/>
                    <a:pt x="0" y="4861"/>
                    <a:pt x="0" y="4941"/>
                  </a:cubicBezTo>
                  <a:cubicBezTo>
                    <a:pt x="0" y="4975"/>
                    <a:pt x="18" y="4991"/>
                    <a:pt x="50" y="4991"/>
                  </a:cubicBezTo>
                  <a:cubicBezTo>
                    <a:pt x="410" y="4991"/>
                    <a:pt x="2607" y="3014"/>
                    <a:pt x="2607" y="3013"/>
                  </a:cubicBezTo>
                  <a:lnTo>
                    <a:pt x="2607" y="3013"/>
                  </a:lnTo>
                  <a:cubicBezTo>
                    <a:pt x="2607" y="3014"/>
                    <a:pt x="1061" y="4847"/>
                    <a:pt x="1286" y="4991"/>
                  </a:cubicBezTo>
                  <a:cubicBezTo>
                    <a:pt x="1292" y="4995"/>
                    <a:pt x="1299" y="4996"/>
                    <a:pt x="1308" y="4996"/>
                  </a:cubicBezTo>
                  <a:cubicBezTo>
                    <a:pt x="1690" y="4996"/>
                    <a:pt x="5456" y="2012"/>
                    <a:pt x="3713" y="651"/>
                  </a:cubicBezTo>
                  <a:cubicBezTo>
                    <a:pt x="3280" y="311"/>
                    <a:pt x="2867" y="110"/>
                    <a:pt x="2470" y="0"/>
                  </a:cubicBez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11"/>
            <p:cNvSpPr/>
            <p:nvPr/>
          </p:nvSpPr>
          <p:spPr>
            <a:xfrm>
              <a:off x="5646175" y="4978625"/>
              <a:ext cx="56375" cy="93350"/>
            </a:xfrm>
            <a:custGeom>
              <a:avLst/>
              <a:gdLst/>
              <a:ahLst/>
              <a:cxnLst/>
              <a:rect l="l" t="t" r="r" b="b"/>
              <a:pathLst>
                <a:path w="2255" h="3734" extrusionOk="0">
                  <a:moveTo>
                    <a:pt x="552" y="0"/>
                  </a:moveTo>
                  <a:cubicBezTo>
                    <a:pt x="528" y="0"/>
                    <a:pt x="503" y="6"/>
                    <a:pt x="477" y="20"/>
                  </a:cubicBezTo>
                  <a:cubicBezTo>
                    <a:pt x="1" y="264"/>
                    <a:pt x="188" y="3090"/>
                    <a:pt x="845" y="3630"/>
                  </a:cubicBezTo>
                  <a:cubicBezTo>
                    <a:pt x="845" y="3630"/>
                    <a:pt x="1233" y="3733"/>
                    <a:pt x="1570" y="3733"/>
                  </a:cubicBezTo>
                  <a:cubicBezTo>
                    <a:pt x="1715" y="3733"/>
                    <a:pt x="1851" y="3714"/>
                    <a:pt x="1942" y="3660"/>
                  </a:cubicBezTo>
                  <a:cubicBezTo>
                    <a:pt x="2254" y="3480"/>
                    <a:pt x="2145" y="3263"/>
                    <a:pt x="1725" y="2604"/>
                  </a:cubicBezTo>
                  <a:cubicBezTo>
                    <a:pt x="1330" y="1982"/>
                    <a:pt x="992" y="0"/>
                    <a:pt x="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11"/>
            <p:cNvSpPr/>
            <p:nvPr/>
          </p:nvSpPr>
          <p:spPr>
            <a:xfrm>
              <a:off x="5647425" y="4972750"/>
              <a:ext cx="66475" cy="96300"/>
            </a:xfrm>
            <a:custGeom>
              <a:avLst/>
              <a:gdLst/>
              <a:ahLst/>
              <a:cxnLst/>
              <a:rect l="l" t="t" r="r" b="b"/>
              <a:pathLst>
                <a:path w="2659" h="3852" extrusionOk="0">
                  <a:moveTo>
                    <a:pt x="1132" y="0"/>
                  </a:moveTo>
                  <a:cubicBezTo>
                    <a:pt x="1099" y="0"/>
                    <a:pt x="1063" y="7"/>
                    <a:pt x="1025" y="22"/>
                  </a:cubicBezTo>
                  <a:cubicBezTo>
                    <a:pt x="348" y="282"/>
                    <a:pt x="1" y="3208"/>
                    <a:pt x="758" y="3758"/>
                  </a:cubicBezTo>
                  <a:cubicBezTo>
                    <a:pt x="758" y="3758"/>
                    <a:pt x="1226" y="3852"/>
                    <a:pt x="1665" y="3852"/>
                  </a:cubicBezTo>
                  <a:cubicBezTo>
                    <a:pt x="1870" y="3852"/>
                    <a:pt x="2068" y="3831"/>
                    <a:pt x="2211" y="3772"/>
                  </a:cubicBezTo>
                  <a:cubicBezTo>
                    <a:pt x="2658" y="3576"/>
                    <a:pt x="2558" y="3352"/>
                    <a:pt x="2138" y="2681"/>
                  </a:cubicBezTo>
                  <a:cubicBezTo>
                    <a:pt x="1750" y="2046"/>
                    <a:pt x="1709" y="0"/>
                    <a:pt x="11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11"/>
            <p:cNvSpPr/>
            <p:nvPr/>
          </p:nvSpPr>
          <p:spPr>
            <a:xfrm>
              <a:off x="5653025" y="4993350"/>
              <a:ext cx="55100" cy="75700"/>
            </a:xfrm>
            <a:custGeom>
              <a:avLst/>
              <a:gdLst/>
              <a:ahLst/>
              <a:cxnLst/>
              <a:rect l="l" t="t" r="r" b="b"/>
              <a:pathLst>
                <a:path w="2204" h="3028" extrusionOk="0">
                  <a:moveTo>
                    <a:pt x="311" y="1"/>
                  </a:moveTo>
                  <a:lnTo>
                    <a:pt x="311" y="1"/>
                  </a:lnTo>
                  <a:cubicBezTo>
                    <a:pt x="14" y="984"/>
                    <a:pt x="0" y="2544"/>
                    <a:pt x="534" y="2934"/>
                  </a:cubicBezTo>
                  <a:cubicBezTo>
                    <a:pt x="534" y="2934"/>
                    <a:pt x="1002" y="3028"/>
                    <a:pt x="1441" y="3028"/>
                  </a:cubicBezTo>
                  <a:cubicBezTo>
                    <a:pt x="1646" y="3028"/>
                    <a:pt x="1844" y="3007"/>
                    <a:pt x="1987" y="2948"/>
                  </a:cubicBezTo>
                  <a:cubicBezTo>
                    <a:pt x="2088" y="2905"/>
                    <a:pt x="2153" y="2861"/>
                    <a:pt x="2204" y="2811"/>
                  </a:cubicBezTo>
                  <a:cubicBezTo>
                    <a:pt x="1677" y="2674"/>
                    <a:pt x="1191" y="2275"/>
                    <a:pt x="860" y="1885"/>
                  </a:cubicBezTo>
                  <a:cubicBezTo>
                    <a:pt x="411" y="1374"/>
                    <a:pt x="267" y="665"/>
                    <a:pt x="311" y="1"/>
                  </a:cubicBezTo>
                  <a:close/>
                </a:path>
              </a:pathLst>
            </a:custGeom>
            <a:solidFill>
              <a:srgbClr val="212529">
                <a:alpha val="7058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11"/>
            <p:cNvSpPr/>
            <p:nvPr/>
          </p:nvSpPr>
          <p:spPr>
            <a:xfrm>
              <a:off x="5650650" y="5057850"/>
              <a:ext cx="24200" cy="18725"/>
            </a:xfrm>
            <a:custGeom>
              <a:avLst/>
              <a:gdLst/>
              <a:ahLst/>
              <a:cxnLst/>
              <a:rect l="l" t="t" r="r" b="b"/>
              <a:pathLst>
                <a:path w="968" h="749" extrusionOk="0">
                  <a:moveTo>
                    <a:pt x="175" y="1"/>
                  </a:moveTo>
                  <a:cubicBezTo>
                    <a:pt x="152" y="1"/>
                    <a:pt x="132" y="7"/>
                    <a:pt x="116" y="21"/>
                  </a:cubicBezTo>
                  <a:cubicBezTo>
                    <a:pt x="0" y="132"/>
                    <a:pt x="719" y="748"/>
                    <a:pt x="865" y="748"/>
                  </a:cubicBezTo>
                  <a:cubicBezTo>
                    <a:pt x="872" y="748"/>
                    <a:pt x="878" y="747"/>
                    <a:pt x="882" y="744"/>
                  </a:cubicBezTo>
                  <a:cubicBezTo>
                    <a:pt x="968" y="684"/>
                    <a:pt x="412" y="1"/>
                    <a:pt x="175" y="1"/>
                  </a:cubicBezTo>
                  <a:close/>
                </a:path>
              </a:pathLst>
            </a:custGeom>
            <a:solidFill>
              <a:srgbClr val="0649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11"/>
            <p:cNvSpPr/>
            <p:nvPr/>
          </p:nvSpPr>
          <p:spPr>
            <a:xfrm>
              <a:off x="5625375" y="5025450"/>
              <a:ext cx="28925" cy="33450"/>
            </a:xfrm>
            <a:custGeom>
              <a:avLst/>
              <a:gdLst/>
              <a:ahLst/>
              <a:cxnLst/>
              <a:rect l="l" t="t" r="r" b="b"/>
              <a:pathLst>
                <a:path w="1157" h="1338" extrusionOk="0">
                  <a:moveTo>
                    <a:pt x="432" y="1"/>
                  </a:moveTo>
                  <a:cubicBezTo>
                    <a:pt x="430" y="1"/>
                    <a:pt x="428" y="1"/>
                    <a:pt x="427" y="3"/>
                  </a:cubicBezTo>
                  <a:cubicBezTo>
                    <a:pt x="413" y="3"/>
                    <a:pt x="406" y="10"/>
                    <a:pt x="406" y="24"/>
                  </a:cubicBezTo>
                  <a:cubicBezTo>
                    <a:pt x="420" y="140"/>
                    <a:pt x="470" y="284"/>
                    <a:pt x="536" y="428"/>
                  </a:cubicBezTo>
                  <a:cubicBezTo>
                    <a:pt x="679" y="723"/>
                    <a:pt x="895" y="1035"/>
                    <a:pt x="1018" y="1204"/>
                  </a:cubicBezTo>
                  <a:lnTo>
                    <a:pt x="1018" y="1204"/>
                  </a:lnTo>
                  <a:cubicBezTo>
                    <a:pt x="926" y="1133"/>
                    <a:pt x="793" y="1026"/>
                    <a:pt x="651" y="898"/>
                  </a:cubicBezTo>
                  <a:cubicBezTo>
                    <a:pt x="427" y="688"/>
                    <a:pt x="174" y="421"/>
                    <a:pt x="44" y="168"/>
                  </a:cubicBezTo>
                  <a:cubicBezTo>
                    <a:pt x="39" y="163"/>
                    <a:pt x="30" y="158"/>
                    <a:pt x="24" y="158"/>
                  </a:cubicBezTo>
                  <a:cubicBezTo>
                    <a:pt x="21" y="158"/>
                    <a:pt x="18" y="159"/>
                    <a:pt x="16" y="161"/>
                  </a:cubicBezTo>
                  <a:cubicBezTo>
                    <a:pt x="9" y="161"/>
                    <a:pt x="0" y="177"/>
                    <a:pt x="9" y="190"/>
                  </a:cubicBezTo>
                  <a:cubicBezTo>
                    <a:pt x="153" y="464"/>
                    <a:pt x="434" y="754"/>
                    <a:pt x="673" y="970"/>
                  </a:cubicBezTo>
                  <a:cubicBezTo>
                    <a:pt x="911" y="1187"/>
                    <a:pt x="1120" y="1338"/>
                    <a:pt x="1120" y="1338"/>
                  </a:cubicBezTo>
                  <a:cubicBezTo>
                    <a:pt x="1127" y="1338"/>
                    <a:pt x="1143" y="1338"/>
                    <a:pt x="1143" y="1331"/>
                  </a:cubicBezTo>
                  <a:cubicBezTo>
                    <a:pt x="1150" y="1324"/>
                    <a:pt x="1157" y="1317"/>
                    <a:pt x="1150" y="1310"/>
                  </a:cubicBezTo>
                  <a:cubicBezTo>
                    <a:pt x="1150" y="1310"/>
                    <a:pt x="1143" y="1303"/>
                    <a:pt x="1143" y="1295"/>
                  </a:cubicBezTo>
                  <a:cubicBezTo>
                    <a:pt x="1106" y="1251"/>
                    <a:pt x="940" y="1035"/>
                    <a:pt x="781" y="783"/>
                  </a:cubicBezTo>
                  <a:cubicBezTo>
                    <a:pt x="703" y="653"/>
                    <a:pt x="623" y="515"/>
                    <a:pt x="564" y="385"/>
                  </a:cubicBezTo>
                  <a:cubicBezTo>
                    <a:pt x="500" y="248"/>
                    <a:pt x="456" y="125"/>
                    <a:pt x="449" y="17"/>
                  </a:cubicBezTo>
                  <a:cubicBezTo>
                    <a:pt x="449" y="12"/>
                    <a:pt x="440" y="1"/>
                    <a:pt x="432" y="1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11"/>
            <p:cNvSpPr/>
            <p:nvPr/>
          </p:nvSpPr>
          <p:spPr>
            <a:xfrm>
              <a:off x="5539900" y="5247600"/>
              <a:ext cx="72550" cy="36000"/>
            </a:xfrm>
            <a:custGeom>
              <a:avLst/>
              <a:gdLst/>
              <a:ahLst/>
              <a:cxnLst/>
              <a:rect l="l" t="t" r="r" b="b"/>
              <a:pathLst>
                <a:path w="2902" h="1440" extrusionOk="0">
                  <a:moveTo>
                    <a:pt x="1266" y="1"/>
                  </a:moveTo>
                  <a:cubicBezTo>
                    <a:pt x="681" y="1"/>
                    <a:pt x="181" y="353"/>
                    <a:pt x="105" y="629"/>
                  </a:cubicBezTo>
                  <a:cubicBezTo>
                    <a:pt x="0" y="991"/>
                    <a:pt x="1484" y="1440"/>
                    <a:pt x="2300" y="1440"/>
                  </a:cubicBezTo>
                  <a:cubicBezTo>
                    <a:pt x="2670" y="1440"/>
                    <a:pt x="2902" y="1348"/>
                    <a:pt x="2785" y="1113"/>
                  </a:cubicBezTo>
                  <a:cubicBezTo>
                    <a:pt x="2365" y="274"/>
                    <a:pt x="1782" y="1"/>
                    <a:pt x="1266" y="1"/>
                  </a:cubicBezTo>
                  <a:close/>
                </a:path>
              </a:pathLst>
            </a:custGeom>
            <a:solidFill>
              <a:srgbClr val="AB6E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11"/>
            <p:cNvSpPr/>
            <p:nvPr/>
          </p:nvSpPr>
          <p:spPr>
            <a:xfrm>
              <a:off x="5620175" y="5268025"/>
              <a:ext cx="39825" cy="16400"/>
            </a:xfrm>
            <a:custGeom>
              <a:avLst/>
              <a:gdLst/>
              <a:ahLst/>
              <a:cxnLst/>
              <a:rect l="l" t="t" r="r" b="b"/>
              <a:pathLst>
                <a:path w="1593" h="656" extrusionOk="0">
                  <a:moveTo>
                    <a:pt x="976" y="0"/>
                  </a:moveTo>
                  <a:cubicBezTo>
                    <a:pt x="910" y="0"/>
                    <a:pt x="840" y="9"/>
                    <a:pt x="765" y="29"/>
                  </a:cubicBezTo>
                  <a:cubicBezTo>
                    <a:pt x="0" y="238"/>
                    <a:pt x="0" y="599"/>
                    <a:pt x="115" y="622"/>
                  </a:cubicBezTo>
                  <a:cubicBezTo>
                    <a:pt x="166" y="631"/>
                    <a:pt x="402" y="655"/>
                    <a:pt x="662" y="655"/>
                  </a:cubicBezTo>
                  <a:cubicBezTo>
                    <a:pt x="957" y="655"/>
                    <a:pt x="1282" y="624"/>
                    <a:pt x="1401" y="505"/>
                  </a:cubicBezTo>
                  <a:cubicBezTo>
                    <a:pt x="1593" y="314"/>
                    <a:pt x="1371" y="0"/>
                    <a:pt x="976" y="0"/>
                  </a:cubicBezTo>
                  <a:close/>
                </a:path>
              </a:pathLst>
            </a:custGeom>
            <a:solidFill>
              <a:srgbClr val="AB6E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11"/>
            <p:cNvSpPr/>
            <p:nvPr/>
          </p:nvSpPr>
          <p:spPr>
            <a:xfrm>
              <a:off x="5704750" y="5280275"/>
              <a:ext cx="59750" cy="23700"/>
            </a:xfrm>
            <a:custGeom>
              <a:avLst/>
              <a:gdLst/>
              <a:ahLst/>
              <a:cxnLst/>
              <a:rect l="l" t="t" r="r" b="b"/>
              <a:pathLst>
                <a:path w="2390" h="948" extrusionOk="0">
                  <a:moveTo>
                    <a:pt x="1010" y="0"/>
                  </a:moveTo>
                  <a:cubicBezTo>
                    <a:pt x="165" y="0"/>
                    <a:pt x="0" y="844"/>
                    <a:pt x="618" y="932"/>
                  </a:cubicBezTo>
                  <a:cubicBezTo>
                    <a:pt x="683" y="942"/>
                    <a:pt x="750" y="947"/>
                    <a:pt x="819" y="947"/>
                  </a:cubicBezTo>
                  <a:cubicBezTo>
                    <a:pt x="1543" y="947"/>
                    <a:pt x="2389" y="421"/>
                    <a:pt x="1645" y="132"/>
                  </a:cubicBezTo>
                  <a:cubicBezTo>
                    <a:pt x="1403" y="39"/>
                    <a:pt x="1191" y="0"/>
                    <a:pt x="1010" y="0"/>
                  </a:cubicBezTo>
                  <a:close/>
                </a:path>
              </a:pathLst>
            </a:custGeom>
            <a:solidFill>
              <a:srgbClr val="AB6E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11"/>
            <p:cNvSpPr/>
            <p:nvPr/>
          </p:nvSpPr>
          <p:spPr>
            <a:xfrm>
              <a:off x="5647200" y="5329175"/>
              <a:ext cx="61675" cy="21175"/>
            </a:xfrm>
            <a:custGeom>
              <a:avLst/>
              <a:gdLst/>
              <a:ahLst/>
              <a:cxnLst/>
              <a:rect l="l" t="t" r="r" b="b"/>
              <a:pathLst>
                <a:path w="2467" h="847" extrusionOk="0">
                  <a:moveTo>
                    <a:pt x="1500" y="1"/>
                  </a:moveTo>
                  <a:cubicBezTo>
                    <a:pt x="934" y="1"/>
                    <a:pt x="0" y="626"/>
                    <a:pt x="790" y="812"/>
                  </a:cubicBezTo>
                  <a:cubicBezTo>
                    <a:pt x="889" y="836"/>
                    <a:pt x="990" y="847"/>
                    <a:pt x="1088" y="847"/>
                  </a:cubicBezTo>
                  <a:cubicBezTo>
                    <a:pt x="1843" y="847"/>
                    <a:pt x="2466" y="208"/>
                    <a:pt x="1641" y="17"/>
                  </a:cubicBezTo>
                  <a:cubicBezTo>
                    <a:pt x="1598" y="6"/>
                    <a:pt x="1551" y="1"/>
                    <a:pt x="1500" y="1"/>
                  </a:cubicBezTo>
                  <a:close/>
                </a:path>
              </a:pathLst>
            </a:custGeom>
            <a:solidFill>
              <a:srgbClr val="AB6E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3" name="Google Shape;763;p11"/>
          <p:cNvSpPr/>
          <p:nvPr/>
        </p:nvSpPr>
        <p:spPr>
          <a:xfrm flipH="1">
            <a:off x="4986527" y="534998"/>
            <a:ext cx="1707348" cy="384005"/>
          </a:xfrm>
          <a:custGeom>
            <a:avLst/>
            <a:gdLst/>
            <a:ahLst/>
            <a:cxnLst/>
            <a:rect l="l" t="t" r="r" b="b"/>
            <a:pathLst>
              <a:path w="28258" h="5545" extrusionOk="0">
                <a:moveTo>
                  <a:pt x="10378" y="0"/>
                </a:moveTo>
                <a:cubicBezTo>
                  <a:pt x="8312" y="0"/>
                  <a:pt x="6398" y="1151"/>
                  <a:pt x="5310" y="3326"/>
                </a:cubicBezTo>
                <a:cubicBezTo>
                  <a:pt x="4474" y="2885"/>
                  <a:pt x="3683" y="2665"/>
                  <a:pt x="2977" y="2665"/>
                </a:cubicBezTo>
                <a:cubicBezTo>
                  <a:pt x="1507" y="2665"/>
                  <a:pt x="401" y="3622"/>
                  <a:pt x="1" y="5545"/>
                </a:cubicBezTo>
                <a:lnTo>
                  <a:pt x="28257" y="5545"/>
                </a:lnTo>
                <a:cubicBezTo>
                  <a:pt x="26931" y="3847"/>
                  <a:pt x="25535" y="3011"/>
                  <a:pt x="24074" y="3011"/>
                </a:cubicBezTo>
                <a:cubicBezTo>
                  <a:pt x="23363" y="3011"/>
                  <a:pt x="22637" y="3209"/>
                  <a:pt x="21895" y="3601"/>
                </a:cubicBezTo>
                <a:cubicBezTo>
                  <a:pt x="20794" y="1817"/>
                  <a:pt x="19594" y="928"/>
                  <a:pt x="18291" y="928"/>
                </a:cubicBezTo>
                <a:cubicBezTo>
                  <a:pt x="17352" y="928"/>
                  <a:pt x="16360" y="1389"/>
                  <a:pt x="15315" y="2308"/>
                </a:cubicBezTo>
                <a:cubicBezTo>
                  <a:pt x="13806" y="748"/>
                  <a:pt x="12042" y="0"/>
                  <a:pt x="10378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4" name="Google Shape;764;p11"/>
          <p:cNvGrpSpPr/>
          <p:nvPr/>
        </p:nvGrpSpPr>
        <p:grpSpPr>
          <a:xfrm rot="-5400000">
            <a:off x="310089" y="191775"/>
            <a:ext cx="793346" cy="724104"/>
            <a:chOff x="4783350" y="5161650"/>
            <a:chExt cx="195825" cy="178725"/>
          </a:xfrm>
        </p:grpSpPr>
        <p:sp>
          <p:nvSpPr>
            <p:cNvPr id="765" name="Google Shape;765;p11"/>
            <p:cNvSpPr/>
            <p:nvPr/>
          </p:nvSpPr>
          <p:spPr>
            <a:xfrm>
              <a:off x="4825625" y="5244125"/>
              <a:ext cx="153550" cy="96250"/>
            </a:xfrm>
            <a:custGeom>
              <a:avLst/>
              <a:gdLst/>
              <a:ahLst/>
              <a:cxnLst/>
              <a:rect l="l" t="t" r="r" b="b"/>
              <a:pathLst>
                <a:path w="6142" h="3850" extrusionOk="0">
                  <a:moveTo>
                    <a:pt x="5439" y="0"/>
                  </a:moveTo>
                  <a:cubicBezTo>
                    <a:pt x="4587" y="0"/>
                    <a:pt x="2947" y="461"/>
                    <a:pt x="1004" y="1744"/>
                  </a:cubicBezTo>
                  <a:cubicBezTo>
                    <a:pt x="557" y="2039"/>
                    <a:pt x="0" y="3555"/>
                    <a:pt x="130" y="3824"/>
                  </a:cubicBezTo>
                  <a:cubicBezTo>
                    <a:pt x="138" y="3842"/>
                    <a:pt x="150" y="3850"/>
                    <a:pt x="164" y="3850"/>
                  </a:cubicBezTo>
                  <a:cubicBezTo>
                    <a:pt x="358" y="3850"/>
                    <a:pt x="1056" y="2292"/>
                    <a:pt x="1056" y="2292"/>
                  </a:cubicBezTo>
                  <a:cubicBezTo>
                    <a:pt x="1056" y="2292"/>
                    <a:pt x="5771" y="992"/>
                    <a:pt x="6047" y="364"/>
                  </a:cubicBezTo>
                  <a:cubicBezTo>
                    <a:pt x="6142" y="142"/>
                    <a:pt x="5912" y="0"/>
                    <a:pt x="5439" y="0"/>
                  </a:cubicBez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11"/>
            <p:cNvSpPr/>
            <p:nvPr/>
          </p:nvSpPr>
          <p:spPr>
            <a:xfrm>
              <a:off x="4783350" y="5161650"/>
              <a:ext cx="119925" cy="141400"/>
            </a:xfrm>
            <a:custGeom>
              <a:avLst/>
              <a:gdLst/>
              <a:ahLst/>
              <a:cxnLst/>
              <a:rect l="l" t="t" r="r" b="b"/>
              <a:pathLst>
                <a:path w="4797" h="5656" extrusionOk="0">
                  <a:moveTo>
                    <a:pt x="4260" y="0"/>
                  </a:moveTo>
                  <a:cubicBezTo>
                    <a:pt x="4234" y="0"/>
                    <a:pt x="4206" y="5"/>
                    <a:pt x="4177" y="16"/>
                  </a:cubicBezTo>
                  <a:cubicBezTo>
                    <a:pt x="3534" y="232"/>
                    <a:pt x="1857" y="4826"/>
                    <a:pt x="1857" y="4826"/>
                  </a:cubicBezTo>
                  <a:cubicBezTo>
                    <a:pt x="1857" y="4826"/>
                    <a:pt x="1" y="5476"/>
                    <a:pt x="254" y="5627"/>
                  </a:cubicBezTo>
                  <a:cubicBezTo>
                    <a:pt x="288" y="5647"/>
                    <a:pt x="347" y="5656"/>
                    <a:pt x="423" y="5656"/>
                  </a:cubicBezTo>
                  <a:cubicBezTo>
                    <a:pt x="908" y="5656"/>
                    <a:pt x="2112" y="5288"/>
                    <a:pt x="2400" y="4920"/>
                  </a:cubicBezTo>
                  <a:cubicBezTo>
                    <a:pt x="4529" y="2204"/>
                    <a:pt x="4797" y="0"/>
                    <a:pt x="4260" y="0"/>
                  </a:cubicBez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11"/>
            <p:cNvSpPr/>
            <p:nvPr/>
          </p:nvSpPr>
          <p:spPr>
            <a:xfrm>
              <a:off x="4824500" y="5269550"/>
              <a:ext cx="46625" cy="35725"/>
            </a:xfrm>
            <a:custGeom>
              <a:avLst/>
              <a:gdLst/>
              <a:ahLst/>
              <a:cxnLst/>
              <a:rect l="l" t="t" r="r" b="b"/>
              <a:pathLst>
                <a:path w="1865" h="1429" extrusionOk="0">
                  <a:moveTo>
                    <a:pt x="1324" y="1"/>
                  </a:moveTo>
                  <a:cubicBezTo>
                    <a:pt x="845" y="1"/>
                    <a:pt x="0" y="1204"/>
                    <a:pt x="81" y="1398"/>
                  </a:cubicBezTo>
                  <a:cubicBezTo>
                    <a:pt x="90" y="1419"/>
                    <a:pt x="113" y="1429"/>
                    <a:pt x="147" y="1429"/>
                  </a:cubicBezTo>
                  <a:cubicBezTo>
                    <a:pt x="477" y="1429"/>
                    <a:pt x="1865" y="529"/>
                    <a:pt x="1512" y="91"/>
                  </a:cubicBezTo>
                  <a:cubicBezTo>
                    <a:pt x="1460" y="28"/>
                    <a:pt x="1396" y="1"/>
                    <a:pt x="1324" y="1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11"/>
            <p:cNvSpPr/>
            <p:nvPr/>
          </p:nvSpPr>
          <p:spPr>
            <a:xfrm>
              <a:off x="4861550" y="5206850"/>
              <a:ext cx="77325" cy="65450"/>
            </a:xfrm>
            <a:custGeom>
              <a:avLst/>
              <a:gdLst/>
              <a:ahLst/>
              <a:cxnLst/>
              <a:rect l="l" t="t" r="r" b="b"/>
              <a:pathLst>
                <a:path w="3093" h="2618" extrusionOk="0">
                  <a:moveTo>
                    <a:pt x="2257" y="1"/>
                  </a:moveTo>
                  <a:cubicBezTo>
                    <a:pt x="2252" y="1"/>
                    <a:pt x="2246" y="3"/>
                    <a:pt x="2240" y="5"/>
                  </a:cubicBezTo>
                  <a:cubicBezTo>
                    <a:pt x="1619" y="345"/>
                    <a:pt x="1063" y="988"/>
                    <a:pt x="659" y="1552"/>
                  </a:cubicBezTo>
                  <a:cubicBezTo>
                    <a:pt x="253" y="2115"/>
                    <a:pt x="9" y="2585"/>
                    <a:pt x="9" y="2585"/>
                  </a:cubicBezTo>
                  <a:cubicBezTo>
                    <a:pt x="0" y="2599"/>
                    <a:pt x="9" y="2606"/>
                    <a:pt x="16" y="2613"/>
                  </a:cubicBezTo>
                  <a:cubicBezTo>
                    <a:pt x="19" y="2616"/>
                    <a:pt x="24" y="2618"/>
                    <a:pt x="30" y="2618"/>
                  </a:cubicBezTo>
                  <a:cubicBezTo>
                    <a:pt x="35" y="2618"/>
                    <a:pt x="40" y="2616"/>
                    <a:pt x="43" y="2613"/>
                  </a:cubicBezTo>
                  <a:cubicBezTo>
                    <a:pt x="43" y="2613"/>
                    <a:pt x="43" y="2606"/>
                    <a:pt x="59" y="2592"/>
                  </a:cubicBezTo>
                  <a:cubicBezTo>
                    <a:pt x="210" y="2446"/>
                    <a:pt x="1489" y="1219"/>
                    <a:pt x="3070" y="851"/>
                  </a:cubicBezTo>
                  <a:cubicBezTo>
                    <a:pt x="3086" y="851"/>
                    <a:pt x="3093" y="843"/>
                    <a:pt x="3093" y="829"/>
                  </a:cubicBezTo>
                  <a:cubicBezTo>
                    <a:pt x="3086" y="815"/>
                    <a:pt x="3077" y="815"/>
                    <a:pt x="3063" y="815"/>
                  </a:cubicBezTo>
                  <a:cubicBezTo>
                    <a:pt x="2210" y="1009"/>
                    <a:pt x="1446" y="1449"/>
                    <a:pt x="896" y="1848"/>
                  </a:cubicBezTo>
                  <a:cubicBezTo>
                    <a:pt x="513" y="2120"/>
                    <a:pt x="236" y="2371"/>
                    <a:pt x="103" y="2498"/>
                  </a:cubicBezTo>
                  <a:lnTo>
                    <a:pt x="103" y="2498"/>
                  </a:lnTo>
                  <a:cubicBezTo>
                    <a:pt x="204" y="2311"/>
                    <a:pt x="443" y="1909"/>
                    <a:pt x="766" y="1472"/>
                  </a:cubicBezTo>
                  <a:cubicBezTo>
                    <a:pt x="1163" y="938"/>
                    <a:pt x="1683" y="352"/>
                    <a:pt x="2262" y="42"/>
                  </a:cubicBezTo>
                  <a:cubicBezTo>
                    <a:pt x="2276" y="35"/>
                    <a:pt x="2276" y="19"/>
                    <a:pt x="2269" y="12"/>
                  </a:cubicBezTo>
                  <a:cubicBezTo>
                    <a:pt x="2269" y="4"/>
                    <a:pt x="2264" y="1"/>
                    <a:pt x="2257" y="1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9" name="Google Shape;769;p11"/>
          <p:cNvGrpSpPr/>
          <p:nvPr/>
        </p:nvGrpSpPr>
        <p:grpSpPr>
          <a:xfrm>
            <a:off x="895218" y="965231"/>
            <a:ext cx="635075" cy="566166"/>
            <a:chOff x="4356650" y="5185725"/>
            <a:chExt cx="239850" cy="213825"/>
          </a:xfrm>
        </p:grpSpPr>
        <p:sp>
          <p:nvSpPr>
            <p:cNvPr id="770" name="Google Shape;770;p11"/>
            <p:cNvSpPr/>
            <p:nvPr/>
          </p:nvSpPr>
          <p:spPr>
            <a:xfrm>
              <a:off x="4437800" y="5317675"/>
              <a:ext cx="46625" cy="44625"/>
            </a:xfrm>
            <a:custGeom>
              <a:avLst/>
              <a:gdLst/>
              <a:ahLst/>
              <a:cxnLst/>
              <a:rect l="l" t="t" r="r" b="b"/>
              <a:pathLst>
                <a:path w="1865" h="1785" extrusionOk="0">
                  <a:moveTo>
                    <a:pt x="1453" y="1"/>
                  </a:moveTo>
                  <a:cubicBezTo>
                    <a:pt x="906" y="1"/>
                    <a:pt x="0" y="1737"/>
                    <a:pt x="265" y="1784"/>
                  </a:cubicBezTo>
                  <a:cubicBezTo>
                    <a:pt x="269" y="1784"/>
                    <a:pt x="273" y="1784"/>
                    <a:pt x="277" y="1784"/>
                  </a:cubicBezTo>
                  <a:cubicBezTo>
                    <a:pt x="590" y="1784"/>
                    <a:pt x="1865" y="236"/>
                    <a:pt x="1588" y="43"/>
                  </a:cubicBezTo>
                  <a:cubicBezTo>
                    <a:pt x="1546" y="14"/>
                    <a:pt x="1501" y="1"/>
                    <a:pt x="1453" y="1"/>
                  </a:cubicBezTo>
                  <a:close/>
                </a:path>
              </a:pathLst>
            </a:custGeom>
            <a:solidFill>
              <a:srgbClr val="0649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11"/>
            <p:cNvSpPr/>
            <p:nvPr/>
          </p:nvSpPr>
          <p:spPr>
            <a:xfrm>
              <a:off x="4476925" y="5245800"/>
              <a:ext cx="46075" cy="73475"/>
            </a:xfrm>
            <a:custGeom>
              <a:avLst/>
              <a:gdLst/>
              <a:ahLst/>
              <a:cxnLst/>
              <a:rect l="l" t="t" r="r" b="b"/>
              <a:pathLst>
                <a:path w="1843" h="2939" extrusionOk="0">
                  <a:moveTo>
                    <a:pt x="896" y="1"/>
                  </a:moveTo>
                  <a:cubicBezTo>
                    <a:pt x="889" y="1"/>
                    <a:pt x="883" y="8"/>
                    <a:pt x="883" y="21"/>
                  </a:cubicBezTo>
                  <a:cubicBezTo>
                    <a:pt x="883" y="261"/>
                    <a:pt x="824" y="571"/>
                    <a:pt x="746" y="881"/>
                  </a:cubicBezTo>
                  <a:cubicBezTo>
                    <a:pt x="622" y="1358"/>
                    <a:pt x="434" y="1864"/>
                    <a:pt x="283" y="2254"/>
                  </a:cubicBezTo>
                  <a:cubicBezTo>
                    <a:pt x="203" y="2448"/>
                    <a:pt x="139" y="2608"/>
                    <a:pt x="87" y="2724"/>
                  </a:cubicBezTo>
                  <a:cubicBezTo>
                    <a:pt x="59" y="2781"/>
                    <a:pt x="43" y="2831"/>
                    <a:pt x="30" y="2861"/>
                  </a:cubicBezTo>
                  <a:cubicBezTo>
                    <a:pt x="16" y="2890"/>
                    <a:pt x="9" y="2911"/>
                    <a:pt x="9" y="2911"/>
                  </a:cubicBezTo>
                  <a:cubicBezTo>
                    <a:pt x="0" y="2918"/>
                    <a:pt x="9" y="2925"/>
                    <a:pt x="16" y="2934"/>
                  </a:cubicBezTo>
                  <a:cubicBezTo>
                    <a:pt x="19" y="2937"/>
                    <a:pt x="23" y="2939"/>
                    <a:pt x="26" y="2939"/>
                  </a:cubicBezTo>
                  <a:cubicBezTo>
                    <a:pt x="30" y="2939"/>
                    <a:pt x="33" y="2937"/>
                    <a:pt x="37" y="2934"/>
                  </a:cubicBezTo>
                  <a:cubicBezTo>
                    <a:pt x="37" y="2934"/>
                    <a:pt x="1113" y="2110"/>
                    <a:pt x="1836" y="441"/>
                  </a:cubicBezTo>
                  <a:cubicBezTo>
                    <a:pt x="1843" y="427"/>
                    <a:pt x="1836" y="411"/>
                    <a:pt x="1829" y="411"/>
                  </a:cubicBezTo>
                  <a:cubicBezTo>
                    <a:pt x="1825" y="409"/>
                    <a:pt x="1821" y="409"/>
                    <a:pt x="1818" y="409"/>
                  </a:cubicBezTo>
                  <a:cubicBezTo>
                    <a:pt x="1809" y="409"/>
                    <a:pt x="1804" y="414"/>
                    <a:pt x="1800" y="420"/>
                  </a:cubicBezTo>
                  <a:cubicBezTo>
                    <a:pt x="1439" y="1250"/>
                    <a:pt x="990" y="1871"/>
                    <a:pt x="636" y="2284"/>
                  </a:cubicBezTo>
                  <a:cubicBezTo>
                    <a:pt x="456" y="2492"/>
                    <a:pt x="297" y="2644"/>
                    <a:pt x="189" y="2745"/>
                  </a:cubicBezTo>
                  <a:cubicBezTo>
                    <a:pt x="143" y="2791"/>
                    <a:pt x="107" y="2822"/>
                    <a:pt x="80" y="2844"/>
                  </a:cubicBezTo>
                  <a:lnTo>
                    <a:pt x="80" y="2844"/>
                  </a:lnTo>
                  <a:cubicBezTo>
                    <a:pt x="150" y="2684"/>
                    <a:pt x="315" y="2302"/>
                    <a:pt x="486" y="1850"/>
                  </a:cubicBezTo>
                  <a:cubicBezTo>
                    <a:pt x="593" y="1547"/>
                    <a:pt x="702" y="1214"/>
                    <a:pt x="780" y="897"/>
                  </a:cubicBezTo>
                  <a:cubicBezTo>
                    <a:pt x="867" y="578"/>
                    <a:pt x="919" y="268"/>
                    <a:pt x="919" y="21"/>
                  </a:cubicBezTo>
                  <a:cubicBezTo>
                    <a:pt x="919" y="8"/>
                    <a:pt x="910" y="1"/>
                    <a:pt x="896" y="1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11"/>
            <p:cNvSpPr/>
            <p:nvPr/>
          </p:nvSpPr>
          <p:spPr>
            <a:xfrm>
              <a:off x="4356650" y="5185725"/>
              <a:ext cx="131125" cy="166450"/>
            </a:xfrm>
            <a:custGeom>
              <a:avLst/>
              <a:gdLst/>
              <a:ahLst/>
              <a:cxnLst/>
              <a:rect l="l" t="t" r="r" b="b"/>
              <a:pathLst>
                <a:path w="5245" h="6658" extrusionOk="0">
                  <a:moveTo>
                    <a:pt x="3749" y="0"/>
                  </a:moveTo>
                  <a:cubicBezTo>
                    <a:pt x="2732" y="0"/>
                    <a:pt x="2107" y="3318"/>
                    <a:pt x="1223" y="4217"/>
                  </a:cubicBezTo>
                  <a:cubicBezTo>
                    <a:pt x="261" y="5198"/>
                    <a:pt x="1" y="5538"/>
                    <a:pt x="789" y="6058"/>
                  </a:cubicBezTo>
                  <a:cubicBezTo>
                    <a:pt x="1569" y="6578"/>
                    <a:pt x="3511" y="6658"/>
                    <a:pt x="3511" y="6658"/>
                  </a:cubicBezTo>
                  <a:cubicBezTo>
                    <a:pt x="5087" y="6030"/>
                    <a:pt x="5245" y="837"/>
                    <a:pt x="4047" y="93"/>
                  </a:cubicBezTo>
                  <a:cubicBezTo>
                    <a:pt x="3944" y="30"/>
                    <a:pt x="3845" y="0"/>
                    <a:pt x="37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11"/>
            <p:cNvSpPr/>
            <p:nvPr/>
          </p:nvSpPr>
          <p:spPr>
            <a:xfrm>
              <a:off x="4384475" y="5269650"/>
              <a:ext cx="92675" cy="82525"/>
            </a:xfrm>
            <a:custGeom>
              <a:avLst/>
              <a:gdLst/>
              <a:ahLst/>
              <a:cxnLst/>
              <a:rect l="l" t="t" r="r" b="b"/>
              <a:pathLst>
                <a:path w="3707" h="3301" extrusionOk="0">
                  <a:moveTo>
                    <a:pt x="3707" y="0"/>
                  </a:moveTo>
                  <a:lnTo>
                    <a:pt x="3707" y="0"/>
                  </a:lnTo>
                  <a:cubicBezTo>
                    <a:pt x="3554" y="426"/>
                    <a:pt x="3331" y="830"/>
                    <a:pt x="3027" y="1184"/>
                  </a:cubicBezTo>
                  <a:cubicBezTo>
                    <a:pt x="2311" y="2007"/>
                    <a:pt x="1200" y="2867"/>
                    <a:pt x="51" y="2867"/>
                  </a:cubicBezTo>
                  <a:lnTo>
                    <a:pt x="1" y="2867"/>
                  </a:lnTo>
                  <a:cubicBezTo>
                    <a:pt x="897" y="3243"/>
                    <a:pt x="2398" y="3301"/>
                    <a:pt x="2398" y="3301"/>
                  </a:cubicBezTo>
                  <a:cubicBezTo>
                    <a:pt x="3194" y="2983"/>
                    <a:pt x="3634" y="1487"/>
                    <a:pt x="3707" y="0"/>
                  </a:cubicBezTo>
                  <a:close/>
                </a:path>
              </a:pathLst>
            </a:custGeom>
            <a:solidFill>
              <a:srgbClr val="212529">
                <a:alpha val="18823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11"/>
            <p:cNvSpPr/>
            <p:nvPr/>
          </p:nvSpPr>
          <p:spPr>
            <a:xfrm>
              <a:off x="4448975" y="5273650"/>
              <a:ext cx="147525" cy="125900"/>
            </a:xfrm>
            <a:custGeom>
              <a:avLst/>
              <a:gdLst/>
              <a:ahLst/>
              <a:cxnLst/>
              <a:rect l="l" t="t" r="r" b="b"/>
              <a:pathLst>
                <a:path w="5901" h="5036" extrusionOk="0">
                  <a:moveTo>
                    <a:pt x="5035" y="1"/>
                  </a:moveTo>
                  <a:cubicBezTo>
                    <a:pt x="3946" y="1"/>
                    <a:pt x="427" y="2126"/>
                    <a:pt x="0" y="3350"/>
                  </a:cubicBezTo>
                  <a:cubicBezTo>
                    <a:pt x="0" y="3350"/>
                    <a:pt x="101" y="4628"/>
                    <a:pt x="534" y="4931"/>
                  </a:cubicBezTo>
                  <a:cubicBezTo>
                    <a:pt x="636" y="5000"/>
                    <a:pt x="729" y="5036"/>
                    <a:pt x="821" y="5036"/>
                  </a:cubicBezTo>
                  <a:cubicBezTo>
                    <a:pt x="1126" y="5036"/>
                    <a:pt x="1421" y="4650"/>
                    <a:pt x="2014" y="3813"/>
                  </a:cubicBezTo>
                  <a:cubicBezTo>
                    <a:pt x="2788" y="2721"/>
                    <a:pt x="5901" y="547"/>
                    <a:pt x="5279" y="64"/>
                  </a:cubicBezTo>
                  <a:cubicBezTo>
                    <a:pt x="5224" y="21"/>
                    <a:pt x="5141" y="1"/>
                    <a:pt x="50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11"/>
            <p:cNvSpPr/>
            <p:nvPr/>
          </p:nvSpPr>
          <p:spPr>
            <a:xfrm>
              <a:off x="4448975" y="5274150"/>
              <a:ext cx="120800" cy="125400"/>
            </a:xfrm>
            <a:custGeom>
              <a:avLst/>
              <a:gdLst/>
              <a:ahLst/>
              <a:cxnLst/>
              <a:rect l="l" t="t" r="r" b="b"/>
              <a:pathLst>
                <a:path w="4832" h="5016" extrusionOk="0">
                  <a:moveTo>
                    <a:pt x="4831" y="0"/>
                  </a:moveTo>
                  <a:cubicBezTo>
                    <a:pt x="3561" y="217"/>
                    <a:pt x="404" y="2174"/>
                    <a:pt x="0" y="3330"/>
                  </a:cubicBezTo>
                  <a:cubicBezTo>
                    <a:pt x="0" y="3330"/>
                    <a:pt x="101" y="4608"/>
                    <a:pt x="534" y="4911"/>
                  </a:cubicBezTo>
                  <a:cubicBezTo>
                    <a:pt x="636" y="4980"/>
                    <a:pt x="730" y="5015"/>
                    <a:pt x="822" y="5015"/>
                  </a:cubicBezTo>
                  <a:cubicBezTo>
                    <a:pt x="1004" y="5015"/>
                    <a:pt x="1183" y="4879"/>
                    <a:pt x="1422" y="4587"/>
                  </a:cubicBezTo>
                  <a:cubicBezTo>
                    <a:pt x="1408" y="3533"/>
                    <a:pt x="1675" y="2441"/>
                    <a:pt x="2384" y="1633"/>
                  </a:cubicBezTo>
                  <a:cubicBezTo>
                    <a:pt x="2982" y="933"/>
                    <a:pt x="3878" y="210"/>
                    <a:pt x="4831" y="0"/>
                  </a:cubicBezTo>
                  <a:close/>
                </a:path>
              </a:pathLst>
            </a:custGeom>
            <a:solidFill>
              <a:srgbClr val="212529">
                <a:alpha val="18823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6" name="Google Shape;776;p11"/>
          <p:cNvSpPr txBox="1"/>
          <p:nvPr/>
        </p:nvSpPr>
        <p:spPr>
          <a:xfrm>
            <a:off x="167157" y="1415632"/>
            <a:ext cx="6582467" cy="247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Reducir las emisiones netas de gases de efecto invernadero de UTN a cero para el año 2030.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Para lograr esto, se han establecido una serie de etapas intermedias y pasos, como la reducción del consumo de energía y la implementación de prácticas de sostenibilidad en todas las áreas de la universidad.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Fomentar la investigación y la educación sobre temas relacionados con la sostenibilidad y las energías renovables.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Ser modelo y propulsor para otras instituciones educativas y organizaciones.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1" name="Google Shape;781;p12"/>
          <p:cNvGrpSpPr/>
          <p:nvPr/>
        </p:nvGrpSpPr>
        <p:grpSpPr>
          <a:xfrm>
            <a:off x="4832922" y="1204970"/>
            <a:ext cx="4178268" cy="2262312"/>
            <a:chOff x="4250825" y="1342025"/>
            <a:chExt cx="3988800" cy="2159725"/>
          </a:xfrm>
        </p:grpSpPr>
        <p:sp>
          <p:nvSpPr>
            <p:cNvPr id="782" name="Google Shape;782;p12"/>
            <p:cNvSpPr/>
            <p:nvPr/>
          </p:nvSpPr>
          <p:spPr>
            <a:xfrm>
              <a:off x="4250825" y="1382850"/>
              <a:ext cx="3988800" cy="2118900"/>
            </a:xfrm>
            <a:prstGeom prst="roundRect">
              <a:avLst>
                <a:gd name="adj" fmla="val 573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12"/>
            <p:cNvSpPr/>
            <p:nvPr/>
          </p:nvSpPr>
          <p:spPr>
            <a:xfrm>
              <a:off x="7961200" y="2319138"/>
              <a:ext cx="205500" cy="205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12"/>
            <p:cNvSpPr/>
            <p:nvPr/>
          </p:nvSpPr>
          <p:spPr>
            <a:xfrm>
              <a:off x="4323700" y="2376738"/>
              <a:ext cx="90300" cy="9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12"/>
            <p:cNvSpPr/>
            <p:nvPr/>
          </p:nvSpPr>
          <p:spPr>
            <a:xfrm>
              <a:off x="4906700" y="1342025"/>
              <a:ext cx="315900" cy="903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12"/>
            <p:cNvSpPr/>
            <p:nvPr/>
          </p:nvSpPr>
          <p:spPr>
            <a:xfrm>
              <a:off x="4524125" y="1342025"/>
              <a:ext cx="315900" cy="903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7" name="Google Shape;787;p12"/>
          <p:cNvSpPr txBox="1">
            <a:spLocks noGrp="1"/>
          </p:cNvSpPr>
          <p:nvPr>
            <p:ph type="subTitle" idx="1"/>
          </p:nvPr>
        </p:nvSpPr>
        <p:spPr>
          <a:xfrm>
            <a:off x="209569" y="1299558"/>
            <a:ext cx="4365301" cy="3704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Uno de los principales desafíos es la </a:t>
            </a:r>
            <a:r>
              <a:rPr lang="en" b="1"/>
              <a:t>financiación</a:t>
            </a:r>
            <a:r>
              <a:rPr lang="en"/>
              <a:t>, ya que la implementación de prácticas de sostenibilidad y la promoción de energías renovables requieren una inversión importante.</a:t>
            </a:r>
            <a:endParaRPr/>
          </a:p>
          <a:p>
            <a: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Además, la colaboración y el </a:t>
            </a:r>
            <a:r>
              <a:rPr lang="en" b="1"/>
              <a:t>compromiso </a:t>
            </a:r>
            <a:r>
              <a:rPr lang="en"/>
              <a:t>de toda la comunidad universitaria son esenciales para el éxito del plan, lo que puede ser difícil de lograr debido a la diversidad de intereses y perspectivas dentro de la comunidad.</a:t>
            </a:r>
            <a:endParaRPr/>
          </a:p>
        </p:txBody>
      </p:sp>
      <p:sp>
        <p:nvSpPr>
          <p:cNvPr id="788" name="Google Shape;788;p12"/>
          <p:cNvSpPr txBox="1">
            <a:spLocks noGrp="1"/>
          </p:cNvSpPr>
          <p:nvPr>
            <p:ph type="title"/>
          </p:nvPr>
        </p:nvSpPr>
        <p:spPr>
          <a:xfrm>
            <a:off x="951902" y="286897"/>
            <a:ext cx="4898954" cy="1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Desafíos y obstáculos</a:t>
            </a:r>
            <a:endParaRPr/>
          </a:p>
        </p:txBody>
      </p:sp>
      <p:pic>
        <p:nvPicPr>
          <p:cNvPr id="789" name="Google Shape;789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19951" y="1282843"/>
            <a:ext cx="2906760" cy="2134652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12"/>
          <p:cNvSpPr txBox="1"/>
          <p:nvPr/>
        </p:nvSpPr>
        <p:spPr>
          <a:xfrm>
            <a:off x="4909259" y="3502391"/>
            <a:ext cx="50624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sng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https://utn.edu.ar/es/?option=com_content&amp;view=article&amp;id=1813</a:t>
            </a:r>
            <a:r>
              <a:rPr lang="en" sz="10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13"/>
          <p:cNvSpPr/>
          <p:nvPr/>
        </p:nvSpPr>
        <p:spPr>
          <a:xfrm>
            <a:off x="5441421" y="1640211"/>
            <a:ext cx="704400" cy="771300"/>
          </a:xfrm>
          <a:prstGeom prst="roundRect">
            <a:avLst>
              <a:gd name="adj" fmla="val 10342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13"/>
          <p:cNvSpPr/>
          <p:nvPr/>
        </p:nvSpPr>
        <p:spPr>
          <a:xfrm>
            <a:off x="5441421" y="510686"/>
            <a:ext cx="704400" cy="771300"/>
          </a:xfrm>
          <a:prstGeom prst="roundRect">
            <a:avLst>
              <a:gd name="adj" fmla="val 10342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13"/>
          <p:cNvSpPr/>
          <p:nvPr/>
        </p:nvSpPr>
        <p:spPr>
          <a:xfrm>
            <a:off x="462106" y="3687154"/>
            <a:ext cx="704400" cy="771300"/>
          </a:xfrm>
          <a:prstGeom prst="roundRect">
            <a:avLst>
              <a:gd name="adj" fmla="val 10342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13"/>
          <p:cNvSpPr/>
          <p:nvPr/>
        </p:nvSpPr>
        <p:spPr>
          <a:xfrm>
            <a:off x="457855" y="2770740"/>
            <a:ext cx="704400" cy="771300"/>
          </a:xfrm>
          <a:prstGeom prst="roundRect">
            <a:avLst>
              <a:gd name="adj" fmla="val 10342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13"/>
          <p:cNvSpPr/>
          <p:nvPr/>
        </p:nvSpPr>
        <p:spPr>
          <a:xfrm>
            <a:off x="457855" y="1641218"/>
            <a:ext cx="704400" cy="771300"/>
          </a:xfrm>
          <a:prstGeom prst="roundRect">
            <a:avLst>
              <a:gd name="adj" fmla="val 10342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13"/>
          <p:cNvSpPr/>
          <p:nvPr/>
        </p:nvSpPr>
        <p:spPr>
          <a:xfrm>
            <a:off x="457855" y="636384"/>
            <a:ext cx="704400" cy="771300"/>
          </a:xfrm>
          <a:prstGeom prst="roundRect">
            <a:avLst>
              <a:gd name="adj" fmla="val 10342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13"/>
          <p:cNvSpPr txBox="1">
            <a:spLocks noGrp="1"/>
          </p:cNvSpPr>
          <p:nvPr>
            <p:ph type="subTitle" idx="2"/>
          </p:nvPr>
        </p:nvSpPr>
        <p:spPr>
          <a:xfrm>
            <a:off x="1259180" y="707093"/>
            <a:ext cx="23769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000"/>
              <a:t>Definiciones</a:t>
            </a:r>
            <a:endParaRPr sz="2000"/>
          </a:p>
        </p:txBody>
      </p:sp>
      <p:sp>
        <p:nvSpPr>
          <p:cNvPr id="802" name="Google Shape;802;p13"/>
          <p:cNvSpPr txBox="1">
            <a:spLocks noGrp="1"/>
          </p:cNvSpPr>
          <p:nvPr>
            <p:ph type="title"/>
          </p:nvPr>
        </p:nvSpPr>
        <p:spPr>
          <a:xfrm>
            <a:off x="511105" y="783084"/>
            <a:ext cx="5979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1.</a:t>
            </a:r>
            <a:endParaRPr/>
          </a:p>
        </p:txBody>
      </p:sp>
      <p:sp>
        <p:nvSpPr>
          <p:cNvPr id="803" name="Google Shape;803;p13"/>
          <p:cNvSpPr txBox="1">
            <a:spLocks noGrp="1"/>
          </p:cNvSpPr>
          <p:nvPr>
            <p:ph type="subTitle" idx="1"/>
          </p:nvPr>
        </p:nvSpPr>
        <p:spPr>
          <a:xfrm>
            <a:off x="1259180" y="986249"/>
            <a:ext cx="23769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 dirty="0"/>
              <a:t>Establece el contexto</a:t>
            </a:r>
            <a:r>
              <a:rPr lang="en" sz="1200" dirty="0" smtClean="0"/>
              <a:t>. </a:t>
            </a:r>
            <a:r>
              <a:rPr lang="en-US" sz="1200" dirty="0" smtClean="0"/>
              <a:t>A</a:t>
            </a:r>
            <a:r>
              <a:rPr lang="en" sz="1200" dirty="0" smtClean="0"/>
              <a:t>lineamiento a ODS</a:t>
            </a:r>
            <a:endParaRPr sz="1200" dirty="0"/>
          </a:p>
        </p:txBody>
      </p:sp>
      <p:sp>
        <p:nvSpPr>
          <p:cNvPr id="804" name="Google Shape;804;p13"/>
          <p:cNvSpPr txBox="1">
            <a:spLocks noGrp="1"/>
          </p:cNvSpPr>
          <p:nvPr>
            <p:ph type="title" idx="3"/>
          </p:nvPr>
        </p:nvSpPr>
        <p:spPr>
          <a:xfrm>
            <a:off x="180820" y="265469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Pasos</a:t>
            </a:r>
            <a:endParaRPr/>
          </a:p>
        </p:txBody>
      </p:sp>
      <p:sp>
        <p:nvSpPr>
          <p:cNvPr id="805" name="Google Shape;805;p13"/>
          <p:cNvSpPr txBox="1">
            <a:spLocks noGrp="1"/>
          </p:cNvSpPr>
          <p:nvPr>
            <p:ph type="title" idx="4"/>
          </p:nvPr>
        </p:nvSpPr>
        <p:spPr>
          <a:xfrm>
            <a:off x="511105" y="1787918"/>
            <a:ext cx="5979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2.</a:t>
            </a:r>
            <a:endParaRPr/>
          </a:p>
        </p:txBody>
      </p:sp>
      <p:sp>
        <p:nvSpPr>
          <p:cNvPr id="806" name="Google Shape;806;p13"/>
          <p:cNvSpPr txBox="1">
            <a:spLocks noGrp="1"/>
          </p:cNvSpPr>
          <p:nvPr>
            <p:ph type="subTitle" idx="5"/>
          </p:nvPr>
        </p:nvSpPr>
        <p:spPr>
          <a:xfrm>
            <a:off x="1259179" y="1766637"/>
            <a:ext cx="377764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 dirty="0"/>
              <a:t>Detalla </a:t>
            </a:r>
            <a:r>
              <a:rPr lang="en" sz="1200" b="1" dirty="0"/>
              <a:t>infraestructura estratégica, aspectos administrativos, operativos y culturales </a:t>
            </a:r>
            <a:r>
              <a:rPr lang="en" sz="1200" dirty="0"/>
              <a:t>a ser considerados en el establecimiento de un marco para la sostenibilidad, planificación y gestión.</a:t>
            </a:r>
            <a:endParaRPr sz="1200" dirty="0"/>
          </a:p>
        </p:txBody>
      </p:sp>
      <p:sp>
        <p:nvSpPr>
          <p:cNvPr id="807" name="Google Shape;807;p13"/>
          <p:cNvSpPr txBox="1">
            <a:spLocks noGrp="1"/>
          </p:cNvSpPr>
          <p:nvPr>
            <p:ph type="subTitle" idx="6"/>
          </p:nvPr>
        </p:nvSpPr>
        <p:spPr>
          <a:xfrm>
            <a:off x="1259191" y="1479177"/>
            <a:ext cx="3213055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000"/>
              <a:t>Iniciar transformaciones</a:t>
            </a:r>
            <a:endParaRPr/>
          </a:p>
        </p:txBody>
      </p:sp>
      <p:sp>
        <p:nvSpPr>
          <p:cNvPr id="808" name="Google Shape;808;p13"/>
          <p:cNvSpPr txBox="1">
            <a:spLocks noGrp="1"/>
          </p:cNvSpPr>
          <p:nvPr>
            <p:ph type="title" idx="7"/>
          </p:nvPr>
        </p:nvSpPr>
        <p:spPr>
          <a:xfrm>
            <a:off x="511105" y="2917440"/>
            <a:ext cx="5979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3.</a:t>
            </a:r>
            <a:endParaRPr/>
          </a:p>
        </p:txBody>
      </p:sp>
      <p:sp>
        <p:nvSpPr>
          <p:cNvPr id="809" name="Google Shape;809;p13"/>
          <p:cNvSpPr txBox="1">
            <a:spLocks noGrp="1"/>
          </p:cNvSpPr>
          <p:nvPr>
            <p:ph type="subTitle" idx="8"/>
          </p:nvPr>
        </p:nvSpPr>
        <p:spPr>
          <a:xfrm>
            <a:off x="1259179" y="2988800"/>
            <a:ext cx="340426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 dirty="0"/>
              <a:t>Define </a:t>
            </a:r>
            <a:r>
              <a:rPr lang="en" sz="1200" b="1" dirty="0"/>
              <a:t>los indicadores clave de rendimiento </a:t>
            </a:r>
            <a:r>
              <a:rPr lang="en" sz="1200" dirty="0"/>
              <a:t>y ejemplos para medir el campus sostenible.</a:t>
            </a:r>
            <a:endParaRPr sz="1200" dirty="0"/>
          </a:p>
        </p:txBody>
      </p:sp>
      <p:sp>
        <p:nvSpPr>
          <p:cNvPr id="810" name="Google Shape;810;p13"/>
          <p:cNvSpPr txBox="1">
            <a:spLocks noGrp="1"/>
          </p:cNvSpPr>
          <p:nvPr>
            <p:ph type="subTitle" idx="9"/>
          </p:nvPr>
        </p:nvSpPr>
        <p:spPr>
          <a:xfrm>
            <a:off x="1259192" y="2716767"/>
            <a:ext cx="23769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000" dirty="0" smtClean="0"/>
              <a:t>Indicadores-KPI</a:t>
            </a:r>
            <a:endParaRPr sz="2000" dirty="0"/>
          </a:p>
        </p:txBody>
      </p:sp>
      <p:sp>
        <p:nvSpPr>
          <p:cNvPr id="811" name="Google Shape;811;p13"/>
          <p:cNvSpPr txBox="1">
            <a:spLocks noGrp="1"/>
          </p:cNvSpPr>
          <p:nvPr>
            <p:ph type="title" idx="13"/>
          </p:nvPr>
        </p:nvSpPr>
        <p:spPr>
          <a:xfrm>
            <a:off x="515356" y="3833854"/>
            <a:ext cx="5979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4.</a:t>
            </a:r>
            <a:endParaRPr/>
          </a:p>
        </p:txBody>
      </p:sp>
      <p:sp>
        <p:nvSpPr>
          <p:cNvPr id="812" name="Google Shape;812;p13"/>
          <p:cNvSpPr txBox="1">
            <a:spLocks noGrp="1"/>
          </p:cNvSpPr>
          <p:nvPr>
            <p:ph type="subTitle" idx="14"/>
          </p:nvPr>
        </p:nvSpPr>
        <p:spPr>
          <a:xfrm>
            <a:off x="1258202" y="4026964"/>
            <a:ext cx="3840584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 dirty="0" smtClean="0"/>
              <a:t>Define </a:t>
            </a:r>
            <a:r>
              <a:rPr lang="en" sz="1200" b="1" dirty="0" smtClean="0"/>
              <a:t>tecnologías</a:t>
            </a:r>
            <a:r>
              <a:rPr lang="en" sz="1200" dirty="0" smtClean="0"/>
              <a:t> para la sustentabilidad</a:t>
            </a:r>
            <a:endParaRPr sz="1200" dirty="0"/>
          </a:p>
        </p:txBody>
      </p:sp>
      <p:sp>
        <p:nvSpPr>
          <p:cNvPr id="813" name="Google Shape;813;p13"/>
          <p:cNvSpPr txBox="1">
            <a:spLocks noGrp="1"/>
          </p:cNvSpPr>
          <p:nvPr>
            <p:ph type="subTitle" idx="15"/>
          </p:nvPr>
        </p:nvSpPr>
        <p:spPr>
          <a:xfrm>
            <a:off x="1236339" y="3730526"/>
            <a:ext cx="4026837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000" dirty="0" smtClean="0"/>
              <a:t>Tecnologías </a:t>
            </a:r>
            <a:r>
              <a:rPr lang="en" sz="2000" dirty="0"/>
              <a:t>p/la transformación</a:t>
            </a:r>
            <a:endParaRPr sz="2000" dirty="0"/>
          </a:p>
        </p:txBody>
      </p:sp>
      <p:sp>
        <p:nvSpPr>
          <p:cNvPr id="814" name="Google Shape;814;p13"/>
          <p:cNvSpPr txBox="1">
            <a:spLocks noGrp="1"/>
          </p:cNvSpPr>
          <p:nvPr>
            <p:ph type="title" idx="16"/>
          </p:nvPr>
        </p:nvSpPr>
        <p:spPr>
          <a:xfrm>
            <a:off x="5494671" y="657386"/>
            <a:ext cx="5979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5.</a:t>
            </a:r>
            <a:endParaRPr/>
          </a:p>
        </p:txBody>
      </p:sp>
      <p:sp>
        <p:nvSpPr>
          <p:cNvPr id="815" name="Google Shape;815;p13"/>
          <p:cNvSpPr txBox="1">
            <a:spLocks noGrp="1"/>
          </p:cNvSpPr>
          <p:nvPr>
            <p:ph type="subTitle" idx="17"/>
          </p:nvPr>
        </p:nvSpPr>
        <p:spPr>
          <a:xfrm>
            <a:off x="6242745" y="685981"/>
            <a:ext cx="3001007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 dirty="0"/>
              <a:t>Esboza una metodología y criterio potencial para </a:t>
            </a:r>
            <a:r>
              <a:rPr lang="en" sz="1200" dirty="0" smtClean="0"/>
              <a:t>facilitar </a:t>
            </a:r>
            <a:r>
              <a:rPr lang="en" sz="1200" b="1" dirty="0"/>
              <a:t>mejora continua </a:t>
            </a:r>
            <a:r>
              <a:rPr lang="en" sz="1200" dirty="0"/>
              <a:t>en la sostenibilidad universitaria actuación.</a:t>
            </a:r>
            <a:endParaRPr sz="1200" dirty="0"/>
          </a:p>
        </p:txBody>
      </p:sp>
      <p:sp>
        <p:nvSpPr>
          <p:cNvPr id="816" name="Google Shape;816;p13"/>
          <p:cNvSpPr txBox="1">
            <a:spLocks noGrp="1"/>
          </p:cNvSpPr>
          <p:nvPr>
            <p:ph type="subTitle" idx="18"/>
          </p:nvPr>
        </p:nvSpPr>
        <p:spPr>
          <a:xfrm>
            <a:off x="6242758" y="431773"/>
            <a:ext cx="2901242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000" dirty="0"/>
              <a:t>Política, gobernanza y </a:t>
            </a:r>
            <a:r>
              <a:rPr lang="en" sz="2000" dirty="0" smtClean="0"/>
              <a:t>admnistración-Calidad</a:t>
            </a:r>
            <a:endParaRPr sz="2000" dirty="0"/>
          </a:p>
        </p:txBody>
      </p:sp>
      <p:sp>
        <p:nvSpPr>
          <p:cNvPr id="817" name="Google Shape;817;p13"/>
          <p:cNvSpPr txBox="1">
            <a:spLocks noGrp="1"/>
          </p:cNvSpPr>
          <p:nvPr>
            <p:ph type="title" idx="19"/>
          </p:nvPr>
        </p:nvSpPr>
        <p:spPr>
          <a:xfrm>
            <a:off x="5494671" y="1786911"/>
            <a:ext cx="5979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6.</a:t>
            </a:r>
            <a:endParaRPr/>
          </a:p>
        </p:txBody>
      </p:sp>
      <p:sp>
        <p:nvSpPr>
          <p:cNvPr id="818" name="Google Shape;818;p13"/>
          <p:cNvSpPr txBox="1">
            <a:spLocks noGrp="1"/>
          </p:cNvSpPr>
          <p:nvPr>
            <p:ph type="subTitle" idx="20"/>
          </p:nvPr>
        </p:nvSpPr>
        <p:spPr>
          <a:xfrm>
            <a:off x="6242746" y="1878619"/>
            <a:ext cx="2901254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 dirty="0" smtClean="0"/>
              <a:t>Recursos digitales para difundir con orientación </a:t>
            </a:r>
            <a:r>
              <a:rPr lang="en" sz="1200" dirty="0"/>
              <a:t>sobre la sostenibilidad universitaria.</a:t>
            </a:r>
            <a:endParaRPr dirty="0"/>
          </a:p>
        </p:txBody>
      </p:sp>
      <p:sp>
        <p:nvSpPr>
          <p:cNvPr id="819" name="Google Shape;819;p13"/>
          <p:cNvSpPr txBox="1">
            <a:spLocks noGrp="1"/>
          </p:cNvSpPr>
          <p:nvPr>
            <p:ph type="subTitle" idx="21"/>
          </p:nvPr>
        </p:nvSpPr>
        <p:spPr>
          <a:xfrm>
            <a:off x="6242758" y="1561298"/>
            <a:ext cx="283474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000" dirty="0" smtClean="0"/>
              <a:t>Comunicar </a:t>
            </a:r>
            <a:r>
              <a:rPr lang="en" sz="2000" dirty="0"/>
              <a:t>el cambio </a:t>
            </a:r>
            <a:endParaRPr sz="2000" dirty="0"/>
          </a:p>
        </p:txBody>
      </p:sp>
      <p:sp>
        <p:nvSpPr>
          <p:cNvPr id="820" name="Google Shape;820;p13"/>
          <p:cNvSpPr/>
          <p:nvPr/>
        </p:nvSpPr>
        <p:spPr>
          <a:xfrm flipH="1">
            <a:off x="-442566" y="535000"/>
            <a:ext cx="2377913" cy="406556"/>
          </a:xfrm>
          <a:custGeom>
            <a:avLst/>
            <a:gdLst/>
            <a:ahLst/>
            <a:cxnLst/>
            <a:rect l="l" t="t" r="r" b="b"/>
            <a:pathLst>
              <a:path w="28455" h="4865" extrusionOk="0">
                <a:moveTo>
                  <a:pt x="18226" y="0"/>
                </a:moveTo>
                <a:cubicBezTo>
                  <a:pt x="16791" y="0"/>
                  <a:pt x="14567" y="945"/>
                  <a:pt x="11645" y="3580"/>
                </a:cubicBezTo>
                <a:cubicBezTo>
                  <a:pt x="11972" y="2555"/>
                  <a:pt x="11763" y="2033"/>
                  <a:pt x="10999" y="2033"/>
                </a:cubicBezTo>
                <a:cubicBezTo>
                  <a:pt x="10243" y="2033"/>
                  <a:pt x="8946" y="2542"/>
                  <a:pt x="7088" y="3580"/>
                </a:cubicBezTo>
                <a:cubicBezTo>
                  <a:pt x="7296" y="2950"/>
                  <a:pt x="7225" y="2536"/>
                  <a:pt x="6626" y="2536"/>
                </a:cubicBezTo>
                <a:cubicBezTo>
                  <a:pt x="5981" y="2536"/>
                  <a:pt x="4724" y="3016"/>
                  <a:pt x="2544" y="4221"/>
                </a:cubicBezTo>
                <a:cubicBezTo>
                  <a:pt x="2882" y="3683"/>
                  <a:pt x="2896" y="3441"/>
                  <a:pt x="2648" y="3441"/>
                </a:cubicBezTo>
                <a:cubicBezTo>
                  <a:pt x="2280" y="3441"/>
                  <a:pt x="1334" y="3972"/>
                  <a:pt x="1" y="4864"/>
                </a:cubicBezTo>
                <a:lnTo>
                  <a:pt x="27167" y="4864"/>
                </a:lnTo>
                <a:cubicBezTo>
                  <a:pt x="28455" y="3310"/>
                  <a:pt x="28409" y="2484"/>
                  <a:pt x="26845" y="2484"/>
                </a:cubicBezTo>
                <a:cubicBezTo>
                  <a:pt x="25741" y="2484"/>
                  <a:pt x="23881" y="2895"/>
                  <a:pt x="21200" y="3753"/>
                </a:cubicBezTo>
                <a:cubicBezTo>
                  <a:pt x="21915" y="3068"/>
                  <a:pt x="21868" y="2531"/>
                  <a:pt x="21296" y="2531"/>
                </a:cubicBezTo>
                <a:cubicBezTo>
                  <a:pt x="20897" y="2531"/>
                  <a:pt x="20241" y="2793"/>
                  <a:pt x="19409" y="3450"/>
                </a:cubicBezTo>
                <a:cubicBezTo>
                  <a:pt x="20684" y="1806"/>
                  <a:pt x="20209" y="0"/>
                  <a:pt x="18226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13"/>
          <p:cNvSpPr/>
          <p:nvPr/>
        </p:nvSpPr>
        <p:spPr>
          <a:xfrm>
            <a:off x="8486343" y="1231098"/>
            <a:ext cx="1809951" cy="309450"/>
          </a:xfrm>
          <a:custGeom>
            <a:avLst/>
            <a:gdLst/>
            <a:ahLst/>
            <a:cxnLst/>
            <a:rect l="l" t="t" r="r" b="b"/>
            <a:pathLst>
              <a:path w="28455" h="4865" extrusionOk="0">
                <a:moveTo>
                  <a:pt x="18226" y="0"/>
                </a:moveTo>
                <a:cubicBezTo>
                  <a:pt x="16791" y="0"/>
                  <a:pt x="14567" y="945"/>
                  <a:pt x="11645" y="3580"/>
                </a:cubicBezTo>
                <a:cubicBezTo>
                  <a:pt x="11972" y="2555"/>
                  <a:pt x="11763" y="2033"/>
                  <a:pt x="10999" y="2033"/>
                </a:cubicBezTo>
                <a:cubicBezTo>
                  <a:pt x="10243" y="2033"/>
                  <a:pt x="8946" y="2542"/>
                  <a:pt x="7088" y="3580"/>
                </a:cubicBezTo>
                <a:cubicBezTo>
                  <a:pt x="7296" y="2950"/>
                  <a:pt x="7225" y="2536"/>
                  <a:pt x="6626" y="2536"/>
                </a:cubicBezTo>
                <a:cubicBezTo>
                  <a:pt x="5981" y="2536"/>
                  <a:pt x="4724" y="3016"/>
                  <a:pt x="2544" y="4221"/>
                </a:cubicBezTo>
                <a:cubicBezTo>
                  <a:pt x="2882" y="3683"/>
                  <a:pt x="2896" y="3441"/>
                  <a:pt x="2648" y="3441"/>
                </a:cubicBezTo>
                <a:cubicBezTo>
                  <a:pt x="2280" y="3441"/>
                  <a:pt x="1334" y="3972"/>
                  <a:pt x="1" y="4864"/>
                </a:cubicBezTo>
                <a:lnTo>
                  <a:pt x="27167" y="4864"/>
                </a:lnTo>
                <a:cubicBezTo>
                  <a:pt x="28455" y="3310"/>
                  <a:pt x="28409" y="2484"/>
                  <a:pt x="26845" y="2484"/>
                </a:cubicBezTo>
                <a:cubicBezTo>
                  <a:pt x="25741" y="2484"/>
                  <a:pt x="23881" y="2895"/>
                  <a:pt x="21200" y="3753"/>
                </a:cubicBezTo>
                <a:cubicBezTo>
                  <a:pt x="21915" y="3068"/>
                  <a:pt x="21868" y="2531"/>
                  <a:pt x="21296" y="2531"/>
                </a:cubicBezTo>
                <a:cubicBezTo>
                  <a:pt x="20897" y="2531"/>
                  <a:pt x="20241" y="2793"/>
                  <a:pt x="19409" y="3450"/>
                </a:cubicBezTo>
                <a:cubicBezTo>
                  <a:pt x="20684" y="1806"/>
                  <a:pt x="20209" y="0"/>
                  <a:pt x="18226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13"/>
          <p:cNvSpPr/>
          <p:nvPr/>
        </p:nvSpPr>
        <p:spPr>
          <a:xfrm>
            <a:off x="5427566" y="3812604"/>
            <a:ext cx="704400" cy="771300"/>
          </a:xfrm>
          <a:prstGeom prst="roundRect">
            <a:avLst>
              <a:gd name="adj" fmla="val 10342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13"/>
          <p:cNvSpPr/>
          <p:nvPr/>
        </p:nvSpPr>
        <p:spPr>
          <a:xfrm>
            <a:off x="5427566" y="2683079"/>
            <a:ext cx="704400" cy="771300"/>
          </a:xfrm>
          <a:prstGeom prst="roundRect">
            <a:avLst>
              <a:gd name="adj" fmla="val 10342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13"/>
          <p:cNvSpPr txBox="1"/>
          <p:nvPr/>
        </p:nvSpPr>
        <p:spPr>
          <a:xfrm>
            <a:off x="5480816" y="2829779"/>
            <a:ext cx="5979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</a:pPr>
            <a:r>
              <a:rPr lang="en" sz="36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7.</a:t>
            </a:r>
            <a:endParaRPr/>
          </a:p>
        </p:txBody>
      </p:sp>
      <p:sp>
        <p:nvSpPr>
          <p:cNvPr id="825" name="Google Shape;825;p13"/>
          <p:cNvSpPr txBox="1"/>
          <p:nvPr/>
        </p:nvSpPr>
        <p:spPr>
          <a:xfrm>
            <a:off x="6242745" y="2946079"/>
            <a:ext cx="2848607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</a:pPr>
            <a:r>
              <a:rPr lang="en" sz="1200" b="0" i="0" u="none" strike="noStrike" cap="none" dirty="0" smtClean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Materiales para la difusión en el cumpus.</a:t>
            </a:r>
            <a:endParaRPr sz="12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6" name="Google Shape;826;p13"/>
          <p:cNvSpPr txBox="1"/>
          <p:nvPr/>
        </p:nvSpPr>
        <p:spPr>
          <a:xfrm>
            <a:off x="6228903" y="2604166"/>
            <a:ext cx="23769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Material gráfico</a:t>
            </a:r>
            <a:endParaRPr/>
          </a:p>
        </p:txBody>
      </p:sp>
      <p:sp>
        <p:nvSpPr>
          <p:cNvPr id="827" name="Google Shape;827;p13"/>
          <p:cNvSpPr txBox="1"/>
          <p:nvPr/>
        </p:nvSpPr>
        <p:spPr>
          <a:xfrm>
            <a:off x="5480816" y="3959304"/>
            <a:ext cx="5979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</a:pPr>
            <a:r>
              <a:rPr lang="en" sz="36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8.</a:t>
            </a:r>
            <a:endParaRPr/>
          </a:p>
        </p:txBody>
      </p:sp>
      <p:sp>
        <p:nvSpPr>
          <p:cNvPr id="828" name="Google Shape;828;p13"/>
          <p:cNvSpPr txBox="1"/>
          <p:nvPr/>
        </p:nvSpPr>
        <p:spPr>
          <a:xfrm>
            <a:off x="6228891" y="3992140"/>
            <a:ext cx="2848606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Presenta una serie de mejores prácticas estudios de casos de universidades de todo el mundo.</a:t>
            </a:r>
            <a:endParaRPr sz="12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9" name="Google Shape;829;p13"/>
          <p:cNvSpPr txBox="1"/>
          <p:nvPr/>
        </p:nvSpPr>
        <p:spPr>
          <a:xfrm>
            <a:off x="6228903" y="3733691"/>
            <a:ext cx="23769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</a:pPr>
            <a:r>
              <a:rPr lang="en" sz="2000" b="0" i="0" u="none" strike="noStrike" cap="none" dirty="0" smtClean="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Innovación abierta -Redes </a:t>
            </a:r>
            <a:endParaRPr dirty="0"/>
          </a:p>
        </p:txBody>
      </p:sp>
      <p:sp>
        <p:nvSpPr>
          <p:cNvPr id="830" name="Google Shape;830;p13"/>
          <p:cNvSpPr/>
          <p:nvPr/>
        </p:nvSpPr>
        <p:spPr>
          <a:xfrm>
            <a:off x="8472488" y="3403491"/>
            <a:ext cx="1809951" cy="309450"/>
          </a:xfrm>
          <a:custGeom>
            <a:avLst/>
            <a:gdLst/>
            <a:ahLst/>
            <a:cxnLst/>
            <a:rect l="l" t="t" r="r" b="b"/>
            <a:pathLst>
              <a:path w="28455" h="4865" extrusionOk="0">
                <a:moveTo>
                  <a:pt x="18226" y="0"/>
                </a:moveTo>
                <a:cubicBezTo>
                  <a:pt x="16791" y="0"/>
                  <a:pt x="14567" y="945"/>
                  <a:pt x="11645" y="3580"/>
                </a:cubicBezTo>
                <a:cubicBezTo>
                  <a:pt x="11972" y="2555"/>
                  <a:pt x="11763" y="2033"/>
                  <a:pt x="10999" y="2033"/>
                </a:cubicBezTo>
                <a:cubicBezTo>
                  <a:pt x="10243" y="2033"/>
                  <a:pt x="8946" y="2542"/>
                  <a:pt x="7088" y="3580"/>
                </a:cubicBezTo>
                <a:cubicBezTo>
                  <a:pt x="7296" y="2950"/>
                  <a:pt x="7225" y="2536"/>
                  <a:pt x="6626" y="2536"/>
                </a:cubicBezTo>
                <a:cubicBezTo>
                  <a:pt x="5981" y="2536"/>
                  <a:pt x="4724" y="3016"/>
                  <a:pt x="2544" y="4221"/>
                </a:cubicBezTo>
                <a:cubicBezTo>
                  <a:pt x="2882" y="3683"/>
                  <a:pt x="2896" y="3441"/>
                  <a:pt x="2648" y="3441"/>
                </a:cubicBezTo>
                <a:cubicBezTo>
                  <a:pt x="2280" y="3441"/>
                  <a:pt x="1334" y="3972"/>
                  <a:pt x="1" y="4864"/>
                </a:cubicBezTo>
                <a:lnTo>
                  <a:pt x="27167" y="4864"/>
                </a:lnTo>
                <a:cubicBezTo>
                  <a:pt x="28455" y="3310"/>
                  <a:pt x="28409" y="2484"/>
                  <a:pt x="26845" y="2484"/>
                </a:cubicBezTo>
                <a:cubicBezTo>
                  <a:pt x="25741" y="2484"/>
                  <a:pt x="23881" y="2895"/>
                  <a:pt x="21200" y="3753"/>
                </a:cubicBezTo>
                <a:cubicBezTo>
                  <a:pt x="21915" y="3068"/>
                  <a:pt x="21868" y="2531"/>
                  <a:pt x="21296" y="2531"/>
                </a:cubicBezTo>
                <a:cubicBezTo>
                  <a:pt x="20897" y="2531"/>
                  <a:pt x="20241" y="2793"/>
                  <a:pt x="19409" y="3450"/>
                </a:cubicBezTo>
                <a:cubicBezTo>
                  <a:pt x="20684" y="1806"/>
                  <a:pt x="20209" y="0"/>
                  <a:pt x="18226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13"/>
          <p:cNvSpPr txBox="1"/>
          <p:nvPr/>
        </p:nvSpPr>
        <p:spPr>
          <a:xfrm>
            <a:off x="5675515" y="4962337"/>
            <a:ext cx="534924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Fuente: GREENING UNIVERSITIES TOOLKIT V2.0 – UNEP 2014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14"/>
          <p:cNvSpPr txBox="1">
            <a:spLocks noGrp="1"/>
          </p:cNvSpPr>
          <p:nvPr>
            <p:ph type="title"/>
          </p:nvPr>
        </p:nvSpPr>
        <p:spPr>
          <a:xfrm>
            <a:off x="720000" y="4036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Esquema</a:t>
            </a:r>
            <a:endParaRPr/>
          </a:p>
        </p:txBody>
      </p:sp>
      <p:sp>
        <p:nvSpPr>
          <p:cNvPr id="837" name="Google Shape;837;p14"/>
          <p:cNvSpPr/>
          <p:nvPr/>
        </p:nvSpPr>
        <p:spPr>
          <a:xfrm flipH="1">
            <a:off x="6553084" y="1375462"/>
            <a:ext cx="2377913" cy="406556"/>
          </a:xfrm>
          <a:custGeom>
            <a:avLst/>
            <a:gdLst/>
            <a:ahLst/>
            <a:cxnLst/>
            <a:rect l="l" t="t" r="r" b="b"/>
            <a:pathLst>
              <a:path w="28455" h="4865" extrusionOk="0">
                <a:moveTo>
                  <a:pt x="18226" y="0"/>
                </a:moveTo>
                <a:cubicBezTo>
                  <a:pt x="16791" y="0"/>
                  <a:pt x="14567" y="945"/>
                  <a:pt x="11645" y="3580"/>
                </a:cubicBezTo>
                <a:cubicBezTo>
                  <a:pt x="11972" y="2555"/>
                  <a:pt x="11763" y="2033"/>
                  <a:pt x="10999" y="2033"/>
                </a:cubicBezTo>
                <a:cubicBezTo>
                  <a:pt x="10243" y="2033"/>
                  <a:pt x="8946" y="2542"/>
                  <a:pt x="7088" y="3580"/>
                </a:cubicBezTo>
                <a:cubicBezTo>
                  <a:pt x="7296" y="2950"/>
                  <a:pt x="7225" y="2536"/>
                  <a:pt x="6626" y="2536"/>
                </a:cubicBezTo>
                <a:cubicBezTo>
                  <a:pt x="5981" y="2536"/>
                  <a:pt x="4724" y="3016"/>
                  <a:pt x="2544" y="4221"/>
                </a:cubicBezTo>
                <a:cubicBezTo>
                  <a:pt x="2882" y="3683"/>
                  <a:pt x="2896" y="3441"/>
                  <a:pt x="2648" y="3441"/>
                </a:cubicBezTo>
                <a:cubicBezTo>
                  <a:pt x="2280" y="3441"/>
                  <a:pt x="1334" y="3972"/>
                  <a:pt x="1" y="4864"/>
                </a:cubicBezTo>
                <a:lnTo>
                  <a:pt x="27167" y="4864"/>
                </a:lnTo>
                <a:cubicBezTo>
                  <a:pt x="28455" y="3310"/>
                  <a:pt x="28409" y="2484"/>
                  <a:pt x="26845" y="2484"/>
                </a:cubicBezTo>
                <a:cubicBezTo>
                  <a:pt x="25741" y="2484"/>
                  <a:pt x="23881" y="2895"/>
                  <a:pt x="21200" y="3753"/>
                </a:cubicBezTo>
                <a:cubicBezTo>
                  <a:pt x="21915" y="3068"/>
                  <a:pt x="21868" y="2531"/>
                  <a:pt x="21296" y="2531"/>
                </a:cubicBezTo>
                <a:cubicBezTo>
                  <a:pt x="20897" y="2531"/>
                  <a:pt x="20241" y="2793"/>
                  <a:pt x="19409" y="3450"/>
                </a:cubicBezTo>
                <a:cubicBezTo>
                  <a:pt x="20684" y="1806"/>
                  <a:pt x="20209" y="0"/>
                  <a:pt x="18226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14"/>
          <p:cNvSpPr/>
          <p:nvPr/>
        </p:nvSpPr>
        <p:spPr>
          <a:xfrm>
            <a:off x="-155763" y="1008050"/>
            <a:ext cx="1568814" cy="352856"/>
          </a:xfrm>
          <a:custGeom>
            <a:avLst/>
            <a:gdLst/>
            <a:ahLst/>
            <a:cxnLst/>
            <a:rect l="l" t="t" r="r" b="b"/>
            <a:pathLst>
              <a:path w="28258" h="5545" extrusionOk="0">
                <a:moveTo>
                  <a:pt x="10378" y="0"/>
                </a:moveTo>
                <a:cubicBezTo>
                  <a:pt x="8312" y="0"/>
                  <a:pt x="6398" y="1151"/>
                  <a:pt x="5310" y="3326"/>
                </a:cubicBezTo>
                <a:cubicBezTo>
                  <a:pt x="4474" y="2885"/>
                  <a:pt x="3683" y="2665"/>
                  <a:pt x="2977" y="2665"/>
                </a:cubicBezTo>
                <a:cubicBezTo>
                  <a:pt x="1507" y="2665"/>
                  <a:pt x="401" y="3622"/>
                  <a:pt x="1" y="5545"/>
                </a:cubicBezTo>
                <a:lnTo>
                  <a:pt x="28257" y="5545"/>
                </a:lnTo>
                <a:cubicBezTo>
                  <a:pt x="26931" y="3847"/>
                  <a:pt x="25535" y="3011"/>
                  <a:pt x="24074" y="3011"/>
                </a:cubicBezTo>
                <a:cubicBezTo>
                  <a:pt x="23363" y="3011"/>
                  <a:pt x="22637" y="3209"/>
                  <a:pt x="21895" y="3601"/>
                </a:cubicBezTo>
                <a:cubicBezTo>
                  <a:pt x="20794" y="1817"/>
                  <a:pt x="19594" y="928"/>
                  <a:pt x="18291" y="928"/>
                </a:cubicBezTo>
                <a:cubicBezTo>
                  <a:pt x="17352" y="928"/>
                  <a:pt x="16360" y="1389"/>
                  <a:pt x="15315" y="2308"/>
                </a:cubicBezTo>
                <a:cubicBezTo>
                  <a:pt x="13806" y="748"/>
                  <a:pt x="12042" y="0"/>
                  <a:pt x="10378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14"/>
          <p:cNvSpPr/>
          <p:nvPr/>
        </p:nvSpPr>
        <p:spPr>
          <a:xfrm>
            <a:off x="1714579" y="3652027"/>
            <a:ext cx="937247" cy="210793"/>
          </a:xfrm>
          <a:custGeom>
            <a:avLst/>
            <a:gdLst/>
            <a:ahLst/>
            <a:cxnLst/>
            <a:rect l="l" t="t" r="r" b="b"/>
            <a:pathLst>
              <a:path w="28258" h="5545" extrusionOk="0">
                <a:moveTo>
                  <a:pt x="10378" y="0"/>
                </a:moveTo>
                <a:cubicBezTo>
                  <a:pt x="8312" y="0"/>
                  <a:pt x="6398" y="1151"/>
                  <a:pt x="5310" y="3326"/>
                </a:cubicBezTo>
                <a:cubicBezTo>
                  <a:pt x="4474" y="2885"/>
                  <a:pt x="3683" y="2665"/>
                  <a:pt x="2977" y="2665"/>
                </a:cubicBezTo>
                <a:cubicBezTo>
                  <a:pt x="1507" y="2665"/>
                  <a:pt x="401" y="3622"/>
                  <a:pt x="1" y="5545"/>
                </a:cubicBezTo>
                <a:lnTo>
                  <a:pt x="28257" y="5545"/>
                </a:lnTo>
                <a:cubicBezTo>
                  <a:pt x="26931" y="3847"/>
                  <a:pt x="25535" y="3011"/>
                  <a:pt x="24074" y="3011"/>
                </a:cubicBezTo>
                <a:cubicBezTo>
                  <a:pt x="23363" y="3011"/>
                  <a:pt x="22637" y="3209"/>
                  <a:pt x="21895" y="3601"/>
                </a:cubicBezTo>
                <a:cubicBezTo>
                  <a:pt x="20794" y="1817"/>
                  <a:pt x="19594" y="928"/>
                  <a:pt x="18291" y="928"/>
                </a:cubicBezTo>
                <a:cubicBezTo>
                  <a:pt x="17352" y="928"/>
                  <a:pt x="16360" y="1389"/>
                  <a:pt x="15315" y="2308"/>
                </a:cubicBezTo>
                <a:cubicBezTo>
                  <a:pt x="13806" y="748"/>
                  <a:pt x="12042" y="0"/>
                  <a:pt x="10378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14"/>
          <p:cNvSpPr/>
          <p:nvPr/>
        </p:nvSpPr>
        <p:spPr>
          <a:xfrm>
            <a:off x="3540187" y="1"/>
            <a:ext cx="2063628" cy="352846"/>
          </a:xfrm>
          <a:custGeom>
            <a:avLst/>
            <a:gdLst/>
            <a:ahLst/>
            <a:cxnLst/>
            <a:rect l="l" t="t" r="r" b="b"/>
            <a:pathLst>
              <a:path w="28455" h="4865" extrusionOk="0">
                <a:moveTo>
                  <a:pt x="18226" y="0"/>
                </a:moveTo>
                <a:cubicBezTo>
                  <a:pt x="16791" y="0"/>
                  <a:pt x="14567" y="945"/>
                  <a:pt x="11645" y="3580"/>
                </a:cubicBezTo>
                <a:cubicBezTo>
                  <a:pt x="11972" y="2555"/>
                  <a:pt x="11763" y="2033"/>
                  <a:pt x="10999" y="2033"/>
                </a:cubicBezTo>
                <a:cubicBezTo>
                  <a:pt x="10243" y="2033"/>
                  <a:pt x="8946" y="2542"/>
                  <a:pt x="7088" y="3580"/>
                </a:cubicBezTo>
                <a:cubicBezTo>
                  <a:pt x="7296" y="2950"/>
                  <a:pt x="7225" y="2536"/>
                  <a:pt x="6626" y="2536"/>
                </a:cubicBezTo>
                <a:cubicBezTo>
                  <a:pt x="5981" y="2536"/>
                  <a:pt x="4724" y="3016"/>
                  <a:pt x="2544" y="4221"/>
                </a:cubicBezTo>
                <a:cubicBezTo>
                  <a:pt x="2882" y="3683"/>
                  <a:pt x="2896" y="3441"/>
                  <a:pt x="2648" y="3441"/>
                </a:cubicBezTo>
                <a:cubicBezTo>
                  <a:pt x="2280" y="3441"/>
                  <a:pt x="1334" y="3972"/>
                  <a:pt x="1" y="4864"/>
                </a:cubicBezTo>
                <a:lnTo>
                  <a:pt x="27167" y="4864"/>
                </a:lnTo>
                <a:cubicBezTo>
                  <a:pt x="28455" y="3310"/>
                  <a:pt x="28409" y="2484"/>
                  <a:pt x="26845" y="2484"/>
                </a:cubicBezTo>
                <a:cubicBezTo>
                  <a:pt x="25741" y="2484"/>
                  <a:pt x="23881" y="2895"/>
                  <a:pt x="21200" y="3753"/>
                </a:cubicBezTo>
                <a:cubicBezTo>
                  <a:pt x="21915" y="3068"/>
                  <a:pt x="21868" y="2531"/>
                  <a:pt x="21296" y="2531"/>
                </a:cubicBezTo>
                <a:cubicBezTo>
                  <a:pt x="20897" y="2531"/>
                  <a:pt x="20241" y="2793"/>
                  <a:pt x="19409" y="3450"/>
                </a:cubicBezTo>
                <a:cubicBezTo>
                  <a:pt x="20684" y="1806"/>
                  <a:pt x="20209" y="0"/>
                  <a:pt x="18226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14"/>
          <p:cNvSpPr/>
          <p:nvPr/>
        </p:nvSpPr>
        <p:spPr>
          <a:xfrm>
            <a:off x="3178625" y="4534225"/>
            <a:ext cx="2358367" cy="250484"/>
          </a:xfrm>
          <a:custGeom>
            <a:avLst/>
            <a:gdLst/>
            <a:ahLst/>
            <a:cxnLst/>
            <a:rect l="l" t="t" r="r" b="b"/>
            <a:pathLst>
              <a:path w="16238" h="3185" extrusionOk="0">
                <a:moveTo>
                  <a:pt x="9626" y="1"/>
                </a:moveTo>
                <a:cubicBezTo>
                  <a:pt x="5595" y="1"/>
                  <a:pt x="173" y="749"/>
                  <a:pt x="1" y="2861"/>
                </a:cubicBezTo>
                <a:cubicBezTo>
                  <a:pt x="410" y="3056"/>
                  <a:pt x="840" y="3185"/>
                  <a:pt x="1313" y="3185"/>
                </a:cubicBezTo>
                <a:cubicBezTo>
                  <a:pt x="1716" y="3185"/>
                  <a:pt x="2151" y="3090"/>
                  <a:pt x="2630" y="2861"/>
                </a:cubicBezTo>
                <a:cubicBezTo>
                  <a:pt x="2630" y="2861"/>
                  <a:pt x="5389" y="2198"/>
                  <a:pt x="8522" y="2198"/>
                </a:cubicBezTo>
                <a:cubicBezTo>
                  <a:pt x="9753" y="2198"/>
                  <a:pt x="11042" y="2300"/>
                  <a:pt x="12245" y="2586"/>
                </a:cubicBezTo>
                <a:cubicBezTo>
                  <a:pt x="12952" y="2755"/>
                  <a:pt x="13523" y="2827"/>
                  <a:pt x="13974" y="2827"/>
                </a:cubicBezTo>
                <a:cubicBezTo>
                  <a:pt x="16237" y="2827"/>
                  <a:pt x="15449" y="993"/>
                  <a:pt x="13508" y="361"/>
                </a:cubicBezTo>
                <a:cubicBezTo>
                  <a:pt x="12811" y="137"/>
                  <a:pt x="11345" y="1"/>
                  <a:pt x="9626" y="1"/>
                </a:cubicBezTo>
                <a:close/>
              </a:path>
            </a:pathLst>
          </a:custGeom>
          <a:solidFill>
            <a:srgbClr val="212529">
              <a:alpha val="1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2" name="Google Shape;842;p14"/>
          <p:cNvGrpSpPr/>
          <p:nvPr/>
        </p:nvGrpSpPr>
        <p:grpSpPr>
          <a:xfrm>
            <a:off x="3269232" y="1687620"/>
            <a:ext cx="2554666" cy="2928512"/>
            <a:chOff x="1616825" y="4497500"/>
            <a:chExt cx="845300" cy="969000"/>
          </a:xfrm>
        </p:grpSpPr>
        <p:sp>
          <p:nvSpPr>
            <p:cNvPr id="843" name="Google Shape;843;p14"/>
            <p:cNvSpPr/>
            <p:nvPr/>
          </p:nvSpPr>
          <p:spPr>
            <a:xfrm>
              <a:off x="1896150" y="4997350"/>
              <a:ext cx="274125" cy="168125"/>
            </a:xfrm>
            <a:custGeom>
              <a:avLst/>
              <a:gdLst/>
              <a:ahLst/>
              <a:cxnLst/>
              <a:rect l="l" t="t" r="r" b="b"/>
              <a:pathLst>
                <a:path w="10965" h="6725" extrusionOk="0">
                  <a:moveTo>
                    <a:pt x="810" y="0"/>
                  </a:moveTo>
                  <a:cubicBezTo>
                    <a:pt x="659" y="744"/>
                    <a:pt x="846" y="917"/>
                    <a:pt x="810" y="1964"/>
                  </a:cubicBezTo>
                  <a:cubicBezTo>
                    <a:pt x="766" y="3011"/>
                    <a:pt x="0" y="6725"/>
                    <a:pt x="0" y="6725"/>
                  </a:cubicBezTo>
                  <a:lnTo>
                    <a:pt x="10965" y="6725"/>
                  </a:lnTo>
                  <a:cubicBezTo>
                    <a:pt x="10965" y="6725"/>
                    <a:pt x="10200" y="3011"/>
                    <a:pt x="10164" y="1964"/>
                  </a:cubicBezTo>
                  <a:cubicBezTo>
                    <a:pt x="10127" y="917"/>
                    <a:pt x="10308" y="744"/>
                    <a:pt x="10164" y="0"/>
                  </a:cubicBezTo>
                  <a:close/>
                </a:path>
              </a:pathLst>
            </a:custGeom>
            <a:solidFill>
              <a:srgbClr val="1866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14"/>
            <p:cNvSpPr/>
            <p:nvPr/>
          </p:nvSpPr>
          <p:spPr>
            <a:xfrm>
              <a:off x="2120075" y="5014950"/>
              <a:ext cx="11925" cy="146025"/>
            </a:xfrm>
            <a:custGeom>
              <a:avLst/>
              <a:gdLst/>
              <a:ahLst/>
              <a:cxnLst/>
              <a:rect l="l" t="t" r="r" b="b"/>
              <a:pathLst>
                <a:path w="477" h="5841" extrusionOk="0">
                  <a:moveTo>
                    <a:pt x="29" y="1"/>
                  </a:moveTo>
                  <a:cubicBezTo>
                    <a:pt x="27" y="1"/>
                    <a:pt x="25" y="2"/>
                    <a:pt x="23" y="4"/>
                  </a:cubicBezTo>
                  <a:cubicBezTo>
                    <a:pt x="7" y="4"/>
                    <a:pt x="7" y="18"/>
                    <a:pt x="7" y="24"/>
                  </a:cubicBezTo>
                  <a:cubicBezTo>
                    <a:pt x="66" y="234"/>
                    <a:pt x="80" y="394"/>
                    <a:pt x="80" y="553"/>
                  </a:cubicBezTo>
                  <a:cubicBezTo>
                    <a:pt x="80" y="777"/>
                    <a:pt x="43" y="993"/>
                    <a:pt x="7" y="1318"/>
                  </a:cubicBezTo>
                  <a:cubicBezTo>
                    <a:pt x="0" y="1347"/>
                    <a:pt x="0" y="1390"/>
                    <a:pt x="0" y="1441"/>
                  </a:cubicBezTo>
                  <a:cubicBezTo>
                    <a:pt x="0" y="1657"/>
                    <a:pt x="30" y="2041"/>
                    <a:pt x="73" y="2495"/>
                  </a:cubicBezTo>
                  <a:cubicBezTo>
                    <a:pt x="187" y="3847"/>
                    <a:pt x="433" y="5825"/>
                    <a:pt x="433" y="5825"/>
                  </a:cubicBezTo>
                  <a:cubicBezTo>
                    <a:pt x="433" y="5832"/>
                    <a:pt x="447" y="5840"/>
                    <a:pt x="456" y="5840"/>
                  </a:cubicBezTo>
                  <a:cubicBezTo>
                    <a:pt x="470" y="5840"/>
                    <a:pt x="477" y="5825"/>
                    <a:pt x="477" y="5818"/>
                  </a:cubicBezTo>
                  <a:cubicBezTo>
                    <a:pt x="477" y="5818"/>
                    <a:pt x="470" y="5761"/>
                    <a:pt x="456" y="5667"/>
                  </a:cubicBezTo>
                  <a:cubicBezTo>
                    <a:pt x="413" y="5320"/>
                    <a:pt x="310" y="4454"/>
                    <a:pt x="217" y="3578"/>
                  </a:cubicBezTo>
                  <a:cubicBezTo>
                    <a:pt x="123" y="2704"/>
                    <a:pt x="43" y="1817"/>
                    <a:pt x="43" y="1441"/>
                  </a:cubicBezTo>
                  <a:lnTo>
                    <a:pt x="43" y="1318"/>
                  </a:lnTo>
                  <a:cubicBezTo>
                    <a:pt x="80" y="993"/>
                    <a:pt x="123" y="784"/>
                    <a:pt x="123" y="553"/>
                  </a:cubicBezTo>
                  <a:cubicBezTo>
                    <a:pt x="123" y="394"/>
                    <a:pt x="101" y="227"/>
                    <a:pt x="43" y="18"/>
                  </a:cubicBezTo>
                  <a:cubicBezTo>
                    <a:pt x="43" y="7"/>
                    <a:pt x="36" y="1"/>
                    <a:pt x="29" y="1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14"/>
            <p:cNvSpPr/>
            <p:nvPr/>
          </p:nvSpPr>
          <p:spPr>
            <a:xfrm>
              <a:off x="2062475" y="5023075"/>
              <a:ext cx="4700" cy="142925"/>
            </a:xfrm>
            <a:custGeom>
              <a:avLst/>
              <a:gdLst/>
              <a:ahLst/>
              <a:cxnLst/>
              <a:rect l="l" t="t" r="r" b="b"/>
              <a:pathLst>
                <a:path w="188" h="5717" extrusionOk="0">
                  <a:moveTo>
                    <a:pt x="162" y="0"/>
                  </a:moveTo>
                  <a:cubicBezTo>
                    <a:pt x="159" y="0"/>
                    <a:pt x="155" y="1"/>
                    <a:pt x="151" y="3"/>
                  </a:cubicBezTo>
                  <a:cubicBezTo>
                    <a:pt x="144" y="3"/>
                    <a:pt x="137" y="11"/>
                    <a:pt x="137" y="25"/>
                  </a:cubicBezTo>
                  <a:cubicBezTo>
                    <a:pt x="144" y="69"/>
                    <a:pt x="151" y="119"/>
                    <a:pt x="151" y="176"/>
                  </a:cubicBezTo>
                  <a:cubicBezTo>
                    <a:pt x="151" y="445"/>
                    <a:pt x="73" y="842"/>
                    <a:pt x="14" y="1072"/>
                  </a:cubicBezTo>
                  <a:cubicBezTo>
                    <a:pt x="14" y="1086"/>
                    <a:pt x="7" y="1109"/>
                    <a:pt x="7" y="1130"/>
                  </a:cubicBezTo>
                  <a:cubicBezTo>
                    <a:pt x="0" y="1195"/>
                    <a:pt x="0" y="1303"/>
                    <a:pt x="0" y="1449"/>
                  </a:cubicBezTo>
                  <a:cubicBezTo>
                    <a:pt x="0" y="2560"/>
                    <a:pt x="151" y="5696"/>
                    <a:pt x="151" y="5696"/>
                  </a:cubicBezTo>
                  <a:cubicBezTo>
                    <a:pt x="151" y="5710"/>
                    <a:pt x="160" y="5716"/>
                    <a:pt x="174" y="5716"/>
                  </a:cubicBezTo>
                  <a:cubicBezTo>
                    <a:pt x="181" y="5716"/>
                    <a:pt x="187" y="5703"/>
                    <a:pt x="187" y="5696"/>
                  </a:cubicBezTo>
                  <a:cubicBezTo>
                    <a:pt x="187" y="5696"/>
                    <a:pt x="187" y="5645"/>
                    <a:pt x="181" y="5559"/>
                  </a:cubicBezTo>
                  <a:cubicBezTo>
                    <a:pt x="151" y="4943"/>
                    <a:pt x="37" y="2423"/>
                    <a:pt x="37" y="1449"/>
                  </a:cubicBezTo>
                  <a:cubicBezTo>
                    <a:pt x="37" y="1355"/>
                    <a:pt x="44" y="1275"/>
                    <a:pt x="44" y="1209"/>
                  </a:cubicBezTo>
                  <a:cubicBezTo>
                    <a:pt x="44" y="1182"/>
                    <a:pt x="44" y="1152"/>
                    <a:pt x="51" y="1130"/>
                  </a:cubicBezTo>
                  <a:lnTo>
                    <a:pt x="51" y="1086"/>
                  </a:lnTo>
                  <a:cubicBezTo>
                    <a:pt x="116" y="849"/>
                    <a:pt x="187" y="452"/>
                    <a:pt x="187" y="176"/>
                  </a:cubicBezTo>
                  <a:cubicBezTo>
                    <a:pt x="187" y="119"/>
                    <a:pt x="187" y="62"/>
                    <a:pt x="181" y="18"/>
                  </a:cubicBezTo>
                  <a:cubicBezTo>
                    <a:pt x="175" y="7"/>
                    <a:pt x="170" y="0"/>
                    <a:pt x="162" y="0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14"/>
            <p:cNvSpPr/>
            <p:nvPr/>
          </p:nvSpPr>
          <p:spPr>
            <a:xfrm>
              <a:off x="1949625" y="5058225"/>
              <a:ext cx="202225" cy="24750"/>
            </a:xfrm>
            <a:custGeom>
              <a:avLst/>
              <a:gdLst/>
              <a:ahLst/>
              <a:cxnLst/>
              <a:rect l="l" t="t" r="r" b="b"/>
              <a:pathLst>
                <a:path w="8089" h="990" extrusionOk="0">
                  <a:moveTo>
                    <a:pt x="8068" y="1"/>
                  </a:moveTo>
                  <a:cubicBezTo>
                    <a:pt x="8063" y="1"/>
                    <a:pt x="8058" y="3"/>
                    <a:pt x="8054" y="6"/>
                  </a:cubicBezTo>
                  <a:cubicBezTo>
                    <a:pt x="7888" y="166"/>
                    <a:pt x="7584" y="303"/>
                    <a:pt x="7194" y="417"/>
                  </a:cubicBezTo>
                  <a:cubicBezTo>
                    <a:pt x="6017" y="779"/>
                    <a:pt x="4044" y="953"/>
                    <a:pt x="2405" y="953"/>
                  </a:cubicBezTo>
                  <a:cubicBezTo>
                    <a:pt x="1408" y="953"/>
                    <a:pt x="527" y="887"/>
                    <a:pt x="28" y="757"/>
                  </a:cubicBezTo>
                  <a:cubicBezTo>
                    <a:pt x="21" y="757"/>
                    <a:pt x="7" y="764"/>
                    <a:pt x="7" y="772"/>
                  </a:cubicBezTo>
                  <a:cubicBezTo>
                    <a:pt x="0" y="786"/>
                    <a:pt x="7" y="793"/>
                    <a:pt x="21" y="800"/>
                  </a:cubicBezTo>
                  <a:cubicBezTo>
                    <a:pt x="527" y="923"/>
                    <a:pt x="1408" y="989"/>
                    <a:pt x="2405" y="989"/>
                  </a:cubicBezTo>
                  <a:cubicBezTo>
                    <a:pt x="3504" y="989"/>
                    <a:pt x="4745" y="916"/>
                    <a:pt x="5801" y="757"/>
                  </a:cubicBezTo>
                  <a:cubicBezTo>
                    <a:pt x="6328" y="677"/>
                    <a:pt x="6811" y="576"/>
                    <a:pt x="7201" y="460"/>
                  </a:cubicBezTo>
                  <a:cubicBezTo>
                    <a:pt x="7598" y="339"/>
                    <a:pt x="7902" y="200"/>
                    <a:pt x="8082" y="36"/>
                  </a:cubicBezTo>
                  <a:cubicBezTo>
                    <a:pt x="8089" y="27"/>
                    <a:pt x="8089" y="13"/>
                    <a:pt x="8082" y="6"/>
                  </a:cubicBezTo>
                  <a:cubicBezTo>
                    <a:pt x="8078" y="3"/>
                    <a:pt x="8073" y="1"/>
                    <a:pt x="8068" y="1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14"/>
            <p:cNvSpPr/>
            <p:nvPr/>
          </p:nvSpPr>
          <p:spPr>
            <a:xfrm>
              <a:off x="1967850" y="5081950"/>
              <a:ext cx="187650" cy="26275"/>
            </a:xfrm>
            <a:custGeom>
              <a:avLst/>
              <a:gdLst/>
              <a:ahLst/>
              <a:cxnLst/>
              <a:rect l="l" t="t" r="r" b="b"/>
              <a:pathLst>
                <a:path w="7506" h="1051" extrusionOk="0">
                  <a:moveTo>
                    <a:pt x="7477" y="1"/>
                  </a:moveTo>
                  <a:cubicBezTo>
                    <a:pt x="7474" y="1"/>
                    <a:pt x="7471" y="2"/>
                    <a:pt x="7469" y="4"/>
                  </a:cubicBezTo>
                  <a:cubicBezTo>
                    <a:pt x="6833" y="401"/>
                    <a:pt x="5952" y="654"/>
                    <a:pt x="5006" y="805"/>
                  </a:cubicBezTo>
                  <a:cubicBezTo>
                    <a:pt x="4066" y="957"/>
                    <a:pt x="3062" y="1014"/>
                    <a:pt x="2182" y="1014"/>
                  </a:cubicBezTo>
                  <a:cubicBezTo>
                    <a:pt x="1242" y="1014"/>
                    <a:pt x="448" y="950"/>
                    <a:pt x="22" y="891"/>
                  </a:cubicBezTo>
                  <a:cubicBezTo>
                    <a:pt x="15" y="891"/>
                    <a:pt x="1" y="898"/>
                    <a:pt x="1" y="907"/>
                  </a:cubicBezTo>
                  <a:cubicBezTo>
                    <a:pt x="1" y="921"/>
                    <a:pt x="8" y="928"/>
                    <a:pt x="15" y="928"/>
                  </a:cubicBezTo>
                  <a:cubicBezTo>
                    <a:pt x="441" y="994"/>
                    <a:pt x="1242" y="1051"/>
                    <a:pt x="2182" y="1051"/>
                  </a:cubicBezTo>
                  <a:cubicBezTo>
                    <a:pt x="3062" y="1051"/>
                    <a:pt x="4066" y="1000"/>
                    <a:pt x="5013" y="848"/>
                  </a:cubicBezTo>
                  <a:cubicBezTo>
                    <a:pt x="5959" y="697"/>
                    <a:pt x="6848" y="444"/>
                    <a:pt x="7490" y="40"/>
                  </a:cubicBezTo>
                  <a:cubicBezTo>
                    <a:pt x="7498" y="31"/>
                    <a:pt x="7505" y="18"/>
                    <a:pt x="7498" y="11"/>
                  </a:cubicBezTo>
                  <a:cubicBezTo>
                    <a:pt x="7492" y="6"/>
                    <a:pt x="7484" y="1"/>
                    <a:pt x="7477" y="1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14"/>
            <p:cNvSpPr/>
            <p:nvPr/>
          </p:nvSpPr>
          <p:spPr>
            <a:xfrm>
              <a:off x="1986975" y="5103625"/>
              <a:ext cx="172125" cy="29525"/>
            </a:xfrm>
            <a:custGeom>
              <a:avLst/>
              <a:gdLst/>
              <a:ahLst/>
              <a:cxnLst/>
              <a:rect l="l" t="t" r="r" b="b"/>
              <a:pathLst>
                <a:path w="6885" h="1181" extrusionOk="0">
                  <a:moveTo>
                    <a:pt x="6869" y="1"/>
                  </a:moveTo>
                  <a:cubicBezTo>
                    <a:pt x="6862" y="1"/>
                    <a:pt x="6853" y="5"/>
                    <a:pt x="6848" y="10"/>
                  </a:cubicBezTo>
                  <a:cubicBezTo>
                    <a:pt x="6697" y="205"/>
                    <a:pt x="6401" y="371"/>
                    <a:pt x="6018" y="517"/>
                  </a:cubicBezTo>
                  <a:cubicBezTo>
                    <a:pt x="5440" y="733"/>
                    <a:pt x="4660" y="884"/>
                    <a:pt x="3851" y="985"/>
                  </a:cubicBezTo>
                  <a:cubicBezTo>
                    <a:pt x="3034" y="1094"/>
                    <a:pt x="2197" y="1137"/>
                    <a:pt x="1481" y="1137"/>
                  </a:cubicBezTo>
                  <a:cubicBezTo>
                    <a:pt x="846" y="1137"/>
                    <a:pt x="319" y="1101"/>
                    <a:pt x="23" y="1028"/>
                  </a:cubicBezTo>
                  <a:cubicBezTo>
                    <a:pt x="21" y="1026"/>
                    <a:pt x="19" y="1025"/>
                    <a:pt x="16" y="1025"/>
                  </a:cubicBezTo>
                  <a:cubicBezTo>
                    <a:pt x="9" y="1025"/>
                    <a:pt x="0" y="1032"/>
                    <a:pt x="0" y="1044"/>
                  </a:cubicBezTo>
                  <a:cubicBezTo>
                    <a:pt x="0" y="1050"/>
                    <a:pt x="7" y="1064"/>
                    <a:pt x="16" y="1064"/>
                  </a:cubicBezTo>
                  <a:cubicBezTo>
                    <a:pt x="311" y="1137"/>
                    <a:pt x="846" y="1180"/>
                    <a:pt x="1481" y="1180"/>
                  </a:cubicBezTo>
                  <a:cubicBezTo>
                    <a:pt x="2434" y="1180"/>
                    <a:pt x="3620" y="1094"/>
                    <a:pt x="4653" y="907"/>
                  </a:cubicBezTo>
                  <a:cubicBezTo>
                    <a:pt x="5165" y="820"/>
                    <a:pt x="5641" y="697"/>
                    <a:pt x="6031" y="551"/>
                  </a:cubicBezTo>
                  <a:cubicBezTo>
                    <a:pt x="6415" y="407"/>
                    <a:pt x="6718" y="241"/>
                    <a:pt x="6877" y="31"/>
                  </a:cubicBezTo>
                  <a:cubicBezTo>
                    <a:pt x="6884" y="24"/>
                    <a:pt x="6884" y="10"/>
                    <a:pt x="6877" y="3"/>
                  </a:cubicBezTo>
                  <a:cubicBezTo>
                    <a:pt x="6875" y="1"/>
                    <a:pt x="6873" y="1"/>
                    <a:pt x="6869" y="1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14"/>
            <p:cNvSpPr/>
            <p:nvPr/>
          </p:nvSpPr>
          <p:spPr>
            <a:xfrm>
              <a:off x="1896150" y="5069200"/>
              <a:ext cx="274125" cy="96275"/>
            </a:xfrm>
            <a:custGeom>
              <a:avLst/>
              <a:gdLst/>
              <a:ahLst/>
              <a:cxnLst/>
              <a:rect l="l" t="t" r="r" b="b"/>
              <a:pathLst>
                <a:path w="10965" h="3851" extrusionOk="0">
                  <a:moveTo>
                    <a:pt x="709" y="1"/>
                  </a:moveTo>
                  <a:cubicBezTo>
                    <a:pt x="492" y="1488"/>
                    <a:pt x="0" y="3851"/>
                    <a:pt x="0" y="3851"/>
                  </a:cubicBezTo>
                  <a:lnTo>
                    <a:pt x="10965" y="3851"/>
                  </a:lnTo>
                  <a:cubicBezTo>
                    <a:pt x="10965" y="3851"/>
                    <a:pt x="10503" y="1611"/>
                    <a:pt x="10280" y="117"/>
                  </a:cubicBezTo>
                  <a:cubicBezTo>
                    <a:pt x="9630" y="918"/>
                    <a:pt x="8777" y="1604"/>
                    <a:pt x="7073" y="1965"/>
                  </a:cubicBezTo>
                  <a:cubicBezTo>
                    <a:pt x="6651" y="2056"/>
                    <a:pt x="6048" y="2123"/>
                    <a:pt x="5376" y="2123"/>
                  </a:cubicBezTo>
                  <a:cubicBezTo>
                    <a:pt x="3638" y="2123"/>
                    <a:pt x="1438" y="1671"/>
                    <a:pt x="709" y="1"/>
                  </a:cubicBezTo>
                  <a:close/>
                </a:path>
              </a:pathLst>
            </a:custGeom>
            <a:solidFill>
              <a:srgbClr val="212529">
                <a:alpha val="7058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14"/>
            <p:cNvSpPr/>
            <p:nvPr/>
          </p:nvSpPr>
          <p:spPr>
            <a:xfrm>
              <a:off x="1918025" y="5014950"/>
              <a:ext cx="233825" cy="31175"/>
            </a:xfrm>
            <a:custGeom>
              <a:avLst/>
              <a:gdLst/>
              <a:ahLst/>
              <a:cxnLst/>
              <a:rect l="l" t="t" r="r" b="b"/>
              <a:pathLst>
                <a:path w="9353" h="1247" extrusionOk="0">
                  <a:moveTo>
                    <a:pt x="9335" y="1"/>
                  </a:moveTo>
                  <a:cubicBezTo>
                    <a:pt x="9328" y="1"/>
                    <a:pt x="9323" y="6"/>
                    <a:pt x="9318" y="11"/>
                  </a:cubicBezTo>
                  <a:cubicBezTo>
                    <a:pt x="9216" y="184"/>
                    <a:pt x="8978" y="350"/>
                    <a:pt x="8652" y="494"/>
                  </a:cubicBezTo>
                  <a:cubicBezTo>
                    <a:pt x="8155" y="711"/>
                    <a:pt x="7446" y="891"/>
                    <a:pt x="6645" y="1014"/>
                  </a:cubicBezTo>
                  <a:cubicBezTo>
                    <a:pt x="5835" y="1137"/>
                    <a:pt x="4941" y="1210"/>
                    <a:pt x="4066" y="1210"/>
                  </a:cubicBezTo>
                  <a:cubicBezTo>
                    <a:pt x="3155" y="1210"/>
                    <a:pt x="2275" y="1137"/>
                    <a:pt x="1561" y="971"/>
                  </a:cubicBezTo>
                  <a:cubicBezTo>
                    <a:pt x="1198" y="891"/>
                    <a:pt x="881" y="784"/>
                    <a:pt x="628" y="661"/>
                  </a:cubicBezTo>
                  <a:cubicBezTo>
                    <a:pt x="368" y="531"/>
                    <a:pt x="165" y="380"/>
                    <a:pt x="44" y="206"/>
                  </a:cubicBezTo>
                  <a:cubicBezTo>
                    <a:pt x="39" y="197"/>
                    <a:pt x="32" y="193"/>
                    <a:pt x="25" y="193"/>
                  </a:cubicBezTo>
                  <a:cubicBezTo>
                    <a:pt x="21" y="193"/>
                    <a:pt x="17" y="195"/>
                    <a:pt x="14" y="198"/>
                  </a:cubicBezTo>
                  <a:cubicBezTo>
                    <a:pt x="7" y="206"/>
                    <a:pt x="0" y="220"/>
                    <a:pt x="7" y="227"/>
                  </a:cubicBezTo>
                  <a:cubicBezTo>
                    <a:pt x="137" y="408"/>
                    <a:pt x="347" y="567"/>
                    <a:pt x="607" y="697"/>
                  </a:cubicBezTo>
                  <a:cubicBezTo>
                    <a:pt x="1394" y="1080"/>
                    <a:pt x="2701" y="1247"/>
                    <a:pt x="4066" y="1247"/>
                  </a:cubicBezTo>
                  <a:cubicBezTo>
                    <a:pt x="5229" y="1247"/>
                    <a:pt x="6442" y="1130"/>
                    <a:pt x="7418" y="914"/>
                  </a:cubicBezTo>
                  <a:cubicBezTo>
                    <a:pt x="7909" y="805"/>
                    <a:pt x="8335" y="683"/>
                    <a:pt x="8668" y="531"/>
                  </a:cubicBezTo>
                  <a:cubicBezTo>
                    <a:pt x="8999" y="387"/>
                    <a:pt x="9238" y="220"/>
                    <a:pt x="9353" y="33"/>
                  </a:cubicBezTo>
                  <a:cubicBezTo>
                    <a:pt x="9353" y="24"/>
                    <a:pt x="9353" y="11"/>
                    <a:pt x="9346" y="4"/>
                  </a:cubicBezTo>
                  <a:cubicBezTo>
                    <a:pt x="9342" y="2"/>
                    <a:pt x="9338" y="1"/>
                    <a:pt x="9335" y="1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14"/>
            <p:cNvSpPr/>
            <p:nvPr/>
          </p:nvSpPr>
          <p:spPr>
            <a:xfrm>
              <a:off x="1916375" y="4969875"/>
              <a:ext cx="233875" cy="54750"/>
            </a:xfrm>
            <a:custGeom>
              <a:avLst/>
              <a:gdLst/>
              <a:ahLst/>
              <a:cxnLst/>
              <a:rect l="l" t="t" r="r" b="b"/>
              <a:pathLst>
                <a:path w="9355" h="2190" extrusionOk="0">
                  <a:moveTo>
                    <a:pt x="4674" y="0"/>
                  </a:moveTo>
                  <a:cubicBezTo>
                    <a:pt x="2095" y="0"/>
                    <a:pt x="1" y="493"/>
                    <a:pt x="1" y="1099"/>
                  </a:cubicBezTo>
                  <a:cubicBezTo>
                    <a:pt x="1" y="1697"/>
                    <a:pt x="2095" y="2190"/>
                    <a:pt x="4674" y="2190"/>
                  </a:cubicBezTo>
                  <a:cubicBezTo>
                    <a:pt x="7261" y="2190"/>
                    <a:pt x="9355" y="1697"/>
                    <a:pt x="9355" y="1099"/>
                  </a:cubicBezTo>
                  <a:cubicBezTo>
                    <a:pt x="9355" y="493"/>
                    <a:pt x="7261" y="0"/>
                    <a:pt x="4674" y="0"/>
                  </a:cubicBezTo>
                  <a:close/>
                </a:path>
              </a:pathLst>
            </a:custGeom>
            <a:solidFill>
              <a:srgbClr val="0649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14"/>
            <p:cNvSpPr/>
            <p:nvPr/>
          </p:nvSpPr>
          <p:spPr>
            <a:xfrm>
              <a:off x="1812200" y="4503300"/>
              <a:ext cx="499500" cy="521400"/>
            </a:xfrm>
            <a:custGeom>
              <a:avLst/>
              <a:gdLst/>
              <a:ahLst/>
              <a:cxnLst/>
              <a:rect l="l" t="t" r="r" b="b"/>
              <a:pathLst>
                <a:path w="19980" h="20856" extrusionOk="0">
                  <a:moveTo>
                    <a:pt x="17559" y="0"/>
                  </a:moveTo>
                  <a:lnTo>
                    <a:pt x="2391" y="1004"/>
                  </a:lnTo>
                  <a:cubicBezTo>
                    <a:pt x="174" y="2601"/>
                    <a:pt x="0" y="4976"/>
                    <a:pt x="3358" y="6428"/>
                  </a:cubicBezTo>
                  <a:cubicBezTo>
                    <a:pt x="550" y="7706"/>
                    <a:pt x="1040" y="11636"/>
                    <a:pt x="3358" y="12365"/>
                  </a:cubicBezTo>
                  <a:cubicBezTo>
                    <a:pt x="2692" y="13397"/>
                    <a:pt x="3230" y="14836"/>
                    <a:pt x="4563" y="14836"/>
                  </a:cubicBezTo>
                  <a:cubicBezTo>
                    <a:pt x="4705" y="14836"/>
                    <a:pt x="4855" y="14820"/>
                    <a:pt x="5014" y="14785"/>
                  </a:cubicBezTo>
                  <a:lnTo>
                    <a:pt x="5014" y="14785"/>
                  </a:lnTo>
                  <a:cubicBezTo>
                    <a:pt x="4124" y="15609"/>
                    <a:pt x="4428" y="16410"/>
                    <a:pt x="5525" y="17205"/>
                  </a:cubicBezTo>
                  <a:cubicBezTo>
                    <a:pt x="5489" y="17203"/>
                    <a:pt x="5455" y="17201"/>
                    <a:pt x="5421" y="17201"/>
                  </a:cubicBezTo>
                  <a:cubicBezTo>
                    <a:pt x="4390" y="17201"/>
                    <a:pt x="4279" y="18455"/>
                    <a:pt x="5041" y="19119"/>
                  </a:cubicBezTo>
                  <a:cubicBezTo>
                    <a:pt x="4840" y="19920"/>
                    <a:pt x="5244" y="20440"/>
                    <a:pt x="6248" y="20672"/>
                  </a:cubicBezTo>
                  <a:cubicBezTo>
                    <a:pt x="7078" y="20796"/>
                    <a:pt x="7921" y="20856"/>
                    <a:pt x="8773" y="20856"/>
                  </a:cubicBezTo>
                  <a:cubicBezTo>
                    <a:pt x="9714" y="20856"/>
                    <a:pt x="10666" y="20783"/>
                    <a:pt x="11629" y="20643"/>
                  </a:cubicBezTo>
                  <a:cubicBezTo>
                    <a:pt x="13565" y="20484"/>
                    <a:pt x="12554" y="17623"/>
                    <a:pt x="12554" y="17623"/>
                  </a:cubicBezTo>
                  <a:cubicBezTo>
                    <a:pt x="13341" y="17110"/>
                    <a:pt x="13269" y="16496"/>
                    <a:pt x="12821" y="15833"/>
                  </a:cubicBezTo>
                  <a:cubicBezTo>
                    <a:pt x="14432" y="15723"/>
                    <a:pt x="14822" y="13962"/>
                    <a:pt x="14049" y="13232"/>
                  </a:cubicBezTo>
                  <a:cubicBezTo>
                    <a:pt x="17653" y="12365"/>
                    <a:pt x="18882" y="9079"/>
                    <a:pt x="17061" y="6522"/>
                  </a:cubicBezTo>
                  <a:cubicBezTo>
                    <a:pt x="18636" y="6248"/>
                    <a:pt x="19249" y="3719"/>
                    <a:pt x="17559" y="3011"/>
                  </a:cubicBezTo>
                  <a:cubicBezTo>
                    <a:pt x="17559" y="3011"/>
                    <a:pt x="19979" y="390"/>
                    <a:pt x="17559" y="0"/>
                  </a:cubicBezTo>
                  <a:close/>
                </a:path>
              </a:pathLst>
            </a:custGeom>
            <a:solidFill>
              <a:srgbClr val="002416">
                <a:alpha val="3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14"/>
            <p:cNvSpPr/>
            <p:nvPr/>
          </p:nvSpPr>
          <p:spPr>
            <a:xfrm>
              <a:off x="1779125" y="4925850"/>
              <a:ext cx="104025" cy="302650"/>
            </a:xfrm>
            <a:custGeom>
              <a:avLst/>
              <a:gdLst/>
              <a:ahLst/>
              <a:cxnLst/>
              <a:rect l="l" t="t" r="r" b="b"/>
              <a:pathLst>
                <a:path w="4161" h="12106" extrusionOk="0">
                  <a:moveTo>
                    <a:pt x="659" y="0"/>
                  </a:moveTo>
                  <a:lnTo>
                    <a:pt x="1" y="12105"/>
                  </a:lnTo>
                  <a:lnTo>
                    <a:pt x="4161" y="12105"/>
                  </a:lnTo>
                  <a:lnTo>
                    <a:pt x="35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14"/>
            <p:cNvSpPr/>
            <p:nvPr/>
          </p:nvSpPr>
          <p:spPr>
            <a:xfrm>
              <a:off x="1790350" y="4969525"/>
              <a:ext cx="81625" cy="67575"/>
            </a:xfrm>
            <a:custGeom>
              <a:avLst/>
              <a:gdLst/>
              <a:ahLst/>
              <a:cxnLst/>
              <a:rect l="l" t="t" r="r" b="b"/>
              <a:pathLst>
                <a:path w="3265" h="2703" extrusionOk="0">
                  <a:moveTo>
                    <a:pt x="115" y="0"/>
                  </a:moveTo>
                  <a:lnTo>
                    <a:pt x="0" y="2138"/>
                  </a:lnTo>
                  <a:cubicBezTo>
                    <a:pt x="0" y="2514"/>
                    <a:pt x="817" y="2702"/>
                    <a:pt x="1633" y="2702"/>
                  </a:cubicBezTo>
                  <a:cubicBezTo>
                    <a:pt x="2449" y="2702"/>
                    <a:pt x="3265" y="2514"/>
                    <a:pt x="3265" y="2138"/>
                  </a:cubicBezTo>
                  <a:lnTo>
                    <a:pt x="3149" y="0"/>
                  </a:lnTo>
                  <a:cubicBezTo>
                    <a:pt x="3149" y="314"/>
                    <a:pt x="2390" y="471"/>
                    <a:pt x="1632" y="471"/>
                  </a:cubicBezTo>
                  <a:cubicBezTo>
                    <a:pt x="873" y="471"/>
                    <a:pt x="115" y="314"/>
                    <a:pt x="115" y="0"/>
                  </a:cubicBez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14"/>
            <p:cNvSpPr/>
            <p:nvPr/>
          </p:nvSpPr>
          <p:spPr>
            <a:xfrm>
              <a:off x="1784550" y="5076050"/>
              <a:ext cx="93200" cy="78700"/>
            </a:xfrm>
            <a:custGeom>
              <a:avLst/>
              <a:gdLst/>
              <a:ahLst/>
              <a:cxnLst/>
              <a:rect l="l" t="t" r="r" b="b"/>
              <a:pathLst>
                <a:path w="3728" h="3148" extrusionOk="0">
                  <a:moveTo>
                    <a:pt x="116" y="0"/>
                  </a:moveTo>
                  <a:lnTo>
                    <a:pt x="0" y="2140"/>
                  </a:lnTo>
                  <a:cubicBezTo>
                    <a:pt x="0" y="2811"/>
                    <a:pt x="932" y="3147"/>
                    <a:pt x="1864" y="3147"/>
                  </a:cubicBezTo>
                  <a:cubicBezTo>
                    <a:pt x="2796" y="3147"/>
                    <a:pt x="3727" y="2811"/>
                    <a:pt x="3727" y="2140"/>
                  </a:cubicBezTo>
                  <a:lnTo>
                    <a:pt x="3613" y="0"/>
                  </a:lnTo>
                  <a:cubicBezTo>
                    <a:pt x="3613" y="514"/>
                    <a:pt x="2739" y="770"/>
                    <a:pt x="1865" y="770"/>
                  </a:cubicBezTo>
                  <a:cubicBezTo>
                    <a:pt x="990" y="770"/>
                    <a:pt x="116" y="514"/>
                    <a:pt x="116" y="0"/>
                  </a:cubicBez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14"/>
            <p:cNvSpPr/>
            <p:nvPr/>
          </p:nvSpPr>
          <p:spPr>
            <a:xfrm>
              <a:off x="1807500" y="5008525"/>
              <a:ext cx="75650" cy="219975"/>
            </a:xfrm>
            <a:custGeom>
              <a:avLst/>
              <a:gdLst/>
              <a:ahLst/>
              <a:cxnLst/>
              <a:rect l="l" t="t" r="r" b="b"/>
              <a:pathLst>
                <a:path w="3026" h="8799" extrusionOk="0">
                  <a:moveTo>
                    <a:pt x="2549" y="1"/>
                  </a:moveTo>
                  <a:cubicBezTo>
                    <a:pt x="1582" y="1055"/>
                    <a:pt x="1329" y="6834"/>
                    <a:pt x="1" y="8798"/>
                  </a:cubicBezTo>
                  <a:lnTo>
                    <a:pt x="3026" y="8798"/>
                  </a:lnTo>
                  <a:lnTo>
                    <a:pt x="2549" y="1"/>
                  </a:ln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14"/>
            <p:cNvSpPr/>
            <p:nvPr/>
          </p:nvSpPr>
          <p:spPr>
            <a:xfrm>
              <a:off x="1795600" y="4913925"/>
              <a:ext cx="71125" cy="23650"/>
            </a:xfrm>
            <a:custGeom>
              <a:avLst/>
              <a:gdLst/>
              <a:ahLst/>
              <a:cxnLst/>
              <a:rect l="l" t="t" r="r" b="b"/>
              <a:pathLst>
                <a:path w="2845" h="946" extrusionOk="0">
                  <a:moveTo>
                    <a:pt x="1422" y="0"/>
                  </a:moveTo>
                  <a:cubicBezTo>
                    <a:pt x="635" y="0"/>
                    <a:pt x="0" y="217"/>
                    <a:pt x="0" y="477"/>
                  </a:cubicBezTo>
                  <a:cubicBezTo>
                    <a:pt x="0" y="737"/>
                    <a:pt x="635" y="945"/>
                    <a:pt x="1422" y="945"/>
                  </a:cubicBezTo>
                  <a:cubicBezTo>
                    <a:pt x="2210" y="945"/>
                    <a:pt x="2845" y="737"/>
                    <a:pt x="2845" y="477"/>
                  </a:cubicBezTo>
                  <a:cubicBezTo>
                    <a:pt x="2845" y="217"/>
                    <a:pt x="2210" y="0"/>
                    <a:pt x="1422" y="0"/>
                  </a:cubicBezTo>
                  <a:close/>
                </a:path>
              </a:pathLst>
            </a:custGeom>
            <a:solidFill>
              <a:srgbClr val="0649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14"/>
            <p:cNvSpPr/>
            <p:nvPr/>
          </p:nvSpPr>
          <p:spPr>
            <a:xfrm>
              <a:off x="1795025" y="4932950"/>
              <a:ext cx="70450" cy="11500"/>
            </a:xfrm>
            <a:custGeom>
              <a:avLst/>
              <a:gdLst/>
              <a:ahLst/>
              <a:cxnLst/>
              <a:rect l="l" t="t" r="r" b="b"/>
              <a:pathLst>
                <a:path w="2818" h="460" extrusionOk="0">
                  <a:moveTo>
                    <a:pt x="23" y="1"/>
                  </a:moveTo>
                  <a:cubicBezTo>
                    <a:pt x="20" y="1"/>
                    <a:pt x="17" y="2"/>
                    <a:pt x="15" y="4"/>
                  </a:cubicBezTo>
                  <a:cubicBezTo>
                    <a:pt x="1" y="11"/>
                    <a:pt x="1" y="26"/>
                    <a:pt x="8" y="33"/>
                  </a:cubicBezTo>
                  <a:cubicBezTo>
                    <a:pt x="110" y="184"/>
                    <a:pt x="304" y="293"/>
                    <a:pt x="543" y="357"/>
                  </a:cubicBezTo>
                  <a:cubicBezTo>
                    <a:pt x="774" y="423"/>
                    <a:pt x="1063" y="460"/>
                    <a:pt x="1351" y="460"/>
                  </a:cubicBezTo>
                  <a:cubicBezTo>
                    <a:pt x="1641" y="460"/>
                    <a:pt x="1937" y="423"/>
                    <a:pt x="2190" y="373"/>
                  </a:cubicBezTo>
                  <a:cubicBezTo>
                    <a:pt x="2450" y="314"/>
                    <a:pt x="2667" y="227"/>
                    <a:pt x="2811" y="120"/>
                  </a:cubicBezTo>
                  <a:cubicBezTo>
                    <a:pt x="2818" y="113"/>
                    <a:pt x="2818" y="97"/>
                    <a:pt x="2811" y="91"/>
                  </a:cubicBezTo>
                  <a:cubicBezTo>
                    <a:pt x="2807" y="87"/>
                    <a:pt x="2804" y="85"/>
                    <a:pt x="2799" y="85"/>
                  </a:cubicBezTo>
                  <a:cubicBezTo>
                    <a:pt x="2795" y="85"/>
                    <a:pt x="2789" y="87"/>
                    <a:pt x="2781" y="91"/>
                  </a:cubicBezTo>
                  <a:cubicBezTo>
                    <a:pt x="2651" y="193"/>
                    <a:pt x="2435" y="271"/>
                    <a:pt x="2181" y="330"/>
                  </a:cubicBezTo>
                  <a:cubicBezTo>
                    <a:pt x="1930" y="387"/>
                    <a:pt x="1641" y="416"/>
                    <a:pt x="1351" y="416"/>
                  </a:cubicBezTo>
                  <a:cubicBezTo>
                    <a:pt x="1063" y="416"/>
                    <a:pt x="781" y="387"/>
                    <a:pt x="550" y="323"/>
                  </a:cubicBezTo>
                  <a:cubicBezTo>
                    <a:pt x="318" y="250"/>
                    <a:pt x="131" y="149"/>
                    <a:pt x="44" y="11"/>
                  </a:cubicBezTo>
                  <a:cubicBezTo>
                    <a:pt x="39" y="6"/>
                    <a:pt x="31" y="1"/>
                    <a:pt x="23" y="1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14"/>
            <p:cNvSpPr/>
            <p:nvPr/>
          </p:nvSpPr>
          <p:spPr>
            <a:xfrm>
              <a:off x="1616825" y="4497500"/>
              <a:ext cx="461000" cy="440475"/>
            </a:xfrm>
            <a:custGeom>
              <a:avLst/>
              <a:gdLst/>
              <a:ahLst/>
              <a:cxnLst/>
              <a:rect l="l" t="t" r="r" b="b"/>
              <a:pathLst>
                <a:path w="18440" h="17619" extrusionOk="0">
                  <a:moveTo>
                    <a:pt x="3105" y="0"/>
                  </a:moveTo>
                  <a:cubicBezTo>
                    <a:pt x="1691" y="383"/>
                    <a:pt x="1351" y="2189"/>
                    <a:pt x="2651" y="2600"/>
                  </a:cubicBezTo>
                  <a:cubicBezTo>
                    <a:pt x="0" y="6126"/>
                    <a:pt x="1214" y="9514"/>
                    <a:pt x="4522" y="9838"/>
                  </a:cubicBezTo>
                  <a:cubicBezTo>
                    <a:pt x="3686" y="11000"/>
                    <a:pt x="4346" y="12256"/>
                    <a:pt x="5895" y="12256"/>
                  </a:cubicBezTo>
                  <a:cubicBezTo>
                    <a:pt x="5954" y="12256"/>
                    <a:pt x="6014" y="12254"/>
                    <a:pt x="6075" y="12251"/>
                  </a:cubicBezTo>
                  <a:lnTo>
                    <a:pt x="6075" y="12251"/>
                  </a:lnTo>
                  <a:cubicBezTo>
                    <a:pt x="5794" y="13117"/>
                    <a:pt x="6308" y="13950"/>
                    <a:pt x="7161" y="13950"/>
                  </a:cubicBezTo>
                  <a:cubicBezTo>
                    <a:pt x="7296" y="13950"/>
                    <a:pt x="7441" y="13929"/>
                    <a:pt x="7592" y="13884"/>
                  </a:cubicBezTo>
                  <a:lnTo>
                    <a:pt x="7592" y="13884"/>
                  </a:lnTo>
                  <a:cubicBezTo>
                    <a:pt x="6959" y="14453"/>
                    <a:pt x="7264" y="15220"/>
                    <a:pt x="8167" y="15220"/>
                  </a:cubicBezTo>
                  <a:cubicBezTo>
                    <a:pt x="8192" y="15220"/>
                    <a:pt x="8216" y="15220"/>
                    <a:pt x="8242" y="15219"/>
                  </a:cubicBezTo>
                  <a:lnTo>
                    <a:pt x="8242" y="15219"/>
                  </a:lnTo>
                  <a:cubicBezTo>
                    <a:pt x="7526" y="15711"/>
                    <a:pt x="6739" y="16512"/>
                    <a:pt x="7635" y="17488"/>
                  </a:cubicBezTo>
                  <a:cubicBezTo>
                    <a:pt x="7909" y="17578"/>
                    <a:pt x="8243" y="17619"/>
                    <a:pt x="8571" y="17619"/>
                  </a:cubicBezTo>
                  <a:cubicBezTo>
                    <a:pt x="9288" y="17619"/>
                    <a:pt x="9982" y="17425"/>
                    <a:pt x="9996" y="17134"/>
                  </a:cubicBezTo>
                  <a:cubicBezTo>
                    <a:pt x="10892" y="16808"/>
                    <a:pt x="11123" y="16065"/>
                    <a:pt x="10653" y="15349"/>
                  </a:cubicBezTo>
                  <a:cubicBezTo>
                    <a:pt x="11476" y="15017"/>
                    <a:pt x="11485" y="14411"/>
                    <a:pt x="10892" y="13601"/>
                  </a:cubicBezTo>
                  <a:lnTo>
                    <a:pt x="10892" y="13601"/>
                  </a:lnTo>
                  <a:cubicBezTo>
                    <a:pt x="10946" y="13603"/>
                    <a:pt x="10999" y="13604"/>
                    <a:pt x="11050" y="13604"/>
                  </a:cubicBezTo>
                  <a:cubicBezTo>
                    <a:pt x="13033" y="13604"/>
                    <a:pt x="13235" y="12384"/>
                    <a:pt x="13340" y="11088"/>
                  </a:cubicBezTo>
                  <a:cubicBezTo>
                    <a:pt x="13655" y="11187"/>
                    <a:pt x="13947" y="11233"/>
                    <a:pt x="14216" y="11233"/>
                  </a:cubicBezTo>
                  <a:cubicBezTo>
                    <a:pt x="16165" y="11233"/>
                    <a:pt x="16855" y="8826"/>
                    <a:pt x="15732" y="7194"/>
                  </a:cubicBezTo>
                  <a:cubicBezTo>
                    <a:pt x="18440" y="5520"/>
                    <a:pt x="17523" y="1446"/>
                    <a:pt x="14562" y="730"/>
                  </a:cubicBezTo>
                  <a:lnTo>
                    <a:pt x="3105" y="0"/>
                  </a:lnTo>
                  <a:close/>
                </a:path>
              </a:pathLst>
            </a:custGeom>
            <a:solidFill>
              <a:srgbClr val="002416">
                <a:alpha val="3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14"/>
            <p:cNvSpPr/>
            <p:nvPr/>
          </p:nvSpPr>
          <p:spPr>
            <a:xfrm>
              <a:off x="2257825" y="5124925"/>
              <a:ext cx="98400" cy="101650"/>
            </a:xfrm>
            <a:custGeom>
              <a:avLst/>
              <a:gdLst/>
              <a:ahLst/>
              <a:cxnLst/>
              <a:rect l="l" t="t" r="r" b="b"/>
              <a:pathLst>
                <a:path w="3936" h="4066" extrusionOk="0">
                  <a:moveTo>
                    <a:pt x="2129" y="0"/>
                  </a:moveTo>
                  <a:cubicBezTo>
                    <a:pt x="1922" y="0"/>
                    <a:pt x="1690" y="103"/>
                    <a:pt x="1468" y="342"/>
                  </a:cubicBezTo>
                  <a:cubicBezTo>
                    <a:pt x="1468" y="342"/>
                    <a:pt x="1260" y="223"/>
                    <a:pt x="1013" y="223"/>
                  </a:cubicBezTo>
                  <a:cubicBezTo>
                    <a:pt x="765" y="223"/>
                    <a:pt x="476" y="345"/>
                    <a:pt x="320" y="835"/>
                  </a:cubicBezTo>
                  <a:cubicBezTo>
                    <a:pt x="1" y="1816"/>
                    <a:pt x="594" y="2005"/>
                    <a:pt x="594" y="2005"/>
                  </a:cubicBezTo>
                  <a:cubicBezTo>
                    <a:pt x="594" y="2005"/>
                    <a:pt x="181" y="3080"/>
                    <a:pt x="991" y="3196"/>
                  </a:cubicBezTo>
                  <a:cubicBezTo>
                    <a:pt x="991" y="3196"/>
                    <a:pt x="997" y="4066"/>
                    <a:pt x="1721" y="4066"/>
                  </a:cubicBezTo>
                  <a:cubicBezTo>
                    <a:pt x="1747" y="4066"/>
                    <a:pt x="1773" y="4065"/>
                    <a:pt x="1800" y="4062"/>
                  </a:cubicBezTo>
                  <a:cubicBezTo>
                    <a:pt x="2551" y="3990"/>
                    <a:pt x="2594" y="2915"/>
                    <a:pt x="2594" y="2915"/>
                  </a:cubicBezTo>
                  <a:cubicBezTo>
                    <a:pt x="2688" y="2952"/>
                    <a:pt x="2778" y="2969"/>
                    <a:pt x="2863" y="2969"/>
                  </a:cubicBezTo>
                  <a:cubicBezTo>
                    <a:pt x="3611" y="2969"/>
                    <a:pt x="3936" y="1635"/>
                    <a:pt x="2768" y="1181"/>
                  </a:cubicBezTo>
                  <a:cubicBezTo>
                    <a:pt x="2948" y="533"/>
                    <a:pt x="2602" y="0"/>
                    <a:pt x="2129" y="0"/>
                  </a:cubicBezTo>
                  <a:close/>
                </a:path>
              </a:pathLst>
            </a:custGeom>
            <a:solidFill>
              <a:srgbClr val="7392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14"/>
            <p:cNvSpPr/>
            <p:nvPr/>
          </p:nvSpPr>
          <p:spPr>
            <a:xfrm>
              <a:off x="2257825" y="5127150"/>
              <a:ext cx="86200" cy="99425"/>
            </a:xfrm>
            <a:custGeom>
              <a:avLst/>
              <a:gdLst/>
              <a:ahLst/>
              <a:cxnLst/>
              <a:rect l="l" t="t" r="r" b="b"/>
              <a:pathLst>
                <a:path w="3448" h="3977" extrusionOk="0">
                  <a:moveTo>
                    <a:pt x="1800" y="0"/>
                  </a:moveTo>
                  <a:cubicBezTo>
                    <a:pt x="1684" y="52"/>
                    <a:pt x="1577" y="139"/>
                    <a:pt x="1468" y="253"/>
                  </a:cubicBezTo>
                  <a:cubicBezTo>
                    <a:pt x="1468" y="253"/>
                    <a:pt x="1260" y="134"/>
                    <a:pt x="1013" y="134"/>
                  </a:cubicBezTo>
                  <a:cubicBezTo>
                    <a:pt x="765" y="134"/>
                    <a:pt x="476" y="256"/>
                    <a:pt x="320" y="746"/>
                  </a:cubicBezTo>
                  <a:cubicBezTo>
                    <a:pt x="1" y="1727"/>
                    <a:pt x="594" y="1916"/>
                    <a:pt x="594" y="1916"/>
                  </a:cubicBezTo>
                  <a:cubicBezTo>
                    <a:pt x="594" y="1916"/>
                    <a:pt x="181" y="2991"/>
                    <a:pt x="991" y="3107"/>
                  </a:cubicBezTo>
                  <a:cubicBezTo>
                    <a:pt x="991" y="3107"/>
                    <a:pt x="997" y="3977"/>
                    <a:pt x="1721" y="3977"/>
                  </a:cubicBezTo>
                  <a:cubicBezTo>
                    <a:pt x="1747" y="3977"/>
                    <a:pt x="1773" y="3976"/>
                    <a:pt x="1800" y="3973"/>
                  </a:cubicBezTo>
                  <a:cubicBezTo>
                    <a:pt x="2551" y="3901"/>
                    <a:pt x="2594" y="2826"/>
                    <a:pt x="2594" y="2826"/>
                  </a:cubicBezTo>
                  <a:cubicBezTo>
                    <a:pt x="2689" y="2863"/>
                    <a:pt x="2779" y="2880"/>
                    <a:pt x="2864" y="2880"/>
                  </a:cubicBezTo>
                  <a:cubicBezTo>
                    <a:pt x="3124" y="2880"/>
                    <a:pt x="3332" y="2720"/>
                    <a:pt x="3447" y="2486"/>
                  </a:cubicBezTo>
                  <a:cubicBezTo>
                    <a:pt x="3418" y="2457"/>
                    <a:pt x="3381" y="2436"/>
                    <a:pt x="3354" y="2406"/>
                  </a:cubicBezTo>
                  <a:cubicBezTo>
                    <a:pt x="2724" y="1857"/>
                    <a:pt x="2277" y="1200"/>
                    <a:pt x="2010" y="427"/>
                  </a:cubicBezTo>
                  <a:cubicBezTo>
                    <a:pt x="1930" y="283"/>
                    <a:pt x="1858" y="146"/>
                    <a:pt x="1800" y="0"/>
                  </a:cubicBezTo>
                  <a:close/>
                </a:path>
              </a:pathLst>
            </a:custGeom>
            <a:solidFill>
              <a:srgbClr val="212529">
                <a:alpha val="12156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14"/>
            <p:cNvSpPr/>
            <p:nvPr/>
          </p:nvSpPr>
          <p:spPr>
            <a:xfrm>
              <a:off x="2178725" y="5043975"/>
              <a:ext cx="120475" cy="126475"/>
            </a:xfrm>
            <a:custGeom>
              <a:avLst/>
              <a:gdLst/>
              <a:ahLst/>
              <a:cxnLst/>
              <a:rect l="l" t="t" r="r" b="b"/>
              <a:pathLst>
                <a:path w="4819" h="5059" extrusionOk="0">
                  <a:moveTo>
                    <a:pt x="1577" y="1"/>
                  </a:moveTo>
                  <a:cubicBezTo>
                    <a:pt x="693" y="1"/>
                    <a:pt x="0" y="1093"/>
                    <a:pt x="948" y="1854"/>
                  </a:cubicBezTo>
                  <a:cubicBezTo>
                    <a:pt x="404" y="2559"/>
                    <a:pt x="779" y="3126"/>
                    <a:pt x="1453" y="3126"/>
                  </a:cubicBezTo>
                  <a:cubicBezTo>
                    <a:pt x="1540" y="3126"/>
                    <a:pt x="1632" y="3117"/>
                    <a:pt x="1728" y="3097"/>
                  </a:cubicBezTo>
                  <a:lnTo>
                    <a:pt x="1728" y="3097"/>
                  </a:lnTo>
                  <a:cubicBezTo>
                    <a:pt x="1090" y="3666"/>
                    <a:pt x="1431" y="4488"/>
                    <a:pt x="2214" y="4488"/>
                  </a:cubicBezTo>
                  <a:cubicBezTo>
                    <a:pt x="2247" y="4488"/>
                    <a:pt x="2280" y="4486"/>
                    <a:pt x="2314" y="4484"/>
                  </a:cubicBezTo>
                  <a:lnTo>
                    <a:pt x="2314" y="4484"/>
                  </a:lnTo>
                  <a:cubicBezTo>
                    <a:pt x="2231" y="4874"/>
                    <a:pt x="2459" y="5058"/>
                    <a:pt x="2695" y="5058"/>
                  </a:cubicBezTo>
                  <a:cubicBezTo>
                    <a:pt x="2855" y="5058"/>
                    <a:pt x="3020" y="4973"/>
                    <a:pt x="3094" y="4809"/>
                  </a:cubicBezTo>
                  <a:cubicBezTo>
                    <a:pt x="3178" y="4949"/>
                    <a:pt x="3306" y="5008"/>
                    <a:pt x="3448" y="5008"/>
                  </a:cubicBezTo>
                  <a:cubicBezTo>
                    <a:pt x="3971" y="5008"/>
                    <a:pt x="4678" y="4200"/>
                    <a:pt x="4047" y="3683"/>
                  </a:cubicBezTo>
                  <a:cubicBezTo>
                    <a:pt x="4819" y="3241"/>
                    <a:pt x="4784" y="2157"/>
                    <a:pt x="3815" y="2036"/>
                  </a:cubicBezTo>
                  <a:cubicBezTo>
                    <a:pt x="4463" y="1223"/>
                    <a:pt x="3873" y="437"/>
                    <a:pt x="3194" y="437"/>
                  </a:cubicBezTo>
                  <a:cubicBezTo>
                    <a:pt x="3010" y="437"/>
                    <a:pt x="2819" y="495"/>
                    <a:pt x="2645" y="626"/>
                  </a:cubicBezTo>
                  <a:cubicBezTo>
                    <a:pt x="2321" y="178"/>
                    <a:pt x="1934" y="1"/>
                    <a:pt x="1577" y="1"/>
                  </a:cubicBezTo>
                  <a:close/>
                </a:path>
              </a:pathLst>
            </a:custGeom>
            <a:solidFill>
              <a:srgbClr val="7392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14"/>
            <p:cNvSpPr/>
            <p:nvPr/>
          </p:nvSpPr>
          <p:spPr>
            <a:xfrm>
              <a:off x="2131250" y="5083450"/>
              <a:ext cx="163275" cy="226875"/>
            </a:xfrm>
            <a:custGeom>
              <a:avLst/>
              <a:gdLst/>
              <a:ahLst/>
              <a:cxnLst/>
              <a:rect l="l" t="t" r="r" b="b"/>
              <a:pathLst>
                <a:path w="6531" h="9075" extrusionOk="0">
                  <a:moveTo>
                    <a:pt x="4754" y="1"/>
                  </a:moveTo>
                  <a:lnTo>
                    <a:pt x="4754" y="1"/>
                  </a:lnTo>
                  <a:cubicBezTo>
                    <a:pt x="4754" y="1"/>
                    <a:pt x="4371" y="485"/>
                    <a:pt x="4133" y="1265"/>
                  </a:cubicBezTo>
                  <a:cubicBezTo>
                    <a:pt x="3887" y="2045"/>
                    <a:pt x="4024" y="3438"/>
                    <a:pt x="4241" y="4652"/>
                  </a:cubicBezTo>
                  <a:cubicBezTo>
                    <a:pt x="4457" y="5874"/>
                    <a:pt x="2254" y="5475"/>
                    <a:pt x="0" y="7484"/>
                  </a:cubicBezTo>
                  <a:lnTo>
                    <a:pt x="233" y="8778"/>
                  </a:lnTo>
                  <a:lnTo>
                    <a:pt x="1640" y="8466"/>
                  </a:lnTo>
                  <a:cubicBezTo>
                    <a:pt x="1640" y="8466"/>
                    <a:pt x="1918" y="9074"/>
                    <a:pt x="2600" y="9074"/>
                  </a:cubicBezTo>
                  <a:cubicBezTo>
                    <a:pt x="3040" y="9074"/>
                    <a:pt x="3648" y="8821"/>
                    <a:pt x="4457" y="7989"/>
                  </a:cubicBezTo>
                  <a:cubicBezTo>
                    <a:pt x="6466" y="5917"/>
                    <a:pt x="6466" y="3837"/>
                    <a:pt x="6531" y="3230"/>
                  </a:cubicBezTo>
                  <a:lnTo>
                    <a:pt x="6531" y="3230"/>
                  </a:lnTo>
                  <a:cubicBezTo>
                    <a:pt x="6530" y="3231"/>
                    <a:pt x="5924" y="4862"/>
                    <a:pt x="5418" y="5995"/>
                  </a:cubicBezTo>
                  <a:cubicBezTo>
                    <a:pt x="5164" y="6574"/>
                    <a:pt x="4929" y="6771"/>
                    <a:pt x="4778" y="6771"/>
                  </a:cubicBezTo>
                  <a:cubicBezTo>
                    <a:pt x="4632" y="6771"/>
                    <a:pt x="4563" y="6588"/>
                    <a:pt x="4631" y="6385"/>
                  </a:cubicBezTo>
                  <a:cubicBezTo>
                    <a:pt x="4768" y="5975"/>
                    <a:pt x="4776" y="5779"/>
                    <a:pt x="4733" y="4992"/>
                  </a:cubicBezTo>
                  <a:cubicBezTo>
                    <a:pt x="4696" y="4205"/>
                    <a:pt x="4487" y="3664"/>
                    <a:pt x="4820" y="2977"/>
                  </a:cubicBezTo>
                  <a:cubicBezTo>
                    <a:pt x="5151" y="2291"/>
                    <a:pt x="5071" y="1778"/>
                    <a:pt x="5071" y="1778"/>
                  </a:cubicBezTo>
                  <a:lnTo>
                    <a:pt x="5071" y="1778"/>
                  </a:lnTo>
                  <a:cubicBezTo>
                    <a:pt x="5071" y="1778"/>
                    <a:pt x="4787" y="2395"/>
                    <a:pt x="4581" y="2395"/>
                  </a:cubicBezTo>
                  <a:cubicBezTo>
                    <a:pt x="4491" y="2395"/>
                    <a:pt x="4417" y="2279"/>
                    <a:pt x="4386" y="1944"/>
                  </a:cubicBezTo>
                  <a:cubicBezTo>
                    <a:pt x="4284" y="831"/>
                    <a:pt x="4754" y="1"/>
                    <a:pt x="4754" y="1"/>
                  </a:cubicBezTo>
                  <a:close/>
                </a:path>
              </a:pathLst>
            </a:custGeom>
            <a:solidFill>
              <a:srgbClr val="7447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14"/>
            <p:cNvSpPr/>
            <p:nvPr/>
          </p:nvSpPr>
          <p:spPr>
            <a:xfrm>
              <a:off x="1695875" y="4967200"/>
              <a:ext cx="135525" cy="113650"/>
            </a:xfrm>
            <a:custGeom>
              <a:avLst/>
              <a:gdLst/>
              <a:ahLst/>
              <a:cxnLst/>
              <a:rect l="l" t="t" r="r" b="b"/>
              <a:pathLst>
                <a:path w="5421" h="4546" extrusionOk="0">
                  <a:moveTo>
                    <a:pt x="3426" y="1"/>
                  </a:moveTo>
                  <a:cubicBezTo>
                    <a:pt x="3037" y="1"/>
                    <a:pt x="2632" y="318"/>
                    <a:pt x="2493" y="844"/>
                  </a:cubicBezTo>
                  <a:cubicBezTo>
                    <a:pt x="2244" y="650"/>
                    <a:pt x="1915" y="551"/>
                    <a:pt x="1593" y="551"/>
                  </a:cubicBezTo>
                  <a:cubicBezTo>
                    <a:pt x="775" y="551"/>
                    <a:pt x="0" y="1188"/>
                    <a:pt x="696" y="2520"/>
                  </a:cubicBezTo>
                  <a:cubicBezTo>
                    <a:pt x="188" y="3387"/>
                    <a:pt x="678" y="4361"/>
                    <a:pt x="1495" y="4361"/>
                  </a:cubicBezTo>
                  <a:cubicBezTo>
                    <a:pt x="1795" y="4361"/>
                    <a:pt x="2139" y="4230"/>
                    <a:pt x="2493" y="3914"/>
                  </a:cubicBezTo>
                  <a:cubicBezTo>
                    <a:pt x="2859" y="4362"/>
                    <a:pt x="3231" y="4545"/>
                    <a:pt x="3547" y="4545"/>
                  </a:cubicBezTo>
                  <a:cubicBezTo>
                    <a:pt x="4175" y="4545"/>
                    <a:pt x="4582" y="3825"/>
                    <a:pt x="4284" y="3018"/>
                  </a:cubicBezTo>
                  <a:lnTo>
                    <a:pt x="4284" y="3018"/>
                  </a:lnTo>
                  <a:cubicBezTo>
                    <a:pt x="4289" y="3018"/>
                    <a:pt x="4295" y="3018"/>
                    <a:pt x="4300" y="3018"/>
                  </a:cubicBezTo>
                  <a:cubicBezTo>
                    <a:pt x="5354" y="3018"/>
                    <a:pt x="5421" y="1486"/>
                    <a:pt x="4284" y="1257"/>
                  </a:cubicBezTo>
                  <a:cubicBezTo>
                    <a:pt x="4254" y="374"/>
                    <a:pt x="3849" y="1"/>
                    <a:pt x="3426" y="1"/>
                  </a:cubicBezTo>
                  <a:close/>
                </a:path>
              </a:pathLst>
            </a:custGeom>
            <a:solidFill>
              <a:srgbClr val="7392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14"/>
            <p:cNvSpPr/>
            <p:nvPr/>
          </p:nvSpPr>
          <p:spPr>
            <a:xfrm>
              <a:off x="1700575" y="4999300"/>
              <a:ext cx="130650" cy="81550"/>
            </a:xfrm>
            <a:custGeom>
              <a:avLst/>
              <a:gdLst/>
              <a:ahLst/>
              <a:cxnLst/>
              <a:rect l="l" t="t" r="r" b="b"/>
              <a:pathLst>
                <a:path w="5226" h="3262" extrusionOk="0">
                  <a:moveTo>
                    <a:pt x="4219" y="0"/>
                  </a:moveTo>
                  <a:lnTo>
                    <a:pt x="4219" y="0"/>
                  </a:lnTo>
                  <a:cubicBezTo>
                    <a:pt x="4118" y="30"/>
                    <a:pt x="4009" y="52"/>
                    <a:pt x="3895" y="73"/>
                  </a:cubicBezTo>
                  <a:cubicBezTo>
                    <a:pt x="3293" y="300"/>
                    <a:pt x="2672" y="416"/>
                    <a:pt x="2035" y="416"/>
                  </a:cubicBezTo>
                  <a:cubicBezTo>
                    <a:pt x="1738" y="416"/>
                    <a:pt x="1438" y="391"/>
                    <a:pt x="1135" y="340"/>
                  </a:cubicBezTo>
                  <a:cubicBezTo>
                    <a:pt x="832" y="297"/>
                    <a:pt x="535" y="240"/>
                    <a:pt x="248" y="160"/>
                  </a:cubicBezTo>
                  <a:lnTo>
                    <a:pt x="248" y="160"/>
                  </a:lnTo>
                  <a:cubicBezTo>
                    <a:pt x="218" y="449"/>
                    <a:pt x="282" y="803"/>
                    <a:pt x="508" y="1236"/>
                  </a:cubicBezTo>
                  <a:cubicBezTo>
                    <a:pt x="0" y="2103"/>
                    <a:pt x="490" y="3077"/>
                    <a:pt x="1307" y="3077"/>
                  </a:cubicBezTo>
                  <a:cubicBezTo>
                    <a:pt x="1607" y="3077"/>
                    <a:pt x="1951" y="2946"/>
                    <a:pt x="2305" y="2630"/>
                  </a:cubicBezTo>
                  <a:cubicBezTo>
                    <a:pt x="2671" y="3078"/>
                    <a:pt x="3043" y="3261"/>
                    <a:pt x="3359" y="3261"/>
                  </a:cubicBezTo>
                  <a:cubicBezTo>
                    <a:pt x="3987" y="3261"/>
                    <a:pt x="4394" y="2541"/>
                    <a:pt x="4096" y="1734"/>
                  </a:cubicBezTo>
                  <a:lnTo>
                    <a:pt x="4096" y="1734"/>
                  </a:lnTo>
                  <a:cubicBezTo>
                    <a:pt x="4102" y="1734"/>
                    <a:pt x="4107" y="1734"/>
                    <a:pt x="4113" y="1734"/>
                  </a:cubicBezTo>
                  <a:cubicBezTo>
                    <a:pt x="5123" y="1734"/>
                    <a:pt x="5226" y="318"/>
                    <a:pt x="4219" y="0"/>
                  </a:cubicBezTo>
                  <a:close/>
                </a:path>
              </a:pathLst>
            </a:custGeom>
            <a:solidFill>
              <a:srgbClr val="212529">
                <a:alpha val="12156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14"/>
            <p:cNvSpPr/>
            <p:nvPr/>
          </p:nvSpPr>
          <p:spPr>
            <a:xfrm>
              <a:off x="1655700" y="5036125"/>
              <a:ext cx="95950" cy="86525"/>
            </a:xfrm>
            <a:custGeom>
              <a:avLst/>
              <a:gdLst/>
              <a:ahLst/>
              <a:cxnLst/>
              <a:rect l="l" t="t" r="r" b="b"/>
              <a:pathLst>
                <a:path w="3838" h="3461" extrusionOk="0">
                  <a:moveTo>
                    <a:pt x="1989" y="1"/>
                  </a:moveTo>
                  <a:cubicBezTo>
                    <a:pt x="1681" y="1"/>
                    <a:pt x="1350" y="271"/>
                    <a:pt x="1226" y="833"/>
                  </a:cubicBezTo>
                  <a:cubicBezTo>
                    <a:pt x="1077" y="744"/>
                    <a:pt x="935" y="706"/>
                    <a:pt x="810" y="706"/>
                  </a:cubicBezTo>
                  <a:cubicBezTo>
                    <a:pt x="244" y="706"/>
                    <a:pt x="1" y="1477"/>
                    <a:pt x="800" y="1778"/>
                  </a:cubicBezTo>
                  <a:cubicBezTo>
                    <a:pt x="66" y="2207"/>
                    <a:pt x="402" y="3058"/>
                    <a:pt x="1097" y="3058"/>
                  </a:cubicBezTo>
                  <a:cubicBezTo>
                    <a:pt x="1211" y="3058"/>
                    <a:pt x="1334" y="3035"/>
                    <a:pt x="1464" y="2984"/>
                  </a:cubicBezTo>
                  <a:cubicBezTo>
                    <a:pt x="1535" y="3306"/>
                    <a:pt x="1778" y="3461"/>
                    <a:pt x="2023" y="3461"/>
                  </a:cubicBezTo>
                  <a:cubicBezTo>
                    <a:pt x="2300" y="3461"/>
                    <a:pt x="2578" y="3260"/>
                    <a:pt x="2606" y="2877"/>
                  </a:cubicBezTo>
                  <a:cubicBezTo>
                    <a:pt x="2746" y="2962"/>
                    <a:pt x="2866" y="2997"/>
                    <a:pt x="2967" y="2997"/>
                  </a:cubicBezTo>
                  <a:cubicBezTo>
                    <a:pt x="3380" y="2997"/>
                    <a:pt x="3455" y="2403"/>
                    <a:pt x="3147" y="2211"/>
                  </a:cubicBezTo>
                  <a:cubicBezTo>
                    <a:pt x="3837" y="1920"/>
                    <a:pt x="3726" y="1026"/>
                    <a:pt x="3054" y="1026"/>
                  </a:cubicBezTo>
                  <a:cubicBezTo>
                    <a:pt x="2925" y="1026"/>
                    <a:pt x="2775" y="1059"/>
                    <a:pt x="2606" y="1136"/>
                  </a:cubicBezTo>
                  <a:cubicBezTo>
                    <a:pt x="2696" y="391"/>
                    <a:pt x="2358" y="1"/>
                    <a:pt x="1989" y="1"/>
                  </a:cubicBezTo>
                  <a:close/>
                </a:path>
              </a:pathLst>
            </a:custGeom>
            <a:solidFill>
              <a:srgbClr val="7392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14"/>
            <p:cNvSpPr/>
            <p:nvPr/>
          </p:nvSpPr>
          <p:spPr>
            <a:xfrm>
              <a:off x="1701500" y="5013600"/>
              <a:ext cx="91400" cy="266725"/>
            </a:xfrm>
            <a:custGeom>
              <a:avLst/>
              <a:gdLst/>
              <a:ahLst/>
              <a:cxnLst/>
              <a:rect l="l" t="t" r="r" b="b"/>
              <a:pathLst>
                <a:path w="3656" h="10669" extrusionOk="0">
                  <a:moveTo>
                    <a:pt x="2254" y="0"/>
                  </a:moveTo>
                  <a:cubicBezTo>
                    <a:pt x="2254" y="0"/>
                    <a:pt x="2254" y="1481"/>
                    <a:pt x="1979" y="2375"/>
                  </a:cubicBezTo>
                  <a:cubicBezTo>
                    <a:pt x="1705" y="3279"/>
                    <a:pt x="1857" y="4102"/>
                    <a:pt x="1951" y="4768"/>
                  </a:cubicBezTo>
                  <a:cubicBezTo>
                    <a:pt x="1978" y="4977"/>
                    <a:pt x="1938" y="5065"/>
                    <a:pt x="1853" y="5065"/>
                  </a:cubicBezTo>
                  <a:cubicBezTo>
                    <a:pt x="1665" y="5065"/>
                    <a:pt x="1260" y="4636"/>
                    <a:pt x="881" y="4138"/>
                  </a:cubicBezTo>
                  <a:cubicBezTo>
                    <a:pt x="341" y="3416"/>
                    <a:pt x="1" y="2585"/>
                    <a:pt x="1" y="2585"/>
                  </a:cubicBezTo>
                  <a:lnTo>
                    <a:pt x="1" y="2585"/>
                  </a:lnTo>
                  <a:cubicBezTo>
                    <a:pt x="1" y="2585"/>
                    <a:pt x="304" y="4586"/>
                    <a:pt x="1762" y="6414"/>
                  </a:cubicBezTo>
                  <a:cubicBezTo>
                    <a:pt x="3229" y="8242"/>
                    <a:pt x="2435" y="10062"/>
                    <a:pt x="2435" y="10062"/>
                  </a:cubicBezTo>
                  <a:lnTo>
                    <a:pt x="3655" y="10668"/>
                  </a:lnTo>
                  <a:cubicBezTo>
                    <a:pt x="3655" y="10668"/>
                    <a:pt x="3655" y="8602"/>
                    <a:pt x="3258" y="7692"/>
                  </a:cubicBezTo>
                  <a:cubicBezTo>
                    <a:pt x="2861" y="6775"/>
                    <a:pt x="1705" y="2514"/>
                    <a:pt x="3106" y="238"/>
                  </a:cubicBezTo>
                  <a:lnTo>
                    <a:pt x="3106" y="238"/>
                  </a:lnTo>
                  <a:cubicBezTo>
                    <a:pt x="3105" y="238"/>
                    <a:pt x="2818" y="391"/>
                    <a:pt x="2615" y="722"/>
                  </a:cubicBezTo>
                  <a:cubicBezTo>
                    <a:pt x="2588" y="767"/>
                    <a:pt x="2562" y="787"/>
                    <a:pt x="2537" y="787"/>
                  </a:cubicBezTo>
                  <a:cubicBezTo>
                    <a:pt x="2378" y="787"/>
                    <a:pt x="2254" y="0"/>
                    <a:pt x="2254" y="0"/>
                  </a:cubicBezTo>
                  <a:close/>
                </a:path>
              </a:pathLst>
            </a:custGeom>
            <a:solidFill>
              <a:srgbClr val="7447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14"/>
            <p:cNvSpPr/>
            <p:nvPr/>
          </p:nvSpPr>
          <p:spPr>
            <a:xfrm>
              <a:off x="1756200" y="5437575"/>
              <a:ext cx="470250" cy="28925"/>
            </a:xfrm>
            <a:custGeom>
              <a:avLst/>
              <a:gdLst/>
              <a:ahLst/>
              <a:cxnLst/>
              <a:rect l="l" t="t" r="r" b="b"/>
              <a:pathLst>
                <a:path w="18810" h="1157" extrusionOk="0">
                  <a:moveTo>
                    <a:pt x="0" y="0"/>
                  </a:moveTo>
                  <a:lnTo>
                    <a:pt x="0" y="1157"/>
                  </a:lnTo>
                  <a:lnTo>
                    <a:pt x="18809" y="1157"/>
                  </a:lnTo>
                  <a:lnTo>
                    <a:pt x="18809" y="0"/>
                  </a:lnTo>
                  <a:close/>
                </a:path>
              </a:pathLst>
            </a:custGeom>
            <a:solidFill>
              <a:srgbClr val="DEE8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14"/>
            <p:cNvSpPr/>
            <p:nvPr/>
          </p:nvSpPr>
          <p:spPr>
            <a:xfrm>
              <a:off x="2205150" y="5424000"/>
              <a:ext cx="21300" cy="13600"/>
            </a:xfrm>
            <a:custGeom>
              <a:avLst/>
              <a:gdLst/>
              <a:ahLst/>
              <a:cxnLst/>
              <a:rect l="l" t="t" r="r" b="b"/>
              <a:pathLst>
                <a:path w="852" h="544" extrusionOk="0">
                  <a:moveTo>
                    <a:pt x="0" y="1"/>
                  </a:moveTo>
                  <a:lnTo>
                    <a:pt x="310" y="543"/>
                  </a:lnTo>
                  <a:lnTo>
                    <a:pt x="851" y="54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EE8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14"/>
            <p:cNvSpPr/>
            <p:nvPr/>
          </p:nvSpPr>
          <p:spPr>
            <a:xfrm>
              <a:off x="1756600" y="5424000"/>
              <a:ext cx="21300" cy="13425"/>
            </a:xfrm>
            <a:custGeom>
              <a:avLst/>
              <a:gdLst/>
              <a:ahLst/>
              <a:cxnLst/>
              <a:rect l="l" t="t" r="r" b="b"/>
              <a:pathLst>
                <a:path w="852" h="537" extrusionOk="0">
                  <a:moveTo>
                    <a:pt x="851" y="1"/>
                  </a:moveTo>
                  <a:lnTo>
                    <a:pt x="0" y="536"/>
                  </a:lnTo>
                  <a:lnTo>
                    <a:pt x="534" y="536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DEE8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14"/>
            <p:cNvSpPr/>
            <p:nvPr/>
          </p:nvSpPr>
          <p:spPr>
            <a:xfrm>
              <a:off x="1746100" y="5211875"/>
              <a:ext cx="489750" cy="225725"/>
            </a:xfrm>
            <a:custGeom>
              <a:avLst/>
              <a:gdLst/>
              <a:ahLst/>
              <a:cxnLst/>
              <a:rect l="l" t="t" r="r" b="b"/>
              <a:pathLst>
                <a:path w="19590" h="9029" extrusionOk="0">
                  <a:moveTo>
                    <a:pt x="1" y="0"/>
                  </a:moveTo>
                  <a:lnTo>
                    <a:pt x="918" y="9028"/>
                  </a:lnTo>
                  <a:lnTo>
                    <a:pt x="18672" y="9028"/>
                  </a:lnTo>
                  <a:lnTo>
                    <a:pt x="19589" y="0"/>
                  </a:lnTo>
                  <a:close/>
                </a:path>
              </a:pathLst>
            </a:custGeom>
            <a:solidFill>
              <a:srgbClr val="DA9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14"/>
            <p:cNvSpPr/>
            <p:nvPr/>
          </p:nvSpPr>
          <p:spPr>
            <a:xfrm>
              <a:off x="1819425" y="5284250"/>
              <a:ext cx="91900" cy="153350"/>
            </a:xfrm>
            <a:custGeom>
              <a:avLst/>
              <a:gdLst/>
              <a:ahLst/>
              <a:cxnLst/>
              <a:rect l="l" t="t" r="r" b="b"/>
              <a:pathLst>
                <a:path w="3676" h="6134" extrusionOk="0">
                  <a:moveTo>
                    <a:pt x="1" y="0"/>
                  </a:moveTo>
                  <a:lnTo>
                    <a:pt x="1" y="6133"/>
                  </a:lnTo>
                  <a:lnTo>
                    <a:pt x="3676" y="6133"/>
                  </a:lnTo>
                  <a:lnTo>
                    <a:pt x="3676" y="0"/>
                  </a:ln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14"/>
            <p:cNvSpPr/>
            <p:nvPr/>
          </p:nvSpPr>
          <p:spPr>
            <a:xfrm>
              <a:off x="1893450" y="5342050"/>
              <a:ext cx="9425" cy="28375"/>
            </a:xfrm>
            <a:custGeom>
              <a:avLst/>
              <a:gdLst/>
              <a:ahLst/>
              <a:cxnLst/>
              <a:rect l="l" t="t" r="r" b="b"/>
              <a:pathLst>
                <a:path w="377" h="1135" extrusionOk="0">
                  <a:moveTo>
                    <a:pt x="188" y="1"/>
                  </a:moveTo>
                  <a:cubicBezTo>
                    <a:pt x="87" y="1"/>
                    <a:pt x="1" y="80"/>
                    <a:pt x="1" y="181"/>
                  </a:cubicBezTo>
                  <a:lnTo>
                    <a:pt x="1" y="1134"/>
                  </a:lnTo>
                  <a:lnTo>
                    <a:pt x="377" y="1134"/>
                  </a:lnTo>
                  <a:lnTo>
                    <a:pt x="377" y="181"/>
                  </a:lnTo>
                  <a:cubicBezTo>
                    <a:pt x="377" y="80"/>
                    <a:pt x="290" y="1"/>
                    <a:pt x="188" y="1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14"/>
            <p:cNvSpPr/>
            <p:nvPr/>
          </p:nvSpPr>
          <p:spPr>
            <a:xfrm>
              <a:off x="1934625" y="5284250"/>
              <a:ext cx="99700" cy="47175"/>
            </a:xfrm>
            <a:custGeom>
              <a:avLst/>
              <a:gdLst/>
              <a:ahLst/>
              <a:cxnLst/>
              <a:rect l="l" t="t" r="r" b="b"/>
              <a:pathLst>
                <a:path w="3988" h="1887" extrusionOk="0">
                  <a:moveTo>
                    <a:pt x="0" y="0"/>
                  </a:moveTo>
                  <a:lnTo>
                    <a:pt x="0" y="1886"/>
                  </a:lnTo>
                  <a:lnTo>
                    <a:pt x="3987" y="1886"/>
                  </a:lnTo>
                  <a:lnTo>
                    <a:pt x="3987" y="0"/>
                  </a:lnTo>
                  <a:close/>
                </a:path>
              </a:pathLst>
            </a:custGeom>
            <a:solidFill>
              <a:srgbClr val="D2ED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14"/>
            <p:cNvSpPr/>
            <p:nvPr/>
          </p:nvSpPr>
          <p:spPr>
            <a:xfrm>
              <a:off x="1934625" y="5290225"/>
              <a:ext cx="99700" cy="41200"/>
            </a:xfrm>
            <a:custGeom>
              <a:avLst/>
              <a:gdLst/>
              <a:ahLst/>
              <a:cxnLst/>
              <a:rect l="l" t="t" r="r" b="b"/>
              <a:pathLst>
                <a:path w="3988" h="1648" extrusionOk="0">
                  <a:moveTo>
                    <a:pt x="0" y="0"/>
                  </a:moveTo>
                  <a:lnTo>
                    <a:pt x="0" y="1647"/>
                  </a:lnTo>
                  <a:lnTo>
                    <a:pt x="3987" y="1647"/>
                  </a:lnTo>
                  <a:lnTo>
                    <a:pt x="3987" y="897"/>
                  </a:lnTo>
                  <a:cubicBezTo>
                    <a:pt x="2621" y="730"/>
                    <a:pt x="1214" y="455"/>
                    <a:pt x="0" y="0"/>
                  </a:cubicBezTo>
                  <a:close/>
                </a:path>
              </a:pathLst>
            </a:custGeom>
            <a:solidFill>
              <a:srgbClr val="212529">
                <a:alpha val="7058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14"/>
            <p:cNvSpPr/>
            <p:nvPr/>
          </p:nvSpPr>
          <p:spPr>
            <a:xfrm>
              <a:off x="2055400" y="5284250"/>
              <a:ext cx="99925" cy="47175"/>
            </a:xfrm>
            <a:custGeom>
              <a:avLst/>
              <a:gdLst/>
              <a:ahLst/>
              <a:cxnLst/>
              <a:rect l="l" t="t" r="r" b="b"/>
              <a:pathLst>
                <a:path w="3997" h="1887" extrusionOk="0">
                  <a:moveTo>
                    <a:pt x="1" y="0"/>
                  </a:moveTo>
                  <a:lnTo>
                    <a:pt x="1" y="1886"/>
                  </a:lnTo>
                  <a:lnTo>
                    <a:pt x="3996" y="1886"/>
                  </a:lnTo>
                  <a:lnTo>
                    <a:pt x="3996" y="0"/>
                  </a:lnTo>
                  <a:close/>
                </a:path>
              </a:pathLst>
            </a:custGeom>
            <a:solidFill>
              <a:srgbClr val="D2ED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14"/>
            <p:cNvSpPr/>
            <p:nvPr/>
          </p:nvSpPr>
          <p:spPr>
            <a:xfrm>
              <a:off x="2055400" y="5296000"/>
              <a:ext cx="99925" cy="35425"/>
            </a:xfrm>
            <a:custGeom>
              <a:avLst/>
              <a:gdLst/>
              <a:ahLst/>
              <a:cxnLst/>
              <a:rect l="l" t="t" r="r" b="b"/>
              <a:pathLst>
                <a:path w="3997" h="1417" extrusionOk="0">
                  <a:moveTo>
                    <a:pt x="1" y="0"/>
                  </a:moveTo>
                  <a:lnTo>
                    <a:pt x="1" y="1416"/>
                  </a:lnTo>
                  <a:lnTo>
                    <a:pt x="3996" y="1416"/>
                  </a:lnTo>
                  <a:lnTo>
                    <a:pt x="3996" y="709"/>
                  </a:lnTo>
                  <a:cubicBezTo>
                    <a:pt x="2674" y="593"/>
                    <a:pt x="1266" y="376"/>
                    <a:pt x="1" y="0"/>
                  </a:cubicBezTo>
                  <a:close/>
                </a:path>
              </a:pathLst>
            </a:custGeom>
            <a:solidFill>
              <a:srgbClr val="212529">
                <a:alpha val="7058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14"/>
            <p:cNvSpPr/>
            <p:nvPr/>
          </p:nvSpPr>
          <p:spPr>
            <a:xfrm>
              <a:off x="1746100" y="5211875"/>
              <a:ext cx="489750" cy="107800"/>
            </a:xfrm>
            <a:custGeom>
              <a:avLst/>
              <a:gdLst/>
              <a:ahLst/>
              <a:cxnLst/>
              <a:rect l="l" t="t" r="r" b="b"/>
              <a:pathLst>
                <a:path w="19590" h="4312" extrusionOk="0">
                  <a:moveTo>
                    <a:pt x="1" y="0"/>
                  </a:moveTo>
                  <a:lnTo>
                    <a:pt x="434" y="4312"/>
                  </a:lnTo>
                  <a:cubicBezTo>
                    <a:pt x="6798" y="2968"/>
                    <a:pt x="14952" y="2101"/>
                    <a:pt x="19416" y="1690"/>
                  </a:cubicBezTo>
                  <a:lnTo>
                    <a:pt x="19589" y="0"/>
                  </a:lnTo>
                  <a:close/>
                </a:path>
              </a:pathLst>
            </a:custGeom>
            <a:solidFill>
              <a:srgbClr val="212529">
                <a:alpha val="7058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14"/>
            <p:cNvSpPr/>
            <p:nvPr/>
          </p:nvSpPr>
          <p:spPr>
            <a:xfrm>
              <a:off x="1711425" y="5188200"/>
              <a:ext cx="560700" cy="36300"/>
            </a:xfrm>
            <a:custGeom>
              <a:avLst/>
              <a:gdLst/>
              <a:ahLst/>
              <a:cxnLst/>
              <a:rect l="l" t="t" r="r" b="b"/>
              <a:pathLst>
                <a:path w="22428" h="1452" extrusionOk="0">
                  <a:moveTo>
                    <a:pt x="1" y="1"/>
                  </a:moveTo>
                  <a:lnTo>
                    <a:pt x="1" y="1452"/>
                  </a:lnTo>
                  <a:lnTo>
                    <a:pt x="22427" y="1452"/>
                  </a:lnTo>
                  <a:lnTo>
                    <a:pt x="22427" y="1"/>
                  </a:lnTo>
                  <a:close/>
                </a:path>
              </a:pathLst>
            </a:custGeom>
            <a:solidFill>
              <a:srgbClr val="DEE8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14"/>
            <p:cNvSpPr/>
            <p:nvPr/>
          </p:nvSpPr>
          <p:spPr>
            <a:xfrm>
              <a:off x="1711425" y="5128450"/>
              <a:ext cx="560700" cy="59775"/>
            </a:xfrm>
            <a:custGeom>
              <a:avLst/>
              <a:gdLst/>
              <a:ahLst/>
              <a:cxnLst/>
              <a:rect l="l" t="t" r="r" b="b"/>
              <a:pathLst>
                <a:path w="22428" h="2391" extrusionOk="0">
                  <a:moveTo>
                    <a:pt x="3258" y="0"/>
                  </a:moveTo>
                  <a:lnTo>
                    <a:pt x="1" y="2391"/>
                  </a:lnTo>
                  <a:lnTo>
                    <a:pt x="22427" y="2391"/>
                  </a:lnTo>
                  <a:lnTo>
                    <a:pt x="19076" y="0"/>
                  </a:lnTo>
                  <a:close/>
                </a:path>
              </a:pathLst>
            </a:custGeom>
            <a:solidFill>
              <a:srgbClr val="7392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14"/>
            <p:cNvSpPr/>
            <p:nvPr/>
          </p:nvSpPr>
          <p:spPr>
            <a:xfrm>
              <a:off x="2109575" y="5112700"/>
              <a:ext cx="55500" cy="55475"/>
            </a:xfrm>
            <a:custGeom>
              <a:avLst/>
              <a:gdLst/>
              <a:ahLst/>
              <a:cxnLst/>
              <a:rect l="l" t="t" r="r" b="b"/>
              <a:pathLst>
                <a:path w="2220" h="2219" extrusionOk="0">
                  <a:moveTo>
                    <a:pt x="1" y="1"/>
                  </a:moveTo>
                  <a:lnTo>
                    <a:pt x="1" y="2218"/>
                  </a:lnTo>
                  <a:lnTo>
                    <a:pt x="2220" y="2218"/>
                  </a:lnTo>
                  <a:lnTo>
                    <a:pt x="2220" y="1"/>
                  </a:lnTo>
                  <a:close/>
                </a:path>
              </a:pathLst>
            </a:custGeom>
            <a:solidFill>
              <a:srgbClr val="1866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14"/>
            <p:cNvSpPr/>
            <p:nvPr/>
          </p:nvSpPr>
          <p:spPr>
            <a:xfrm>
              <a:off x="2096800" y="5106950"/>
              <a:ext cx="12800" cy="61225"/>
            </a:xfrm>
            <a:custGeom>
              <a:avLst/>
              <a:gdLst/>
              <a:ahLst/>
              <a:cxnLst/>
              <a:rect l="l" t="t" r="r" b="b"/>
              <a:pathLst>
                <a:path w="512" h="2449" extrusionOk="0">
                  <a:moveTo>
                    <a:pt x="122" y="0"/>
                  </a:moveTo>
                  <a:lnTo>
                    <a:pt x="0" y="1770"/>
                  </a:lnTo>
                  <a:lnTo>
                    <a:pt x="512" y="2448"/>
                  </a:lnTo>
                  <a:lnTo>
                    <a:pt x="512" y="231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14"/>
            <p:cNvSpPr/>
            <p:nvPr/>
          </p:nvSpPr>
          <p:spPr>
            <a:xfrm>
              <a:off x="2092800" y="5098100"/>
              <a:ext cx="82375" cy="30375"/>
            </a:xfrm>
            <a:custGeom>
              <a:avLst/>
              <a:gdLst/>
              <a:ahLst/>
              <a:cxnLst/>
              <a:rect l="l" t="t" r="r" b="b"/>
              <a:pathLst>
                <a:path w="3295" h="1215" extrusionOk="0">
                  <a:moveTo>
                    <a:pt x="1" y="1"/>
                  </a:moveTo>
                  <a:lnTo>
                    <a:pt x="1" y="585"/>
                  </a:lnTo>
                  <a:lnTo>
                    <a:pt x="672" y="1214"/>
                  </a:lnTo>
                  <a:lnTo>
                    <a:pt x="3294" y="1214"/>
                  </a:lnTo>
                  <a:lnTo>
                    <a:pt x="3251" y="412"/>
                  </a:lnTo>
                  <a:lnTo>
                    <a:pt x="2565" y="1"/>
                  </a:ln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14"/>
            <p:cNvSpPr/>
            <p:nvPr/>
          </p:nvSpPr>
          <p:spPr>
            <a:xfrm>
              <a:off x="2105975" y="5100975"/>
              <a:ext cx="55850" cy="7775"/>
            </a:xfrm>
            <a:custGeom>
              <a:avLst/>
              <a:gdLst/>
              <a:ahLst/>
              <a:cxnLst/>
              <a:rect l="l" t="t" r="r" b="b"/>
              <a:pathLst>
                <a:path w="2234" h="311" extrusionOk="0">
                  <a:moveTo>
                    <a:pt x="1" y="0"/>
                  </a:moveTo>
                  <a:lnTo>
                    <a:pt x="514" y="311"/>
                  </a:lnTo>
                  <a:lnTo>
                    <a:pt x="2233" y="311"/>
                  </a:lnTo>
                  <a:lnTo>
                    <a:pt x="1757" y="0"/>
                  </a:ln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14"/>
            <p:cNvSpPr/>
            <p:nvPr/>
          </p:nvSpPr>
          <p:spPr>
            <a:xfrm>
              <a:off x="2106900" y="4574250"/>
              <a:ext cx="355225" cy="534500"/>
            </a:xfrm>
            <a:custGeom>
              <a:avLst/>
              <a:gdLst/>
              <a:ahLst/>
              <a:cxnLst/>
              <a:rect l="l" t="t" r="r" b="b"/>
              <a:pathLst>
                <a:path w="14209" h="21380" extrusionOk="0">
                  <a:moveTo>
                    <a:pt x="2687" y="0"/>
                  </a:moveTo>
                  <a:cubicBezTo>
                    <a:pt x="2687" y="0"/>
                    <a:pt x="1654" y="2687"/>
                    <a:pt x="3257" y="5561"/>
                  </a:cubicBezTo>
                  <a:cubicBezTo>
                    <a:pt x="4854" y="8437"/>
                    <a:pt x="4811" y="11724"/>
                    <a:pt x="3987" y="13138"/>
                  </a:cubicBezTo>
                  <a:cubicBezTo>
                    <a:pt x="3164" y="14555"/>
                    <a:pt x="0" y="18953"/>
                    <a:pt x="173" y="21199"/>
                  </a:cubicBezTo>
                  <a:lnTo>
                    <a:pt x="477" y="21380"/>
                  </a:lnTo>
                  <a:lnTo>
                    <a:pt x="1936" y="21380"/>
                  </a:lnTo>
                  <a:cubicBezTo>
                    <a:pt x="1950" y="20579"/>
                    <a:pt x="2405" y="18476"/>
                    <a:pt x="4868" y="16382"/>
                  </a:cubicBezTo>
                  <a:cubicBezTo>
                    <a:pt x="7331" y="14281"/>
                    <a:pt x="9737" y="11037"/>
                    <a:pt x="9831" y="7751"/>
                  </a:cubicBezTo>
                  <a:cubicBezTo>
                    <a:pt x="9918" y="4471"/>
                    <a:pt x="13298" y="3923"/>
                    <a:pt x="13752" y="2370"/>
                  </a:cubicBezTo>
                  <a:cubicBezTo>
                    <a:pt x="14208" y="817"/>
                    <a:pt x="13932" y="0"/>
                    <a:pt x="13932" y="0"/>
                  </a:cubicBezTo>
                  <a:close/>
                </a:path>
              </a:pathLst>
            </a:custGeom>
            <a:solidFill>
              <a:srgbClr val="002416">
                <a:alpha val="3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14"/>
            <p:cNvSpPr/>
            <p:nvPr/>
          </p:nvSpPr>
          <p:spPr>
            <a:xfrm>
              <a:off x="2095150" y="5099825"/>
              <a:ext cx="78025" cy="13250"/>
            </a:xfrm>
            <a:custGeom>
              <a:avLst/>
              <a:gdLst/>
              <a:ahLst/>
              <a:cxnLst/>
              <a:rect l="l" t="t" r="r" b="b"/>
              <a:pathLst>
                <a:path w="3121" h="530" extrusionOk="0">
                  <a:moveTo>
                    <a:pt x="29" y="0"/>
                  </a:moveTo>
                  <a:cubicBezTo>
                    <a:pt x="21" y="0"/>
                    <a:pt x="12" y="5"/>
                    <a:pt x="7" y="10"/>
                  </a:cubicBezTo>
                  <a:cubicBezTo>
                    <a:pt x="0" y="18"/>
                    <a:pt x="0" y="32"/>
                    <a:pt x="7" y="39"/>
                  </a:cubicBezTo>
                  <a:lnTo>
                    <a:pt x="564" y="530"/>
                  </a:lnTo>
                  <a:lnTo>
                    <a:pt x="3107" y="530"/>
                  </a:lnTo>
                  <a:cubicBezTo>
                    <a:pt x="3114" y="530"/>
                    <a:pt x="3121" y="523"/>
                    <a:pt x="3121" y="516"/>
                  </a:cubicBezTo>
                  <a:cubicBezTo>
                    <a:pt x="3121" y="502"/>
                    <a:pt x="3114" y="495"/>
                    <a:pt x="3107" y="495"/>
                  </a:cubicBezTo>
                  <a:lnTo>
                    <a:pt x="586" y="495"/>
                  </a:lnTo>
                  <a:lnTo>
                    <a:pt x="37" y="3"/>
                  </a:lnTo>
                  <a:cubicBezTo>
                    <a:pt x="35" y="1"/>
                    <a:pt x="32" y="0"/>
                    <a:pt x="29" y="0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14"/>
            <p:cNvSpPr/>
            <p:nvPr/>
          </p:nvSpPr>
          <p:spPr>
            <a:xfrm>
              <a:off x="2109050" y="5112200"/>
              <a:ext cx="1125" cy="16800"/>
            </a:xfrm>
            <a:custGeom>
              <a:avLst/>
              <a:gdLst/>
              <a:ahLst/>
              <a:cxnLst/>
              <a:rect l="l" t="t" r="r" b="b"/>
              <a:pathLst>
                <a:path w="45" h="672" extrusionOk="0">
                  <a:moveTo>
                    <a:pt x="22" y="0"/>
                  </a:moveTo>
                  <a:cubicBezTo>
                    <a:pt x="15" y="0"/>
                    <a:pt x="1" y="7"/>
                    <a:pt x="1" y="21"/>
                  </a:cubicBezTo>
                  <a:lnTo>
                    <a:pt x="1" y="650"/>
                  </a:lnTo>
                  <a:cubicBezTo>
                    <a:pt x="1" y="664"/>
                    <a:pt x="15" y="671"/>
                    <a:pt x="22" y="671"/>
                  </a:cubicBezTo>
                  <a:cubicBezTo>
                    <a:pt x="37" y="671"/>
                    <a:pt x="44" y="664"/>
                    <a:pt x="44" y="650"/>
                  </a:cubicBezTo>
                  <a:lnTo>
                    <a:pt x="44" y="21"/>
                  </a:lnTo>
                  <a:cubicBezTo>
                    <a:pt x="44" y="7"/>
                    <a:pt x="37" y="0"/>
                    <a:pt x="22" y="0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88" name="Google Shape;888;p14"/>
          <p:cNvPicPr preferRelativeResize="0"/>
          <p:nvPr/>
        </p:nvPicPr>
        <p:blipFill rotWithShape="1">
          <a:blip r:embed="rId3">
            <a:alphaModFix/>
          </a:blip>
          <a:srcRect l="41520" t="12379"/>
          <a:stretch/>
        </p:blipFill>
        <p:spPr>
          <a:xfrm>
            <a:off x="325388" y="163848"/>
            <a:ext cx="4589809" cy="4979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14"/>
          <p:cNvPicPr preferRelativeResize="0"/>
          <p:nvPr/>
        </p:nvPicPr>
        <p:blipFill rotWithShape="1">
          <a:blip r:embed="rId3">
            <a:alphaModFix/>
          </a:blip>
          <a:srcRect l="-1" r="64185" b="87684"/>
          <a:stretch/>
        </p:blipFill>
        <p:spPr>
          <a:xfrm>
            <a:off x="5943569" y="1741934"/>
            <a:ext cx="2711911" cy="773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14"/>
          <p:cNvPicPr preferRelativeResize="0"/>
          <p:nvPr/>
        </p:nvPicPr>
        <p:blipFill rotWithShape="1">
          <a:blip r:embed="rId3">
            <a:alphaModFix/>
          </a:blip>
          <a:srcRect l="34983" r="31815" b="87684"/>
          <a:stretch/>
        </p:blipFill>
        <p:spPr>
          <a:xfrm>
            <a:off x="5993447" y="2515017"/>
            <a:ext cx="2514025" cy="773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15"/>
          <p:cNvSpPr txBox="1">
            <a:spLocks noGrp="1"/>
          </p:cNvSpPr>
          <p:nvPr>
            <p:ph type="title"/>
          </p:nvPr>
        </p:nvSpPr>
        <p:spPr>
          <a:xfrm>
            <a:off x="720000" y="4036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Roadmap 2023</a:t>
            </a:r>
            <a:endParaRPr/>
          </a:p>
        </p:txBody>
      </p:sp>
      <p:cxnSp>
        <p:nvCxnSpPr>
          <p:cNvPr id="896" name="Google Shape;896;p15"/>
          <p:cNvCxnSpPr/>
          <p:nvPr/>
        </p:nvCxnSpPr>
        <p:spPr>
          <a:xfrm>
            <a:off x="282838" y="2844600"/>
            <a:ext cx="77283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97" name="Google Shape;897;p15"/>
          <p:cNvSpPr/>
          <p:nvPr/>
        </p:nvSpPr>
        <p:spPr>
          <a:xfrm>
            <a:off x="616613" y="2605643"/>
            <a:ext cx="1413000" cy="477900"/>
          </a:xfrm>
          <a:prstGeom prst="roundRect">
            <a:avLst>
              <a:gd name="adj" fmla="val 10342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15"/>
          <p:cNvSpPr txBox="1"/>
          <p:nvPr/>
        </p:nvSpPr>
        <p:spPr>
          <a:xfrm>
            <a:off x="800513" y="2605650"/>
            <a:ext cx="10452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>
                <a:solidFill>
                  <a:srgbClr val="064947"/>
                </a:solidFill>
                <a:latin typeface="Anton"/>
                <a:ea typeface="Anton"/>
                <a:cs typeface="Anton"/>
                <a:sym typeface="Anton"/>
              </a:rPr>
              <a:t>Abril</a:t>
            </a:r>
            <a:endParaRPr sz="2200" b="0" i="0" u="none" strike="noStrike" cap="none">
              <a:solidFill>
                <a:srgbClr val="064947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899" name="Google Shape;899;p15"/>
          <p:cNvSpPr txBox="1"/>
          <p:nvPr/>
        </p:nvSpPr>
        <p:spPr>
          <a:xfrm>
            <a:off x="518213" y="1580450"/>
            <a:ext cx="1609800" cy="8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64947"/>
                </a:solidFill>
                <a:latin typeface="Lato"/>
                <a:ea typeface="Lato"/>
                <a:cs typeface="Lato"/>
                <a:sym typeface="Lato"/>
              </a:rPr>
              <a:t>Lanzamiento del Plan en la Jornada UTN Sustentable FR Delta</a:t>
            </a:r>
            <a:endParaRPr sz="1400" b="0" i="0" u="none" strike="noStrike" cap="none">
              <a:solidFill>
                <a:srgbClr val="06494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0" name="Google Shape;900;p15"/>
          <p:cNvSpPr/>
          <p:nvPr/>
        </p:nvSpPr>
        <p:spPr>
          <a:xfrm>
            <a:off x="991001" y="3394438"/>
            <a:ext cx="664200" cy="664200"/>
          </a:xfrm>
          <a:prstGeom prst="roundRect">
            <a:avLst>
              <a:gd name="adj" fmla="val 12901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1" name="Google Shape;901;p15"/>
          <p:cNvCxnSpPr>
            <a:stCxn id="898" idx="2"/>
            <a:endCxn id="900" idx="0"/>
          </p:cNvCxnSpPr>
          <p:nvPr/>
        </p:nvCxnSpPr>
        <p:spPr>
          <a:xfrm>
            <a:off x="1323113" y="3083550"/>
            <a:ext cx="0" cy="3108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02" name="Google Shape;902;p15"/>
          <p:cNvSpPr/>
          <p:nvPr/>
        </p:nvSpPr>
        <p:spPr>
          <a:xfrm>
            <a:off x="2433438" y="2605643"/>
            <a:ext cx="1413000" cy="477900"/>
          </a:xfrm>
          <a:prstGeom prst="roundRect">
            <a:avLst>
              <a:gd name="adj" fmla="val 10342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15"/>
          <p:cNvSpPr txBox="1"/>
          <p:nvPr/>
        </p:nvSpPr>
        <p:spPr>
          <a:xfrm>
            <a:off x="2617338" y="2605650"/>
            <a:ext cx="10452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>
                <a:solidFill>
                  <a:srgbClr val="064947"/>
                </a:solidFill>
                <a:latin typeface="Anton"/>
                <a:ea typeface="Anton"/>
                <a:cs typeface="Anton"/>
                <a:sym typeface="Anton"/>
              </a:rPr>
              <a:t>Mayo</a:t>
            </a:r>
            <a:endParaRPr sz="2200" b="0" i="0" u="none" strike="noStrike" cap="none">
              <a:solidFill>
                <a:srgbClr val="064947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904" name="Google Shape;904;p15"/>
          <p:cNvSpPr txBox="1"/>
          <p:nvPr/>
        </p:nvSpPr>
        <p:spPr>
          <a:xfrm>
            <a:off x="2335038" y="3271950"/>
            <a:ext cx="1609800" cy="8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64947"/>
                </a:solidFill>
                <a:latin typeface="Lato"/>
                <a:ea typeface="Lato"/>
                <a:cs typeface="Lato"/>
                <a:sym typeface="Lato"/>
              </a:rPr>
              <a:t>Visita Jennifer Allen – Experta EEUU </a:t>
            </a:r>
            <a:endParaRPr sz="1400" b="0" i="0" u="none" strike="noStrike" cap="none">
              <a:solidFill>
                <a:srgbClr val="06494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5" name="Google Shape;905;p15"/>
          <p:cNvSpPr/>
          <p:nvPr/>
        </p:nvSpPr>
        <p:spPr>
          <a:xfrm>
            <a:off x="2807838" y="1630650"/>
            <a:ext cx="664200" cy="664200"/>
          </a:xfrm>
          <a:prstGeom prst="roundRect">
            <a:avLst>
              <a:gd name="adj" fmla="val 12901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6" name="Google Shape;906;p15"/>
          <p:cNvCxnSpPr>
            <a:stCxn id="905" idx="2"/>
          </p:cNvCxnSpPr>
          <p:nvPr/>
        </p:nvCxnSpPr>
        <p:spPr>
          <a:xfrm>
            <a:off x="3139938" y="2294850"/>
            <a:ext cx="300" cy="3108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07" name="Google Shape;907;p15"/>
          <p:cNvSpPr/>
          <p:nvPr/>
        </p:nvSpPr>
        <p:spPr>
          <a:xfrm>
            <a:off x="4250263" y="2605643"/>
            <a:ext cx="1413000" cy="477900"/>
          </a:xfrm>
          <a:prstGeom prst="roundRect">
            <a:avLst>
              <a:gd name="adj" fmla="val 10342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15"/>
          <p:cNvSpPr txBox="1"/>
          <p:nvPr/>
        </p:nvSpPr>
        <p:spPr>
          <a:xfrm>
            <a:off x="4434163" y="2605650"/>
            <a:ext cx="10452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>
                <a:solidFill>
                  <a:srgbClr val="064947"/>
                </a:solidFill>
                <a:latin typeface="Anton"/>
                <a:ea typeface="Anton"/>
                <a:cs typeface="Anton"/>
                <a:sym typeface="Anton"/>
              </a:rPr>
              <a:t>Junio</a:t>
            </a:r>
            <a:endParaRPr sz="2200" b="0" i="0" u="none" strike="noStrike" cap="none">
              <a:solidFill>
                <a:srgbClr val="064947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909" name="Google Shape;909;p15"/>
          <p:cNvSpPr txBox="1"/>
          <p:nvPr/>
        </p:nvSpPr>
        <p:spPr>
          <a:xfrm>
            <a:off x="4151863" y="1580450"/>
            <a:ext cx="1609800" cy="8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64947"/>
                </a:solidFill>
                <a:latin typeface="Lato"/>
                <a:ea typeface="Lato"/>
                <a:cs typeface="Lato"/>
                <a:sym typeface="Lato"/>
              </a:rPr>
              <a:t>Eventos de sensibilización</a:t>
            </a:r>
            <a:endParaRPr sz="1400" b="0" i="0" u="none" strike="noStrike" cap="none">
              <a:solidFill>
                <a:srgbClr val="06494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0" name="Google Shape;910;p15"/>
          <p:cNvSpPr/>
          <p:nvPr/>
        </p:nvSpPr>
        <p:spPr>
          <a:xfrm>
            <a:off x="4624651" y="3394438"/>
            <a:ext cx="664200" cy="664200"/>
          </a:xfrm>
          <a:prstGeom prst="roundRect">
            <a:avLst>
              <a:gd name="adj" fmla="val 12901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1" name="Google Shape;911;p15"/>
          <p:cNvCxnSpPr>
            <a:stCxn id="908" idx="2"/>
            <a:endCxn id="910" idx="0"/>
          </p:cNvCxnSpPr>
          <p:nvPr/>
        </p:nvCxnSpPr>
        <p:spPr>
          <a:xfrm>
            <a:off x="4956763" y="3083550"/>
            <a:ext cx="0" cy="3108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12" name="Google Shape;912;p15"/>
          <p:cNvSpPr/>
          <p:nvPr/>
        </p:nvSpPr>
        <p:spPr>
          <a:xfrm>
            <a:off x="6067088" y="2605643"/>
            <a:ext cx="1413000" cy="477900"/>
          </a:xfrm>
          <a:prstGeom prst="roundRect">
            <a:avLst>
              <a:gd name="adj" fmla="val 10342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15"/>
          <p:cNvSpPr txBox="1"/>
          <p:nvPr/>
        </p:nvSpPr>
        <p:spPr>
          <a:xfrm>
            <a:off x="6250988" y="2605650"/>
            <a:ext cx="10452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>
                <a:solidFill>
                  <a:srgbClr val="064947"/>
                </a:solidFill>
                <a:latin typeface="Anton"/>
                <a:ea typeface="Anton"/>
                <a:cs typeface="Anton"/>
                <a:sym typeface="Anton"/>
              </a:rPr>
              <a:t>Jul-Oct</a:t>
            </a:r>
            <a:endParaRPr sz="2200" b="0" i="0" u="none" strike="noStrike" cap="none">
              <a:solidFill>
                <a:srgbClr val="064947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914" name="Google Shape;914;p15"/>
          <p:cNvSpPr txBox="1"/>
          <p:nvPr/>
        </p:nvSpPr>
        <p:spPr>
          <a:xfrm>
            <a:off x="5968688" y="3271950"/>
            <a:ext cx="1609800" cy="8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64947"/>
                </a:solidFill>
                <a:latin typeface="Lato"/>
                <a:ea typeface="Lato"/>
                <a:cs typeface="Lato"/>
                <a:sym typeface="Lato"/>
              </a:rPr>
              <a:t>Desarrollo del borrador </a:t>
            </a:r>
            <a:endParaRPr sz="1400" b="0" i="0" u="none" strike="noStrike" cap="none">
              <a:solidFill>
                <a:srgbClr val="06494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5" name="Google Shape;915;p15"/>
          <p:cNvSpPr/>
          <p:nvPr/>
        </p:nvSpPr>
        <p:spPr>
          <a:xfrm>
            <a:off x="6441488" y="1630650"/>
            <a:ext cx="664200" cy="664200"/>
          </a:xfrm>
          <a:prstGeom prst="roundRect">
            <a:avLst>
              <a:gd name="adj" fmla="val 12901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6" name="Google Shape;916;p15"/>
          <p:cNvCxnSpPr>
            <a:stCxn id="915" idx="2"/>
          </p:cNvCxnSpPr>
          <p:nvPr/>
        </p:nvCxnSpPr>
        <p:spPr>
          <a:xfrm>
            <a:off x="6773588" y="2294850"/>
            <a:ext cx="300" cy="3108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917" name="Google Shape;917;p15"/>
          <p:cNvGrpSpPr/>
          <p:nvPr/>
        </p:nvGrpSpPr>
        <p:grpSpPr>
          <a:xfrm>
            <a:off x="1149688" y="3553113"/>
            <a:ext cx="346825" cy="346850"/>
            <a:chOff x="717925" y="1276988"/>
            <a:chExt cx="346825" cy="346850"/>
          </a:xfrm>
        </p:grpSpPr>
        <p:sp>
          <p:nvSpPr>
            <p:cNvPr id="918" name="Google Shape;918;p15"/>
            <p:cNvSpPr/>
            <p:nvPr/>
          </p:nvSpPr>
          <p:spPr>
            <a:xfrm>
              <a:off x="717925" y="1276988"/>
              <a:ext cx="346825" cy="346850"/>
            </a:xfrm>
            <a:custGeom>
              <a:avLst/>
              <a:gdLst/>
              <a:ahLst/>
              <a:cxnLst/>
              <a:rect l="l" t="t" r="r" b="b"/>
              <a:pathLst>
                <a:path w="13873" h="13874" extrusionOk="0">
                  <a:moveTo>
                    <a:pt x="6936" y="816"/>
                  </a:moveTo>
                  <a:cubicBezTo>
                    <a:pt x="10310" y="816"/>
                    <a:pt x="13058" y="3562"/>
                    <a:pt x="13058" y="6936"/>
                  </a:cubicBezTo>
                  <a:cubicBezTo>
                    <a:pt x="13058" y="10312"/>
                    <a:pt x="10310" y="13058"/>
                    <a:pt x="6936" y="13058"/>
                  </a:cubicBezTo>
                  <a:cubicBezTo>
                    <a:pt x="3561" y="13058"/>
                    <a:pt x="816" y="10312"/>
                    <a:pt x="816" y="6936"/>
                  </a:cubicBezTo>
                  <a:cubicBezTo>
                    <a:pt x="816" y="3562"/>
                    <a:pt x="3561" y="816"/>
                    <a:pt x="6936" y="816"/>
                  </a:cubicBezTo>
                  <a:close/>
                  <a:moveTo>
                    <a:pt x="6936" y="1"/>
                  </a:moveTo>
                  <a:cubicBezTo>
                    <a:pt x="3112" y="1"/>
                    <a:pt x="0" y="3113"/>
                    <a:pt x="0" y="6936"/>
                  </a:cubicBezTo>
                  <a:cubicBezTo>
                    <a:pt x="0" y="10761"/>
                    <a:pt x="3112" y="13873"/>
                    <a:pt x="6936" y="13873"/>
                  </a:cubicBezTo>
                  <a:cubicBezTo>
                    <a:pt x="10759" y="13873"/>
                    <a:pt x="13873" y="10761"/>
                    <a:pt x="13873" y="6936"/>
                  </a:cubicBezTo>
                  <a:cubicBezTo>
                    <a:pt x="13873" y="3113"/>
                    <a:pt x="10759" y="1"/>
                    <a:pt x="69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15"/>
            <p:cNvSpPr/>
            <p:nvPr/>
          </p:nvSpPr>
          <p:spPr>
            <a:xfrm>
              <a:off x="758500" y="1317588"/>
              <a:ext cx="265450" cy="265650"/>
            </a:xfrm>
            <a:custGeom>
              <a:avLst/>
              <a:gdLst/>
              <a:ahLst/>
              <a:cxnLst/>
              <a:rect l="l" t="t" r="r" b="b"/>
              <a:pathLst>
                <a:path w="10618" h="10626" extrusionOk="0">
                  <a:moveTo>
                    <a:pt x="5313" y="816"/>
                  </a:moveTo>
                  <a:cubicBezTo>
                    <a:pt x="5643" y="816"/>
                    <a:pt x="5965" y="853"/>
                    <a:pt x="6279" y="921"/>
                  </a:cubicBezTo>
                  <a:cubicBezTo>
                    <a:pt x="6151" y="1333"/>
                    <a:pt x="5762" y="1624"/>
                    <a:pt x="5313" y="1624"/>
                  </a:cubicBezTo>
                  <a:cubicBezTo>
                    <a:pt x="4857" y="1624"/>
                    <a:pt x="4476" y="1333"/>
                    <a:pt x="4341" y="921"/>
                  </a:cubicBezTo>
                  <a:cubicBezTo>
                    <a:pt x="4655" y="853"/>
                    <a:pt x="4977" y="816"/>
                    <a:pt x="5313" y="816"/>
                  </a:cubicBezTo>
                  <a:close/>
                  <a:moveTo>
                    <a:pt x="2874" y="3712"/>
                  </a:moveTo>
                  <a:lnTo>
                    <a:pt x="2874" y="6144"/>
                  </a:lnTo>
                  <a:cubicBezTo>
                    <a:pt x="2874" y="6593"/>
                    <a:pt x="2508" y="6959"/>
                    <a:pt x="2059" y="6959"/>
                  </a:cubicBezTo>
                  <a:lnTo>
                    <a:pt x="1123" y="6959"/>
                  </a:lnTo>
                  <a:cubicBezTo>
                    <a:pt x="929" y="6451"/>
                    <a:pt x="816" y="5889"/>
                    <a:pt x="816" y="5312"/>
                  </a:cubicBezTo>
                  <a:cubicBezTo>
                    <a:pt x="816" y="4752"/>
                    <a:pt x="920" y="4206"/>
                    <a:pt x="1109" y="3712"/>
                  </a:cubicBezTo>
                  <a:close/>
                  <a:moveTo>
                    <a:pt x="7056" y="1167"/>
                  </a:moveTo>
                  <a:cubicBezTo>
                    <a:pt x="7902" y="1527"/>
                    <a:pt x="8613" y="2134"/>
                    <a:pt x="9107" y="2897"/>
                  </a:cubicBezTo>
                  <a:lnTo>
                    <a:pt x="6801" y="2897"/>
                  </a:lnTo>
                  <a:lnTo>
                    <a:pt x="6801" y="3712"/>
                  </a:lnTo>
                  <a:lnTo>
                    <a:pt x="5313" y="3712"/>
                  </a:lnTo>
                  <a:lnTo>
                    <a:pt x="5313" y="4520"/>
                  </a:lnTo>
                  <a:cubicBezTo>
                    <a:pt x="5313" y="5418"/>
                    <a:pt x="6038" y="6151"/>
                    <a:pt x="6936" y="6151"/>
                  </a:cubicBezTo>
                  <a:lnTo>
                    <a:pt x="7205" y="6151"/>
                  </a:lnTo>
                  <a:lnTo>
                    <a:pt x="7205" y="6959"/>
                  </a:lnTo>
                  <a:lnTo>
                    <a:pt x="5717" y="6959"/>
                  </a:lnTo>
                  <a:cubicBezTo>
                    <a:pt x="4819" y="6959"/>
                    <a:pt x="4093" y="7692"/>
                    <a:pt x="4093" y="8590"/>
                  </a:cubicBezTo>
                  <a:lnTo>
                    <a:pt x="4093" y="9645"/>
                  </a:lnTo>
                  <a:cubicBezTo>
                    <a:pt x="3039" y="9346"/>
                    <a:pt x="2132" y="8665"/>
                    <a:pt x="1549" y="7767"/>
                  </a:cubicBezTo>
                  <a:lnTo>
                    <a:pt x="2059" y="7767"/>
                  </a:lnTo>
                  <a:cubicBezTo>
                    <a:pt x="2957" y="7767"/>
                    <a:pt x="3689" y="7042"/>
                    <a:pt x="3689" y="6144"/>
                  </a:cubicBezTo>
                  <a:lnTo>
                    <a:pt x="3689" y="2897"/>
                  </a:lnTo>
                  <a:lnTo>
                    <a:pt x="1520" y="2897"/>
                  </a:lnTo>
                  <a:cubicBezTo>
                    <a:pt x="2007" y="2134"/>
                    <a:pt x="2725" y="1527"/>
                    <a:pt x="3569" y="1167"/>
                  </a:cubicBezTo>
                  <a:cubicBezTo>
                    <a:pt x="3802" y="1900"/>
                    <a:pt x="4497" y="2439"/>
                    <a:pt x="5313" y="2439"/>
                  </a:cubicBezTo>
                  <a:cubicBezTo>
                    <a:pt x="6128" y="2439"/>
                    <a:pt x="6818" y="1900"/>
                    <a:pt x="7056" y="1167"/>
                  </a:cubicBezTo>
                  <a:close/>
                  <a:moveTo>
                    <a:pt x="9511" y="3712"/>
                  </a:moveTo>
                  <a:cubicBezTo>
                    <a:pt x="9705" y="4206"/>
                    <a:pt x="9809" y="4752"/>
                    <a:pt x="9809" y="5312"/>
                  </a:cubicBezTo>
                  <a:cubicBezTo>
                    <a:pt x="9809" y="7790"/>
                    <a:pt x="7789" y="9811"/>
                    <a:pt x="5313" y="9811"/>
                  </a:cubicBezTo>
                  <a:cubicBezTo>
                    <a:pt x="5171" y="9811"/>
                    <a:pt x="5036" y="9802"/>
                    <a:pt x="4909" y="9795"/>
                  </a:cubicBezTo>
                  <a:lnTo>
                    <a:pt x="4909" y="8590"/>
                  </a:lnTo>
                  <a:cubicBezTo>
                    <a:pt x="4909" y="8141"/>
                    <a:pt x="5268" y="7774"/>
                    <a:pt x="5717" y="7774"/>
                  </a:cubicBezTo>
                  <a:lnTo>
                    <a:pt x="8023" y="7774"/>
                  </a:lnTo>
                  <a:lnTo>
                    <a:pt x="8023" y="5336"/>
                  </a:lnTo>
                  <a:lnTo>
                    <a:pt x="6936" y="5336"/>
                  </a:lnTo>
                  <a:cubicBezTo>
                    <a:pt x="6487" y="5336"/>
                    <a:pt x="6121" y="4969"/>
                    <a:pt x="6121" y="4520"/>
                  </a:cubicBezTo>
                  <a:lnTo>
                    <a:pt x="7619" y="4520"/>
                  </a:lnTo>
                  <a:lnTo>
                    <a:pt x="7619" y="3712"/>
                  </a:lnTo>
                  <a:close/>
                  <a:moveTo>
                    <a:pt x="5313" y="0"/>
                  </a:moveTo>
                  <a:cubicBezTo>
                    <a:pt x="2387" y="0"/>
                    <a:pt x="1" y="2387"/>
                    <a:pt x="1" y="5312"/>
                  </a:cubicBezTo>
                  <a:cubicBezTo>
                    <a:pt x="1" y="8239"/>
                    <a:pt x="2387" y="10626"/>
                    <a:pt x="5313" y="10626"/>
                  </a:cubicBezTo>
                  <a:cubicBezTo>
                    <a:pt x="8238" y="10626"/>
                    <a:pt x="10618" y="8239"/>
                    <a:pt x="10618" y="5312"/>
                  </a:cubicBezTo>
                  <a:cubicBezTo>
                    <a:pt x="10618" y="2387"/>
                    <a:pt x="8238" y="0"/>
                    <a:pt x="53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0" name="Google Shape;920;p15"/>
          <p:cNvSpPr/>
          <p:nvPr/>
        </p:nvSpPr>
        <p:spPr>
          <a:xfrm>
            <a:off x="4783326" y="3553125"/>
            <a:ext cx="346850" cy="346850"/>
          </a:xfrm>
          <a:custGeom>
            <a:avLst/>
            <a:gdLst/>
            <a:ahLst/>
            <a:cxnLst/>
            <a:rect l="l" t="t" r="r" b="b"/>
            <a:pathLst>
              <a:path w="13874" h="13874" extrusionOk="0">
                <a:moveTo>
                  <a:pt x="6936" y="818"/>
                </a:moveTo>
                <a:cubicBezTo>
                  <a:pt x="8082" y="818"/>
                  <a:pt x="9010" y="1744"/>
                  <a:pt x="9010" y="2890"/>
                </a:cubicBezTo>
                <a:cubicBezTo>
                  <a:pt x="9010" y="3332"/>
                  <a:pt x="8876" y="3750"/>
                  <a:pt x="8621" y="4095"/>
                </a:cubicBezTo>
                <a:lnTo>
                  <a:pt x="6936" y="2448"/>
                </a:lnTo>
                <a:lnTo>
                  <a:pt x="5254" y="4095"/>
                </a:lnTo>
                <a:cubicBezTo>
                  <a:pt x="4999" y="3750"/>
                  <a:pt x="4864" y="3332"/>
                  <a:pt x="4864" y="2890"/>
                </a:cubicBezTo>
                <a:cubicBezTo>
                  <a:pt x="4864" y="1744"/>
                  <a:pt x="5792" y="818"/>
                  <a:pt x="6936" y="818"/>
                </a:cubicBezTo>
                <a:close/>
                <a:moveTo>
                  <a:pt x="2860" y="5208"/>
                </a:moveTo>
                <a:lnTo>
                  <a:pt x="3479" y="5830"/>
                </a:lnTo>
                <a:lnTo>
                  <a:pt x="816" y="8434"/>
                </a:lnTo>
                <a:lnTo>
                  <a:pt x="816" y="7214"/>
                </a:lnTo>
                <a:lnTo>
                  <a:pt x="2860" y="5208"/>
                </a:lnTo>
                <a:close/>
                <a:moveTo>
                  <a:pt x="11015" y="5208"/>
                </a:moveTo>
                <a:lnTo>
                  <a:pt x="13058" y="7214"/>
                </a:lnTo>
                <a:lnTo>
                  <a:pt x="13058" y="8434"/>
                </a:lnTo>
                <a:lnTo>
                  <a:pt x="10386" y="5830"/>
                </a:lnTo>
                <a:lnTo>
                  <a:pt x="11015" y="5208"/>
                </a:lnTo>
                <a:close/>
                <a:moveTo>
                  <a:pt x="4056" y="6399"/>
                </a:moveTo>
                <a:lnTo>
                  <a:pt x="4356" y="6699"/>
                </a:lnTo>
                <a:cubicBezTo>
                  <a:pt x="4745" y="7080"/>
                  <a:pt x="5209" y="7372"/>
                  <a:pt x="5717" y="7552"/>
                </a:cubicBezTo>
                <a:lnTo>
                  <a:pt x="5717" y="8996"/>
                </a:lnTo>
                <a:lnTo>
                  <a:pt x="1400" y="8996"/>
                </a:lnTo>
                <a:lnTo>
                  <a:pt x="4056" y="6399"/>
                </a:lnTo>
                <a:close/>
                <a:moveTo>
                  <a:pt x="9810" y="6399"/>
                </a:moveTo>
                <a:lnTo>
                  <a:pt x="12467" y="8996"/>
                </a:lnTo>
                <a:lnTo>
                  <a:pt x="8157" y="8996"/>
                </a:lnTo>
                <a:lnTo>
                  <a:pt x="8157" y="7552"/>
                </a:lnTo>
                <a:cubicBezTo>
                  <a:pt x="8659" y="7372"/>
                  <a:pt x="9115" y="7080"/>
                  <a:pt x="9504" y="6706"/>
                </a:cubicBezTo>
                <a:lnTo>
                  <a:pt x="9810" y="6399"/>
                </a:lnTo>
                <a:close/>
                <a:moveTo>
                  <a:pt x="6936" y="3585"/>
                </a:moveTo>
                <a:lnTo>
                  <a:pt x="9226" y="5830"/>
                </a:lnTo>
                <a:lnTo>
                  <a:pt x="8928" y="6130"/>
                </a:lnTo>
                <a:cubicBezTo>
                  <a:pt x="8576" y="6482"/>
                  <a:pt x="8127" y="6728"/>
                  <a:pt x="7647" y="6855"/>
                </a:cubicBezTo>
                <a:lnTo>
                  <a:pt x="7340" y="6938"/>
                </a:lnTo>
                <a:lnTo>
                  <a:pt x="7340" y="9407"/>
                </a:lnTo>
                <a:cubicBezTo>
                  <a:pt x="7340" y="9624"/>
                  <a:pt x="7161" y="9811"/>
                  <a:pt x="6936" y="9811"/>
                </a:cubicBezTo>
                <a:cubicBezTo>
                  <a:pt x="6712" y="9811"/>
                  <a:pt x="6525" y="9624"/>
                  <a:pt x="6525" y="9407"/>
                </a:cubicBezTo>
                <a:lnTo>
                  <a:pt x="6525" y="6938"/>
                </a:lnTo>
                <a:lnTo>
                  <a:pt x="6227" y="6855"/>
                </a:lnTo>
                <a:cubicBezTo>
                  <a:pt x="5733" y="6735"/>
                  <a:pt x="5291" y="6482"/>
                  <a:pt x="4932" y="6122"/>
                </a:cubicBezTo>
                <a:lnTo>
                  <a:pt x="4640" y="5830"/>
                </a:lnTo>
                <a:lnTo>
                  <a:pt x="6936" y="3585"/>
                </a:lnTo>
                <a:close/>
                <a:moveTo>
                  <a:pt x="8928" y="9811"/>
                </a:moveTo>
                <a:cubicBezTo>
                  <a:pt x="8741" y="10739"/>
                  <a:pt x="7917" y="11434"/>
                  <a:pt x="6936" y="11434"/>
                </a:cubicBezTo>
                <a:cubicBezTo>
                  <a:pt x="5958" y="11434"/>
                  <a:pt x="5133" y="10739"/>
                  <a:pt x="4947" y="9811"/>
                </a:cubicBezTo>
                <a:lnTo>
                  <a:pt x="5785" y="9811"/>
                </a:lnTo>
                <a:cubicBezTo>
                  <a:pt x="5958" y="10282"/>
                  <a:pt x="6407" y="10619"/>
                  <a:pt x="6936" y="10619"/>
                </a:cubicBezTo>
                <a:cubicBezTo>
                  <a:pt x="7468" y="10619"/>
                  <a:pt x="7917" y="10282"/>
                  <a:pt x="8082" y="9811"/>
                </a:cubicBezTo>
                <a:close/>
                <a:moveTo>
                  <a:pt x="2485" y="9811"/>
                </a:moveTo>
                <a:cubicBezTo>
                  <a:pt x="2605" y="11151"/>
                  <a:pt x="3323" y="12325"/>
                  <a:pt x="4370" y="13058"/>
                </a:cubicBezTo>
                <a:lnTo>
                  <a:pt x="816" y="13058"/>
                </a:lnTo>
                <a:lnTo>
                  <a:pt x="816" y="9811"/>
                </a:lnTo>
                <a:close/>
                <a:moveTo>
                  <a:pt x="10573" y="9811"/>
                </a:moveTo>
                <a:cubicBezTo>
                  <a:pt x="10365" y="11637"/>
                  <a:pt x="8815" y="13058"/>
                  <a:pt x="6936" y="13058"/>
                </a:cubicBezTo>
                <a:cubicBezTo>
                  <a:pt x="5060" y="13058"/>
                  <a:pt x="3503" y="11637"/>
                  <a:pt x="3300" y="9811"/>
                </a:cubicBezTo>
                <a:lnTo>
                  <a:pt x="4124" y="9811"/>
                </a:lnTo>
                <a:cubicBezTo>
                  <a:pt x="4318" y="11188"/>
                  <a:pt x="5509" y="12250"/>
                  <a:pt x="6936" y="12250"/>
                </a:cubicBezTo>
                <a:cubicBezTo>
                  <a:pt x="8366" y="12250"/>
                  <a:pt x="9556" y="11188"/>
                  <a:pt x="9750" y="9811"/>
                </a:cubicBezTo>
                <a:close/>
                <a:moveTo>
                  <a:pt x="13058" y="9811"/>
                </a:moveTo>
                <a:lnTo>
                  <a:pt x="13058" y="13058"/>
                </a:lnTo>
                <a:lnTo>
                  <a:pt x="9504" y="13058"/>
                </a:lnTo>
                <a:cubicBezTo>
                  <a:pt x="10551" y="12325"/>
                  <a:pt x="11262" y="11151"/>
                  <a:pt x="11390" y="9811"/>
                </a:cubicBezTo>
                <a:close/>
                <a:moveTo>
                  <a:pt x="6936" y="1"/>
                </a:moveTo>
                <a:cubicBezTo>
                  <a:pt x="5343" y="1"/>
                  <a:pt x="4049" y="1295"/>
                  <a:pt x="4049" y="2890"/>
                </a:cubicBezTo>
                <a:cubicBezTo>
                  <a:pt x="4049" y="3547"/>
                  <a:pt x="4266" y="4161"/>
                  <a:pt x="4663" y="4670"/>
                </a:cubicBezTo>
                <a:lnTo>
                  <a:pt x="4056" y="5262"/>
                </a:lnTo>
                <a:lnTo>
                  <a:pt x="2860" y="4072"/>
                </a:lnTo>
                <a:lnTo>
                  <a:pt x="1" y="6870"/>
                </a:lnTo>
                <a:lnTo>
                  <a:pt x="1" y="13873"/>
                </a:lnTo>
                <a:lnTo>
                  <a:pt x="13874" y="13873"/>
                </a:lnTo>
                <a:lnTo>
                  <a:pt x="13874" y="6870"/>
                </a:lnTo>
                <a:lnTo>
                  <a:pt x="11015" y="4072"/>
                </a:lnTo>
                <a:lnTo>
                  <a:pt x="9810" y="5262"/>
                </a:lnTo>
                <a:lnTo>
                  <a:pt x="9204" y="4670"/>
                </a:lnTo>
                <a:cubicBezTo>
                  <a:pt x="9608" y="4161"/>
                  <a:pt x="9819" y="3547"/>
                  <a:pt x="9819" y="2890"/>
                </a:cubicBezTo>
                <a:cubicBezTo>
                  <a:pt x="9819" y="1295"/>
                  <a:pt x="8524" y="1"/>
                  <a:pt x="69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15"/>
          <p:cNvSpPr/>
          <p:nvPr/>
        </p:nvSpPr>
        <p:spPr>
          <a:xfrm>
            <a:off x="6600163" y="1789700"/>
            <a:ext cx="344600" cy="346075"/>
          </a:xfrm>
          <a:custGeom>
            <a:avLst/>
            <a:gdLst/>
            <a:ahLst/>
            <a:cxnLst/>
            <a:rect l="l" t="t" r="r" b="b"/>
            <a:pathLst>
              <a:path w="13784" h="13843" extrusionOk="0">
                <a:moveTo>
                  <a:pt x="10334" y="1595"/>
                </a:moveTo>
                <a:lnTo>
                  <a:pt x="12375" y="5074"/>
                </a:lnTo>
                <a:lnTo>
                  <a:pt x="11477" y="5074"/>
                </a:lnTo>
                <a:lnTo>
                  <a:pt x="12375" y="6607"/>
                </a:lnTo>
                <a:lnTo>
                  <a:pt x="8290" y="6607"/>
                </a:lnTo>
                <a:lnTo>
                  <a:pt x="9188" y="5074"/>
                </a:lnTo>
                <a:lnTo>
                  <a:pt x="8290" y="5074"/>
                </a:lnTo>
                <a:lnTo>
                  <a:pt x="10334" y="1595"/>
                </a:lnTo>
                <a:close/>
                <a:moveTo>
                  <a:pt x="5050" y="7387"/>
                </a:moveTo>
                <a:lnTo>
                  <a:pt x="4601" y="8195"/>
                </a:lnTo>
                <a:lnTo>
                  <a:pt x="809" y="8195"/>
                </a:lnTo>
                <a:lnTo>
                  <a:pt x="809" y="7387"/>
                </a:lnTo>
                <a:close/>
                <a:moveTo>
                  <a:pt x="12968" y="9003"/>
                </a:moveTo>
                <a:lnTo>
                  <a:pt x="12968" y="9811"/>
                </a:lnTo>
                <a:lnTo>
                  <a:pt x="4632" y="9811"/>
                </a:lnTo>
                <a:lnTo>
                  <a:pt x="5074" y="9003"/>
                </a:lnTo>
                <a:close/>
                <a:moveTo>
                  <a:pt x="4152" y="9003"/>
                </a:moveTo>
                <a:lnTo>
                  <a:pt x="2813" y="11427"/>
                </a:lnTo>
                <a:lnTo>
                  <a:pt x="809" y="11427"/>
                </a:lnTo>
                <a:lnTo>
                  <a:pt x="809" y="9003"/>
                </a:lnTo>
                <a:close/>
                <a:moveTo>
                  <a:pt x="12968" y="10619"/>
                </a:moveTo>
                <a:lnTo>
                  <a:pt x="12968" y="13035"/>
                </a:lnTo>
                <a:lnTo>
                  <a:pt x="2836" y="13035"/>
                </a:lnTo>
                <a:lnTo>
                  <a:pt x="4183" y="10619"/>
                </a:lnTo>
                <a:close/>
                <a:moveTo>
                  <a:pt x="10334" y="1"/>
                </a:moveTo>
                <a:lnTo>
                  <a:pt x="6884" y="5882"/>
                </a:lnTo>
                <a:lnTo>
                  <a:pt x="7782" y="5882"/>
                </a:lnTo>
                <a:lnTo>
                  <a:pt x="6884" y="7416"/>
                </a:lnTo>
                <a:lnTo>
                  <a:pt x="9929" y="7416"/>
                </a:lnTo>
                <a:lnTo>
                  <a:pt x="9929" y="8195"/>
                </a:lnTo>
                <a:lnTo>
                  <a:pt x="5523" y="8195"/>
                </a:lnTo>
                <a:lnTo>
                  <a:pt x="6420" y="6579"/>
                </a:lnTo>
                <a:lnTo>
                  <a:pt x="0" y="6579"/>
                </a:lnTo>
                <a:lnTo>
                  <a:pt x="0" y="12226"/>
                </a:lnTo>
                <a:lnTo>
                  <a:pt x="2364" y="12226"/>
                </a:lnTo>
                <a:lnTo>
                  <a:pt x="1466" y="13843"/>
                </a:lnTo>
                <a:lnTo>
                  <a:pt x="13776" y="13843"/>
                </a:lnTo>
                <a:lnTo>
                  <a:pt x="13776" y="8195"/>
                </a:lnTo>
                <a:lnTo>
                  <a:pt x="10738" y="8195"/>
                </a:lnTo>
                <a:lnTo>
                  <a:pt x="10738" y="7416"/>
                </a:lnTo>
                <a:lnTo>
                  <a:pt x="13783" y="7416"/>
                </a:lnTo>
                <a:lnTo>
                  <a:pt x="12885" y="5882"/>
                </a:lnTo>
                <a:lnTo>
                  <a:pt x="13783" y="5882"/>
                </a:lnTo>
                <a:lnTo>
                  <a:pt x="103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2" name="Google Shape;922;p15"/>
          <p:cNvGrpSpPr/>
          <p:nvPr/>
        </p:nvGrpSpPr>
        <p:grpSpPr>
          <a:xfrm>
            <a:off x="2966526" y="1789638"/>
            <a:ext cx="346825" cy="346200"/>
            <a:chOff x="2977275" y="1835188"/>
            <a:chExt cx="346825" cy="346200"/>
          </a:xfrm>
        </p:grpSpPr>
        <p:sp>
          <p:nvSpPr>
            <p:cNvPr id="923" name="Google Shape;923;p15"/>
            <p:cNvSpPr/>
            <p:nvPr/>
          </p:nvSpPr>
          <p:spPr>
            <a:xfrm>
              <a:off x="2977275" y="1970713"/>
              <a:ext cx="346825" cy="210675"/>
            </a:xfrm>
            <a:custGeom>
              <a:avLst/>
              <a:gdLst/>
              <a:ahLst/>
              <a:cxnLst/>
              <a:rect l="l" t="t" r="r" b="b"/>
              <a:pathLst>
                <a:path w="13873" h="8427" extrusionOk="0">
                  <a:moveTo>
                    <a:pt x="5118" y="816"/>
                  </a:moveTo>
                  <a:lnTo>
                    <a:pt x="6090" y="2035"/>
                  </a:lnTo>
                  <a:lnTo>
                    <a:pt x="1250" y="2035"/>
                  </a:lnTo>
                  <a:lnTo>
                    <a:pt x="2229" y="816"/>
                  </a:lnTo>
                  <a:close/>
                  <a:moveTo>
                    <a:pt x="8379" y="816"/>
                  </a:moveTo>
                  <a:lnTo>
                    <a:pt x="9353" y="2035"/>
                  </a:lnTo>
                  <a:lnTo>
                    <a:pt x="7131" y="2035"/>
                  </a:lnTo>
                  <a:lnTo>
                    <a:pt x="6158" y="816"/>
                  </a:lnTo>
                  <a:close/>
                  <a:moveTo>
                    <a:pt x="11642" y="816"/>
                  </a:moveTo>
                  <a:lnTo>
                    <a:pt x="12623" y="2035"/>
                  </a:lnTo>
                  <a:lnTo>
                    <a:pt x="10392" y="2035"/>
                  </a:lnTo>
                  <a:lnTo>
                    <a:pt x="9421" y="816"/>
                  </a:lnTo>
                  <a:close/>
                  <a:moveTo>
                    <a:pt x="6531" y="2843"/>
                  </a:moveTo>
                  <a:lnTo>
                    <a:pt x="6531" y="3658"/>
                  </a:lnTo>
                  <a:lnTo>
                    <a:pt x="815" y="3658"/>
                  </a:lnTo>
                  <a:lnTo>
                    <a:pt x="815" y="2843"/>
                  </a:lnTo>
                  <a:close/>
                  <a:moveTo>
                    <a:pt x="1624" y="4467"/>
                  </a:moveTo>
                  <a:lnTo>
                    <a:pt x="1624" y="7609"/>
                  </a:lnTo>
                  <a:lnTo>
                    <a:pt x="815" y="7609"/>
                  </a:lnTo>
                  <a:lnTo>
                    <a:pt x="815" y="4467"/>
                  </a:lnTo>
                  <a:close/>
                  <a:moveTo>
                    <a:pt x="4908" y="4467"/>
                  </a:moveTo>
                  <a:lnTo>
                    <a:pt x="4908" y="7609"/>
                  </a:lnTo>
                  <a:lnTo>
                    <a:pt x="2439" y="7609"/>
                  </a:lnTo>
                  <a:lnTo>
                    <a:pt x="2439" y="4467"/>
                  </a:lnTo>
                  <a:close/>
                  <a:moveTo>
                    <a:pt x="6531" y="4467"/>
                  </a:moveTo>
                  <a:lnTo>
                    <a:pt x="6531" y="7609"/>
                  </a:lnTo>
                  <a:lnTo>
                    <a:pt x="5716" y="7609"/>
                  </a:lnTo>
                  <a:lnTo>
                    <a:pt x="5716" y="4467"/>
                  </a:lnTo>
                  <a:close/>
                  <a:moveTo>
                    <a:pt x="9794" y="2843"/>
                  </a:moveTo>
                  <a:lnTo>
                    <a:pt x="9794" y="7609"/>
                  </a:lnTo>
                  <a:lnTo>
                    <a:pt x="7340" y="7609"/>
                  </a:lnTo>
                  <a:lnTo>
                    <a:pt x="7340" y="2843"/>
                  </a:lnTo>
                  <a:close/>
                  <a:moveTo>
                    <a:pt x="13057" y="2843"/>
                  </a:moveTo>
                  <a:lnTo>
                    <a:pt x="13057" y="7609"/>
                  </a:lnTo>
                  <a:lnTo>
                    <a:pt x="10610" y="7609"/>
                  </a:lnTo>
                  <a:lnTo>
                    <a:pt x="10610" y="2843"/>
                  </a:lnTo>
                  <a:close/>
                  <a:moveTo>
                    <a:pt x="1841" y="0"/>
                  </a:moveTo>
                  <a:lnTo>
                    <a:pt x="0" y="2297"/>
                  </a:lnTo>
                  <a:lnTo>
                    <a:pt x="0" y="8426"/>
                  </a:lnTo>
                  <a:lnTo>
                    <a:pt x="13873" y="8426"/>
                  </a:lnTo>
                  <a:lnTo>
                    <a:pt x="13873" y="2297"/>
                  </a:lnTo>
                  <a:lnTo>
                    <a:pt x="12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15"/>
            <p:cNvSpPr/>
            <p:nvPr/>
          </p:nvSpPr>
          <p:spPr>
            <a:xfrm>
              <a:off x="3092700" y="1835188"/>
              <a:ext cx="115975" cy="115825"/>
            </a:xfrm>
            <a:custGeom>
              <a:avLst/>
              <a:gdLst/>
              <a:ahLst/>
              <a:cxnLst/>
              <a:rect l="l" t="t" r="r" b="b"/>
              <a:pathLst>
                <a:path w="4639" h="4633" extrusionOk="0">
                  <a:moveTo>
                    <a:pt x="2319" y="816"/>
                  </a:moveTo>
                  <a:cubicBezTo>
                    <a:pt x="3150" y="816"/>
                    <a:pt x="3823" y="1489"/>
                    <a:pt x="3823" y="2319"/>
                  </a:cubicBezTo>
                  <a:cubicBezTo>
                    <a:pt x="3823" y="3151"/>
                    <a:pt x="3150" y="3824"/>
                    <a:pt x="2319" y="3824"/>
                  </a:cubicBezTo>
                  <a:cubicBezTo>
                    <a:pt x="1489" y="3824"/>
                    <a:pt x="815" y="3151"/>
                    <a:pt x="815" y="2319"/>
                  </a:cubicBezTo>
                  <a:cubicBezTo>
                    <a:pt x="815" y="1489"/>
                    <a:pt x="1489" y="816"/>
                    <a:pt x="2319" y="816"/>
                  </a:cubicBezTo>
                  <a:close/>
                  <a:moveTo>
                    <a:pt x="2319" y="1"/>
                  </a:moveTo>
                  <a:cubicBezTo>
                    <a:pt x="1040" y="1"/>
                    <a:pt x="0" y="1041"/>
                    <a:pt x="0" y="2319"/>
                  </a:cubicBezTo>
                  <a:cubicBezTo>
                    <a:pt x="0" y="3600"/>
                    <a:pt x="1040" y="4632"/>
                    <a:pt x="2319" y="4632"/>
                  </a:cubicBezTo>
                  <a:cubicBezTo>
                    <a:pt x="3599" y="4632"/>
                    <a:pt x="4639" y="3600"/>
                    <a:pt x="4639" y="2319"/>
                  </a:cubicBezTo>
                  <a:cubicBezTo>
                    <a:pt x="4639" y="1041"/>
                    <a:pt x="3599" y="1"/>
                    <a:pt x="23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5" name="Google Shape;925;p15"/>
          <p:cNvSpPr/>
          <p:nvPr/>
        </p:nvSpPr>
        <p:spPr>
          <a:xfrm>
            <a:off x="7636187" y="2429365"/>
            <a:ext cx="1326900" cy="881857"/>
          </a:xfrm>
          <a:prstGeom prst="roundRect">
            <a:avLst>
              <a:gd name="adj" fmla="val 12901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0" i="0" u="none" strike="noStrike" cap="non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PLAN</a:t>
            </a:r>
            <a:endParaRPr sz="2500" b="0" i="0" u="none" strike="noStrike" cap="none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18"/>
          <p:cNvSpPr/>
          <p:nvPr/>
        </p:nvSpPr>
        <p:spPr>
          <a:xfrm>
            <a:off x="5503397" y="2229296"/>
            <a:ext cx="2821598" cy="482401"/>
          </a:xfrm>
          <a:custGeom>
            <a:avLst/>
            <a:gdLst/>
            <a:ahLst/>
            <a:cxnLst/>
            <a:rect l="l" t="t" r="r" b="b"/>
            <a:pathLst>
              <a:path w="28455" h="4865" extrusionOk="0">
                <a:moveTo>
                  <a:pt x="18226" y="0"/>
                </a:moveTo>
                <a:cubicBezTo>
                  <a:pt x="16791" y="0"/>
                  <a:pt x="14567" y="945"/>
                  <a:pt x="11645" y="3580"/>
                </a:cubicBezTo>
                <a:cubicBezTo>
                  <a:pt x="11972" y="2555"/>
                  <a:pt x="11763" y="2033"/>
                  <a:pt x="10999" y="2033"/>
                </a:cubicBezTo>
                <a:cubicBezTo>
                  <a:pt x="10243" y="2033"/>
                  <a:pt x="8946" y="2542"/>
                  <a:pt x="7088" y="3580"/>
                </a:cubicBezTo>
                <a:cubicBezTo>
                  <a:pt x="7296" y="2950"/>
                  <a:pt x="7225" y="2536"/>
                  <a:pt x="6626" y="2536"/>
                </a:cubicBezTo>
                <a:cubicBezTo>
                  <a:pt x="5981" y="2536"/>
                  <a:pt x="4724" y="3016"/>
                  <a:pt x="2544" y="4221"/>
                </a:cubicBezTo>
                <a:cubicBezTo>
                  <a:pt x="2882" y="3683"/>
                  <a:pt x="2896" y="3441"/>
                  <a:pt x="2648" y="3441"/>
                </a:cubicBezTo>
                <a:cubicBezTo>
                  <a:pt x="2280" y="3441"/>
                  <a:pt x="1334" y="3972"/>
                  <a:pt x="1" y="4864"/>
                </a:cubicBezTo>
                <a:lnTo>
                  <a:pt x="27167" y="4864"/>
                </a:lnTo>
                <a:cubicBezTo>
                  <a:pt x="28455" y="3310"/>
                  <a:pt x="28409" y="2484"/>
                  <a:pt x="26845" y="2484"/>
                </a:cubicBezTo>
                <a:cubicBezTo>
                  <a:pt x="25741" y="2484"/>
                  <a:pt x="23881" y="2895"/>
                  <a:pt x="21200" y="3753"/>
                </a:cubicBezTo>
                <a:cubicBezTo>
                  <a:pt x="21915" y="3068"/>
                  <a:pt x="21868" y="2531"/>
                  <a:pt x="21296" y="2531"/>
                </a:cubicBezTo>
                <a:cubicBezTo>
                  <a:pt x="20897" y="2531"/>
                  <a:pt x="20241" y="2793"/>
                  <a:pt x="19409" y="3450"/>
                </a:cubicBezTo>
                <a:cubicBezTo>
                  <a:pt x="20684" y="1806"/>
                  <a:pt x="20209" y="0"/>
                  <a:pt x="18226" y="0"/>
                </a:cubicBezTo>
                <a:close/>
              </a:path>
            </a:pathLst>
          </a:custGeom>
          <a:solidFill>
            <a:srgbClr val="212529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18"/>
          <p:cNvSpPr/>
          <p:nvPr/>
        </p:nvSpPr>
        <p:spPr>
          <a:xfrm>
            <a:off x="715100" y="2023150"/>
            <a:ext cx="3732600" cy="592500"/>
          </a:xfrm>
          <a:prstGeom prst="roundRect">
            <a:avLst>
              <a:gd name="adj" fmla="val 10342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18"/>
          <p:cNvSpPr txBox="1">
            <a:spLocks noGrp="1"/>
          </p:cNvSpPr>
          <p:nvPr>
            <p:ph type="ctrTitle"/>
          </p:nvPr>
        </p:nvSpPr>
        <p:spPr>
          <a:xfrm>
            <a:off x="771450" y="458800"/>
            <a:ext cx="4173300" cy="14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Gracias!</a:t>
            </a:r>
            <a:endParaRPr/>
          </a:p>
        </p:txBody>
      </p:sp>
      <p:sp>
        <p:nvSpPr>
          <p:cNvPr id="1020" name="Google Shape;1020;p18"/>
          <p:cNvSpPr txBox="1">
            <a:spLocks noGrp="1"/>
          </p:cNvSpPr>
          <p:nvPr>
            <p:ph type="subTitle" idx="1"/>
          </p:nvPr>
        </p:nvSpPr>
        <p:spPr>
          <a:xfrm>
            <a:off x="771450" y="2711700"/>
            <a:ext cx="4285256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Secretaría de Coordinación Universitaria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u="sng">
              <a:solidFill>
                <a:schemeClr val="hlink"/>
              </a:solidFill>
              <a:hlinkClick r:id="rId3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https://www.utn.edu.ar/es/secretaria-scour/scour-utn-sustentable</a:t>
            </a:r>
            <a:r>
              <a:rPr lang="en"/>
              <a:t> </a:t>
            </a:r>
            <a:endParaRPr/>
          </a:p>
        </p:txBody>
      </p:sp>
      <p:sp>
        <p:nvSpPr>
          <p:cNvPr id="1021" name="Google Shape;1021;p18"/>
          <p:cNvSpPr txBox="1">
            <a:spLocks noGrp="1"/>
          </p:cNvSpPr>
          <p:nvPr>
            <p:ph type="subTitle" idx="2"/>
          </p:nvPr>
        </p:nvSpPr>
        <p:spPr>
          <a:xfrm>
            <a:off x="771450" y="2078200"/>
            <a:ext cx="34545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Preguntas?</a:t>
            </a:r>
            <a:endParaRPr/>
          </a:p>
        </p:txBody>
      </p:sp>
      <p:grpSp>
        <p:nvGrpSpPr>
          <p:cNvPr id="1022" name="Google Shape;1022;p18"/>
          <p:cNvGrpSpPr/>
          <p:nvPr/>
        </p:nvGrpSpPr>
        <p:grpSpPr>
          <a:xfrm flipH="1">
            <a:off x="7201455" y="1662936"/>
            <a:ext cx="1572085" cy="2654669"/>
            <a:chOff x="6634689" y="656736"/>
            <a:chExt cx="1572085" cy="2654669"/>
          </a:xfrm>
        </p:grpSpPr>
        <p:sp>
          <p:nvSpPr>
            <p:cNvPr id="1023" name="Google Shape;1023;p18"/>
            <p:cNvSpPr/>
            <p:nvPr/>
          </p:nvSpPr>
          <p:spPr>
            <a:xfrm>
              <a:off x="6708975" y="2896650"/>
              <a:ext cx="1037821" cy="414755"/>
            </a:xfrm>
            <a:custGeom>
              <a:avLst/>
              <a:gdLst/>
              <a:ahLst/>
              <a:cxnLst/>
              <a:rect l="l" t="t" r="r" b="b"/>
              <a:pathLst>
                <a:path w="14086" h="4578" extrusionOk="0">
                  <a:moveTo>
                    <a:pt x="11111" y="0"/>
                  </a:moveTo>
                  <a:cubicBezTo>
                    <a:pt x="6574" y="600"/>
                    <a:pt x="1" y="3974"/>
                    <a:pt x="1" y="3974"/>
                  </a:cubicBezTo>
                  <a:cubicBezTo>
                    <a:pt x="1" y="3974"/>
                    <a:pt x="1716" y="4578"/>
                    <a:pt x="3920" y="4578"/>
                  </a:cubicBezTo>
                  <a:cubicBezTo>
                    <a:pt x="4566" y="4578"/>
                    <a:pt x="5254" y="4526"/>
                    <a:pt x="5954" y="4391"/>
                  </a:cubicBezTo>
                  <a:cubicBezTo>
                    <a:pt x="9038" y="3800"/>
                    <a:pt x="13365" y="1820"/>
                    <a:pt x="13632" y="1200"/>
                  </a:cubicBezTo>
                  <a:cubicBezTo>
                    <a:pt x="14086" y="137"/>
                    <a:pt x="11111" y="0"/>
                    <a:pt x="11111" y="0"/>
                  </a:cubicBezTo>
                  <a:close/>
                </a:path>
              </a:pathLst>
            </a:custGeom>
            <a:solidFill>
              <a:srgbClr val="212529">
                <a:alpha val="18823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24" name="Google Shape;1024;p18"/>
            <p:cNvGrpSpPr/>
            <p:nvPr/>
          </p:nvGrpSpPr>
          <p:grpSpPr>
            <a:xfrm>
              <a:off x="6634689" y="656736"/>
              <a:ext cx="1572085" cy="2411710"/>
              <a:chOff x="4903950" y="535000"/>
              <a:chExt cx="1223317" cy="1876671"/>
            </a:xfrm>
          </p:grpSpPr>
          <p:sp>
            <p:nvSpPr>
              <p:cNvPr id="1025" name="Google Shape;1025;p18"/>
              <p:cNvSpPr/>
              <p:nvPr/>
            </p:nvSpPr>
            <p:spPr>
              <a:xfrm>
                <a:off x="5964416" y="585205"/>
                <a:ext cx="55058" cy="140838"/>
              </a:xfrm>
              <a:custGeom>
                <a:avLst/>
                <a:gdLst/>
                <a:ahLst/>
                <a:cxnLst/>
                <a:rect l="l" t="t" r="r" b="b"/>
                <a:pathLst>
                  <a:path w="760" h="1944" extrusionOk="0">
                    <a:moveTo>
                      <a:pt x="760" y="1"/>
                    </a:moveTo>
                    <a:lnTo>
                      <a:pt x="760" y="1"/>
                    </a:lnTo>
                    <a:cubicBezTo>
                      <a:pt x="557" y="131"/>
                      <a:pt x="333" y="281"/>
                      <a:pt x="94" y="448"/>
                    </a:cubicBezTo>
                    <a:cubicBezTo>
                      <a:pt x="1" y="947"/>
                      <a:pt x="7" y="1474"/>
                      <a:pt x="44" y="1944"/>
                    </a:cubicBezTo>
                    <a:cubicBezTo>
                      <a:pt x="247" y="1698"/>
                      <a:pt x="434" y="1459"/>
                      <a:pt x="614" y="1235"/>
                    </a:cubicBezTo>
                    <a:cubicBezTo>
                      <a:pt x="623" y="860"/>
                      <a:pt x="666" y="448"/>
                      <a:pt x="760" y="1"/>
                    </a:cubicBezTo>
                    <a:close/>
                  </a:path>
                </a:pathLst>
              </a:custGeom>
              <a:solidFill>
                <a:srgbClr val="FFD5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6" name="Google Shape;1026;p18"/>
              <p:cNvSpPr/>
              <p:nvPr/>
            </p:nvSpPr>
            <p:spPr>
              <a:xfrm>
                <a:off x="5480404" y="1117324"/>
                <a:ext cx="275363" cy="1294347"/>
              </a:xfrm>
              <a:custGeom>
                <a:avLst/>
                <a:gdLst/>
                <a:ahLst/>
                <a:cxnLst/>
                <a:rect l="l" t="t" r="r" b="b"/>
                <a:pathLst>
                  <a:path w="3801" h="17866" extrusionOk="0">
                    <a:moveTo>
                      <a:pt x="1294" y="1"/>
                    </a:moveTo>
                    <a:lnTo>
                      <a:pt x="1" y="16918"/>
                    </a:lnTo>
                    <a:cubicBezTo>
                      <a:pt x="1" y="17550"/>
                      <a:pt x="950" y="17866"/>
                      <a:pt x="1900" y="17866"/>
                    </a:cubicBezTo>
                    <a:cubicBezTo>
                      <a:pt x="2850" y="17866"/>
                      <a:pt x="3800" y="17550"/>
                      <a:pt x="3800" y="16918"/>
                    </a:cubicBezTo>
                    <a:lnTo>
                      <a:pt x="250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7" name="Google Shape;1027;p18"/>
              <p:cNvSpPr/>
              <p:nvPr/>
            </p:nvSpPr>
            <p:spPr>
              <a:xfrm>
                <a:off x="5522205" y="1117324"/>
                <a:ext cx="155032" cy="684049"/>
              </a:xfrm>
              <a:custGeom>
                <a:avLst/>
                <a:gdLst/>
                <a:ahLst/>
                <a:cxnLst/>
                <a:rect l="l" t="t" r="r" b="b"/>
                <a:pathLst>
                  <a:path w="2140" h="9442" extrusionOk="0">
                    <a:moveTo>
                      <a:pt x="717" y="1"/>
                    </a:moveTo>
                    <a:lnTo>
                      <a:pt x="1" y="9441"/>
                    </a:lnTo>
                    <a:cubicBezTo>
                      <a:pt x="406" y="7498"/>
                      <a:pt x="947" y="5591"/>
                      <a:pt x="1634" y="3757"/>
                    </a:cubicBezTo>
                    <a:cubicBezTo>
                      <a:pt x="1764" y="3410"/>
                      <a:pt x="1937" y="3093"/>
                      <a:pt x="2140" y="2811"/>
                    </a:cubicBezTo>
                    <a:lnTo>
                      <a:pt x="1923" y="1"/>
                    </a:lnTo>
                    <a:close/>
                  </a:path>
                </a:pathLst>
              </a:custGeom>
              <a:solidFill>
                <a:srgbClr val="212529">
                  <a:alpha val="12156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8" name="Google Shape;1028;p18"/>
              <p:cNvSpPr/>
              <p:nvPr/>
            </p:nvSpPr>
            <p:spPr>
              <a:xfrm>
                <a:off x="5517569" y="1764632"/>
                <a:ext cx="201035" cy="128160"/>
              </a:xfrm>
              <a:custGeom>
                <a:avLst/>
                <a:gdLst/>
                <a:ahLst/>
                <a:cxnLst/>
                <a:rect l="l" t="t" r="r" b="b"/>
                <a:pathLst>
                  <a:path w="2775" h="1769" extrusionOk="0">
                    <a:moveTo>
                      <a:pt x="101" y="0"/>
                    </a:moveTo>
                    <a:lnTo>
                      <a:pt x="1" y="1286"/>
                    </a:lnTo>
                    <a:cubicBezTo>
                      <a:pt x="1" y="1608"/>
                      <a:pt x="694" y="1769"/>
                      <a:pt x="1387" y="1769"/>
                    </a:cubicBezTo>
                    <a:cubicBezTo>
                      <a:pt x="2081" y="1769"/>
                      <a:pt x="2774" y="1608"/>
                      <a:pt x="2774" y="1286"/>
                    </a:cubicBezTo>
                    <a:lnTo>
                      <a:pt x="2674" y="0"/>
                    </a:lnTo>
                    <a:cubicBezTo>
                      <a:pt x="2674" y="303"/>
                      <a:pt x="2031" y="455"/>
                      <a:pt x="1387" y="455"/>
                    </a:cubicBezTo>
                    <a:cubicBezTo>
                      <a:pt x="744" y="455"/>
                      <a:pt x="101" y="303"/>
                      <a:pt x="101" y="0"/>
                    </a:cubicBezTo>
                    <a:close/>
                  </a:path>
                </a:pathLst>
              </a:custGeom>
              <a:solidFill>
                <a:srgbClr val="B8DE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9" name="Google Shape;1029;p18"/>
              <p:cNvSpPr/>
              <p:nvPr/>
            </p:nvSpPr>
            <p:spPr>
              <a:xfrm>
                <a:off x="5504021" y="1945675"/>
                <a:ext cx="228129" cy="142359"/>
              </a:xfrm>
              <a:custGeom>
                <a:avLst/>
                <a:gdLst/>
                <a:ahLst/>
                <a:cxnLst/>
                <a:rect l="l" t="t" r="r" b="b"/>
                <a:pathLst>
                  <a:path w="3149" h="1965" extrusionOk="0">
                    <a:moveTo>
                      <a:pt x="94" y="1"/>
                    </a:moveTo>
                    <a:lnTo>
                      <a:pt x="0" y="1287"/>
                    </a:lnTo>
                    <a:cubicBezTo>
                      <a:pt x="0" y="1739"/>
                      <a:pt x="787" y="1964"/>
                      <a:pt x="1574" y="1964"/>
                    </a:cubicBezTo>
                    <a:cubicBezTo>
                      <a:pt x="2361" y="1964"/>
                      <a:pt x="3148" y="1739"/>
                      <a:pt x="3148" y="1287"/>
                    </a:cubicBezTo>
                    <a:lnTo>
                      <a:pt x="3048" y="1"/>
                    </a:lnTo>
                    <a:cubicBezTo>
                      <a:pt x="3048" y="384"/>
                      <a:pt x="2309" y="575"/>
                      <a:pt x="1571" y="575"/>
                    </a:cubicBezTo>
                    <a:cubicBezTo>
                      <a:pt x="833" y="575"/>
                      <a:pt x="94" y="384"/>
                      <a:pt x="94" y="1"/>
                    </a:cubicBezTo>
                    <a:close/>
                  </a:path>
                </a:pathLst>
              </a:custGeom>
              <a:solidFill>
                <a:srgbClr val="B8DE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0" name="Google Shape;1030;p18"/>
              <p:cNvSpPr/>
              <p:nvPr/>
            </p:nvSpPr>
            <p:spPr>
              <a:xfrm>
                <a:off x="5610155" y="535000"/>
                <a:ext cx="517112" cy="553644"/>
              </a:xfrm>
              <a:custGeom>
                <a:avLst/>
                <a:gdLst/>
                <a:ahLst/>
                <a:cxnLst/>
                <a:rect l="l" t="t" r="r" b="b"/>
                <a:pathLst>
                  <a:path w="7138" h="7642" extrusionOk="0">
                    <a:moveTo>
                      <a:pt x="6797" y="0"/>
                    </a:moveTo>
                    <a:cubicBezTo>
                      <a:pt x="6797" y="0"/>
                      <a:pt x="0" y="3684"/>
                      <a:pt x="189" y="7642"/>
                    </a:cubicBezTo>
                    <a:cubicBezTo>
                      <a:pt x="1200" y="7368"/>
                      <a:pt x="7137" y="144"/>
                      <a:pt x="679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1" name="Google Shape;1031;p18"/>
              <p:cNvSpPr/>
              <p:nvPr/>
            </p:nvSpPr>
            <p:spPr>
              <a:xfrm>
                <a:off x="5621674" y="926935"/>
                <a:ext cx="174882" cy="161703"/>
              </a:xfrm>
              <a:custGeom>
                <a:avLst/>
                <a:gdLst/>
                <a:ahLst/>
                <a:cxnLst/>
                <a:rect l="l" t="t" r="r" b="b"/>
                <a:pathLst>
                  <a:path w="2414" h="2232" extrusionOk="0">
                    <a:moveTo>
                      <a:pt x="2414" y="1"/>
                    </a:moveTo>
                    <a:cubicBezTo>
                      <a:pt x="1864" y="158"/>
                      <a:pt x="1200" y="295"/>
                      <a:pt x="413" y="382"/>
                    </a:cubicBezTo>
                    <a:cubicBezTo>
                      <a:pt x="145" y="982"/>
                      <a:pt x="1" y="1604"/>
                      <a:pt x="30" y="2232"/>
                    </a:cubicBezTo>
                    <a:cubicBezTo>
                      <a:pt x="384" y="2138"/>
                      <a:pt x="1337" y="1191"/>
                      <a:pt x="2414" y="1"/>
                    </a:cubicBezTo>
                    <a:close/>
                  </a:path>
                </a:pathLst>
              </a:custGeom>
              <a:solidFill>
                <a:srgbClr val="FFD5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2" name="Google Shape;1032;p18"/>
              <p:cNvSpPr/>
              <p:nvPr/>
            </p:nvSpPr>
            <p:spPr>
              <a:xfrm>
                <a:off x="5879654" y="650624"/>
                <a:ext cx="51943" cy="164383"/>
              </a:xfrm>
              <a:custGeom>
                <a:avLst/>
                <a:gdLst/>
                <a:ahLst/>
                <a:cxnLst/>
                <a:rect l="l" t="t" r="r" b="b"/>
                <a:pathLst>
                  <a:path w="717" h="2269" extrusionOk="0">
                    <a:moveTo>
                      <a:pt x="630" y="1"/>
                    </a:moveTo>
                    <a:lnTo>
                      <a:pt x="630" y="1"/>
                    </a:lnTo>
                    <a:cubicBezTo>
                      <a:pt x="427" y="152"/>
                      <a:pt x="217" y="311"/>
                      <a:pt x="7" y="484"/>
                    </a:cubicBezTo>
                    <a:cubicBezTo>
                      <a:pt x="0" y="1171"/>
                      <a:pt x="110" y="1835"/>
                      <a:pt x="203" y="2268"/>
                    </a:cubicBezTo>
                    <a:cubicBezTo>
                      <a:pt x="377" y="2065"/>
                      <a:pt x="550" y="1856"/>
                      <a:pt x="716" y="1661"/>
                    </a:cubicBezTo>
                    <a:cubicBezTo>
                      <a:pt x="623" y="1221"/>
                      <a:pt x="571" y="658"/>
                      <a:pt x="630" y="1"/>
                    </a:cubicBezTo>
                    <a:close/>
                  </a:path>
                </a:pathLst>
              </a:custGeom>
              <a:solidFill>
                <a:srgbClr val="FFD5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3" name="Google Shape;1033;p18"/>
              <p:cNvSpPr/>
              <p:nvPr/>
            </p:nvSpPr>
            <p:spPr>
              <a:xfrm>
                <a:off x="4903950" y="946713"/>
                <a:ext cx="719451" cy="187132"/>
              </a:xfrm>
              <a:custGeom>
                <a:avLst/>
                <a:gdLst/>
                <a:ahLst/>
                <a:cxnLst/>
                <a:rect l="l" t="t" r="r" b="b"/>
                <a:pathLst>
                  <a:path w="9931" h="2583" extrusionOk="0">
                    <a:moveTo>
                      <a:pt x="282" y="1"/>
                    </a:moveTo>
                    <a:cubicBezTo>
                      <a:pt x="100" y="1"/>
                      <a:pt x="0" y="19"/>
                      <a:pt x="6" y="59"/>
                    </a:cubicBezTo>
                    <a:cubicBezTo>
                      <a:pt x="6" y="59"/>
                      <a:pt x="4124" y="2583"/>
                      <a:pt x="7498" y="2583"/>
                    </a:cubicBezTo>
                    <a:cubicBezTo>
                      <a:pt x="8391" y="2583"/>
                      <a:pt x="9232" y="2406"/>
                      <a:pt x="9930" y="1959"/>
                    </a:cubicBezTo>
                    <a:cubicBezTo>
                      <a:pt x="9264" y="1294"/>
                      <a:pt x="1820" y="1"/>
                      <a:pt x="28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4" name="Google Shape;1034;p18"/>
              <p:cNvSpPr/>
              <p:nvPr/>
            </p:nvSpPr>
            <p:spPr>
              <a:xfrm>
                <a:off x="5396656" y="1019521"/>
                <a:ext cx="226753" cy="112076"/>
              </a:xfrm>
              <a:custGeom>
                <a:avLst/>
                <a:gdLst/>
                <a:ahLst/>
                <a:cxnLst/>
                <a:rect l="l" t="t" r="r" b="b"/>
                <a:pathLst>
                  <a:path w="3130" h="1547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413" y="397"/>
                      <a:pt x="867" y="903"/>
                      <a:pt x="1337" y="1546"/>
                    </a:cubicBezTo>
                    <a:cubicBezTo>
                      <a:pt x="1987" y="1474"/>
                      <a:pt x="2601" y="1293"/>
                      <a:pt x="3129" y="954"/>
                    </a:cubicBezTo>
                    <a:cubicBezTo>
                      <a:pt x="2869" y="694"/>
                      <a:pt x="1576" y="340"/>
                      <a:pt x="0" y="0"/>
                    </a:cubicBezTo>
                    <a:close/>
                  </a:path>
                </a:pathLst>
              </a:custGeom>
              <a:solidFill>
                <a:srgbClr val="FFD5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5" name="Google Shape;1035;p18"/>
              <p:cNvSpPr/>
              <p:nvPr/>
            </p:nvSpPr>
            <p:spPr>
              <a:xfrm>
                <a:off x="5605228" y="1089070"/>
                <a:ext cx="274494" cy="692236"/>
              </a:xfrm>
              <a:custGeom>
                <a:avLst/>
                <a:gdLst/>
                <a:ahLst/>
                <a:cxnLst/>
                <a:rect l="l" t="t" r="r" b="b"/>
                <a:pathLst>
                  <a:path w="3789" h="9555" extrusionOk="0">
                    <a:moveTo>
                      <a:pt x="264" y="0"/>
                    </a:moveTo>
                    <a:lnTo>
                      <a:pt x="264" y="0"/>
                    </a:lnTo>
                    <a:cubicBezTo>
                      <a:pt x="1" y="1007"/>
                      <a:pt x="3202" y="9555"/>
                      <a:pt x="3566" y="9555"/>
                    </a:cubicBezTo>
                    <a:cubicBezTo>
                      <a:pt x="3571" y="9555"/>
                      <a:pt x="3575" y="9553"/>
                      <a:pt x="3579" y="9550"/>
                    </a:cubicBezTo>
                    <a:cubicBezTo>
                      <a:pt x="3579" y="9550"/>
                      <a:pt x="3788" y="1821"/>
                      <a:pt x="2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6" name="Google Shape;1036;p18"/>
              <p:cNvSpPr/>
              <p:nvPr/>
            </p:nvSpPr>
            <p:spPr>
              <a:xfrm>
                <a:off x="5617544" y="1089070"/>
                <a:ext cx="108812" cy="230890"/>
              </a:xfrm>
              <a:custGeom>
                <a:avLst/>
                <a:gdLst/>
                <a:ahLst/>
                <a:cxnLst/>
                <a:rect l="l" t="t" r="r" b="b"/>
                <a:pathLst>
                  <a:path w="1502" h="3187" extrusionOk="0">
                    <a:moveTo>
                      <a:pt x="94" y="0"/>
                    </a:moveTo>
                    <a:lnTo>
                      <a:pt x="94" y="0"/>
                    </a:lnTo>
                    <a:cubicBezTo>
                      <a:pt x="1" y="354"/>
                      <a:pt x="340" y="1654"/>
                      <a:pt x="838" y="3187"/>
                    </a:cubicBezTo>
                    <a:cubicBezTo>
                      <a:pt x="975" y="2630"/>
                      <a:pt x="1185" y="1987"/>
                      <a:pt x="1502" y="1257"/>
                    </a:cubicBezTo>
                    <a:cubicBezTo>
                      <a:pt x="1120" y="723"/>
                      <a:pt x="658" y="290"/>
                      <a:pt x="94" y="0"/>
                    </a:cubicBezTo>
                    <a:close/>
                  </a:path>
                </a:pathLst>
              </a:custGeom>
              <a:solidFill>
                <a:srgbClr val="FFD5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7" name="Google Shape;1037;p18"/>
              <p:cNvSpPr/>
              <p:nvPr/>
            </p:nvSpPr>
            <p:spPr>
              <a:xfrm>
                <a:off x="5726286" y="1460647"/>
                <a:ext cx="126779" cy="108889"/>
              </a:xfrm>
              <a:custGeom>
                <a:avLst/>
                <a:gdLst/>
                <a:ahLst/>
                <a:cxnLst/>
                <a:rect l="l" t="t" r="r" b="b"/>
                <a:pathLst>
                  <a:path w="1750" h="1503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87" y="245"/>
                      <a:pt x="183" y="498"/>
                      <a:pt x="269" y="745"/>
                    </a:cubicBezTo>
                    <a:cubicBezTo>
                      <a:pt x="694" y="882"/>
                      <a:pt x="1207" y="1119"/>
                      <a:pt x="1750" y="1502"/>
                    </a:cubicBezTo>
                    <a:cubicBezTo>
                      <a:pt x="1720" y="1249"/>
                      <a:pt x="1684" y="989"/>
                      <a:pt x="1641" y="722"/>
                    </a:cubicBezTo>
                    <a:cubicBezTo>
                      <a:pt x="1050" y="368"/>
                      <a:pt x="420" y="138"/>
                      <a:pt x="1" y="1"/>
                    </a:cubicBezTo>
                    <a:close/>
                  </a:path>
                </a:pathLst>
              </a:custGeom>
              <a:solidFill>
                <a:srgbClr val="FFD5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8" name="Google Shape;1038;p18"/>
              <p:cNvSpPr/>
              <p:nvPr/>
            </p:nvSpPr>
            <p:spPr>
              <a:xfrm>
                <a:off x="5766131" y="1568447"/>
                <a:ext cx="96859" cy="115699"/>
              </a:xfrm>
              <a:custGeom>
                <a:avLst/>
                <a:gdLst/>
                <a:ahLst/>
                <a:cxnLst/>
                <a:rect l="l" t="t" r="r" b="b"/>
                <a:pathLst>
                  <a:path w="1337" h="1597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16" y="297"/>
                      <a:pt x="231" y="578"/>
                      <a:pt x="333" y="845"/>
                    </a:cubicBezTo>
                    <a:cubicBezTo>
                      <a:pt x="657" y="1040"/>
                      <a:pt x="997" y="1287"/>
                      <a:pt x="1337" y="1597"/>
                    </a:cubicBezTo>
                    <a:cubicBezTo>
                      <a:pt x="1323" y="1351"/>
                      <a:pt x="1300" y="1077"/>
                      <a:pt x="1280" y="787"/>
                    </a:cubicBezTo>
                    <a:cubicBezTo>
                      <a:pt x="890" y="463"/>
                      <a:pt x="434" y="203"/>
                      <a:pt x="0" y="0"/>
                    </a:cubicBezTo>
                    <a:close/>
                  </a:path>
                </a:pathLst>
              </a:custGeom>
              <a:solidFill>
                <a:srgbClr val="FFD5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9" name="Google Shape;1039;p18"/>
              <p:cNvSpPr/>
              <p:nvPr/>
            </p:nvSpPr>
            <p:spPr>
              <a:xfrm>
                <a:off x="5556762" y="1021115"/>
                <a:ext cx="122504" cy="122509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1691" extrusionOk="0">
                    <a:moveTo>
                      <a:pt x="846" y="1"/>
                    </a:moveTo>
                    <a:cubicBezTo>
                      <a:pt x="377" y="1"/>
                      <a:pt x="1" y="375"/>
                      <a:pt x="1" y="845"/>
                    </a:cubicBezTo>
                    <a:cubicBezTo>
                      <a:pt x="1" y="1308"/>
                      <a:pt x="377" y="1691"/>
                      <a:pt x="846" y="1691"/>
                    </a:cubicBezTo>
                    <a:cubicBezTo>
                      <a:pt x="1309" y="1691"/>
                      <a:pt x="1691" y="1308"/>
                      <a:pt x="1691" y="845"/>
                    </a:cubicBezTo>
                    <a:cubicBezTo>
                      <a:pt x="1691" y="375"/>
                      <a:pt x="1309" y="1"/>
                      <a:pt x="846" y="1"/>
                    </a:cubicBezTo>
                    <a:close/>
                  </a:path>
                </a:pathLst>
              </a:custGeom>
              <a:solidFill>
                <a:srgbClr val="1866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40" name="Google Shape;1040;p18"/>
          <p:cNvGrpSpPr/>
          <p:nvPr/>
        </p:nvGrpSpPr>
        <p:grpSpPr>
          <a:xfrm flipH="1">
            <a:off x="6222565" y="3120709"/>
            <a:ext cx="887884" cy="1487792"/>
            <a:chOff x="5845380" y="1748909"/>
            <a:chExt cx="887884" cy="1487792"/>
          </a:xfrm>
        </p:grpSpPr>
        <p:sp>
          <p:nvSpPr>
            <p:cNvPr id="1041" name="Google Shape;1041;p18"/>
            <p:cNvSpPr/>
            <p:nvPr/>
          </p:nvSpPr>
          <p:spPr>
            <a:xfrm>
              <a:off x="5884249" y="3004425"/>
              <a:ext cx="581259" cy="232276"/>
            </a:xfrm>
            <a:custGeom>
              <a:avLst/>
              <a:gdLst/>
              <a:ahLst/>
              <a:cxnLst/>
              <a:rect l="l" t="t" r="r" b="b"/>
              <a:pathLst>
                <a:path w="14086" h="4578" extrusionOk="0">
                  <a:moveTo>
                    <a:pt x="11111" y="0"/>
                  </a:moveTo>
                  <a:cubicBezTo>
                    <a:pt x="6574" y="600"/>
                    <a:pt x="1" y="3974"/>
                    <a:pt x="1" y="3974"/>
                  </a:cubicBezTo>
                  <a:cubicBezTo>
                    <a:pt x="1" y="3974"/>
                    <a:pt x="1716" y="4578"/>
                    <a:pt x="3920" y="4578"/>
                  </a:cubicBezTo>
                  <a:cubicBezTo>
                    <a:pt x="4566" y="4578"/>
                    <a:pt x="5254" y="4526"/>
                    <a:pt x="5954" y="4391"/>
                  </a:cubicBezTo>
                  <a:cubicBezTo>
                    <a:pt x="9038" y="3800"/>
                    <a:pt x="13365" y="1820"/>
                    <a:pt x="13632" y="1200"/>
                  </a:cubicBezTo>
                  <a:cubicBezTo>
                    <a:pt x="14086" y="137"/>
                    <a:pt x="11111" y="0"/>
                    <a:pt x="11111" y="0"/>
                  </a:cubicBezTo>
                  <a:close/>
                </a:path>
              </a:pathLst>
            </a:custGeom>
            <a:solidFill>
              <a:srgbClr val="212529">
                <a:alpha val="18823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42" name="Google Shape;1042;p18"/>
            <p:cNvGrpSpPr/>
            <p:nvPr/>
          </p:nvGrpSpPr>
          <p:grpSpPr>
            <a:xfrm>
              <a:off x="5845380" y="1748909"/>
              <a:ext cx="887884" cy="1362088"/>
              <a:chOff x="4903950" y="535000"/>
              <a:chExt cx="1223317" cy="1876671"/>
            </a:xfrm>
          </p:grpSpPr>
          <p:sp>
            <p:nvSpPr>
              <p:cNvPr id="1043" name="Google Shape;1043;p18"/>
              <p:cNvSpPr/>
              <p:nvPr/>
            </p:nvSpPr>
            <p:spPr>
              <a:xfrm>
                <a:off x="5964416" y="585205"/>
                <a:ext cx="55058" cy="140838"/>
              </a:xfrm>
              <a:custGeom>
                <a:avLst/>
                <a:gdLst/>
                <a:ahLst/>
                <a:cxnLst/>
                <a:rect l="l" t="t" r="r" b="b"/>
                <a:pathLst>
                  <a:path w="760" h="1944" extrusionOk="0">
                    <a:moveTo>
                      <a:pt x="760" y="1"/>
                    </a:moveTo>
                    <a:lnTo>
                      <a:pt x="760" y="1"/>
                    </a:lnTo>
                    <a:cubicBezTo>
                      <a:pt x="557" y="131"/>
                      <a:pt x="333" y="281"/>
                      <a:pt x="94" y="448"/>
                    </a:cubicBezTo>
                    <a:cubicBezTo>
                      <a:pt x="1" y="947"/>
                      <a:pt x="7" y="1474"/>
                      <a:pt x="44" y="1944"/>
                    </a:cubicBezTo>
                    <a:cubicBezTo>
                      <a:pt x="247" y="1698"/>
                      <a:pt x="434" y="1459"/>
                      <a:pt x="614" y="1235"/>
                    </a:cubicBezTo>
                    <a:cubicBezTo>
                      <a:pt x="623" y="860"/>
                      <a:pt x="666" y="448"/>
                      <a:pt x="760" y="1"/>
                    </a:cubicBezTo>
                    <a:close/>
                  </a:path>
                </a:pathLst>
              </a:custGeom>
              <a:solidFill>
                <a:srgbClr val="FFD5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4" name="Google Shape;1044;p18"/>
              <p:cNvSpPr/>
              <p:nvPr/>
            </p:nvSpPr>
            <p:spPr>
              <a:xfrm>
                <a:off x="5480404" y="1117324"/>
                <a:ext cx="275363" cy="1294347"/>
              </a:xfrm>
              <a:custGeom>
                <a:avLst/>
                <a:gdLst/>
                <a:ahLst/>
                <a:cxnLst/>
                <a:rect l="l" t="t" r="r" b="b"/>
                <a:pathLst>
                  <a:path w="3801" h="17866" extrusionOk="0">
                    <a:moveTo>
                      <a:pt x="1294" y="1"/>
                    </a:moveTo>
                    <a:lnTo>
                      <a:pt x="1" y="16918"/>
                    </a:lnTo>
                    <a:cubicBezTo>
                      <a:pt x="1" y="17550"/>
                      <a:pt x="950" y="17866"/>
                      <a:pt x="1900" y="17866"/>
                    </a:cubicBezTo>
                    <a:cubicBezTo>
                      <a:pt x="2850" y="17866"/>
                      <a:pt x="3800" y="17550"/>
                      <a:pt x="3800" y="16918"/>
                    </a:cubicBezTo>
                    <a:lnTo>
                      <a:pt x="250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5" name="Google Shape;1045;p18"/>
              <p:cNvSpPr/>
              <p:nvPr/>
            </p:nvSpPr>
            <p:spPr>
              <a:xfrm>
                <a:off x="5522205" y="1117324"/>
                <a:ext cx="155032" cy="684049"/>
              </a:xfrm>
              <a:custGeom>
                <a:avLst/>
                <a:gdLst/>
                <a:ahLst/>
                <a:cxnLst/>
                <a:rect l="l" t="t" r="r" b="b"/>
                <a:pathLst>
                  <a:path w="2140" h="9442" extrusionOk="0">
                    <a:moveTo>
                      <a:pt x="717" y="1"/>
                    </a:moveTo>
                    <a:lnTo>
                      <a:pt x="1" y="9441"/>
                    </a:lnTo>
                    <a:cubicBezTo>
                      <a:pt x="406" y="7498"/>
                      <a:pt x="947" y="5591"/>
                      <a:pt x="1634" y="3757"/>
                    </a:cubicBezTo>
                    <a:cubicBezTo>
                      <a:pt x="1764" y="3410"/>
                      <a:pt x="1937" y="3093"/>
                      <a:pt x="2140" y="2811"/>
                    </a:cubicBezTo>
                    <a:lnTo>
                      <a:pt x="1923" y="1"/>
                    </a:lnTo>
                    <a:close/>
                  </a:path>
                </a:pathLst>
              </a:custGeom>
              <a:solidFill>
                <a:srgbClr val="212529">
                  <a:alpha val="12156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6" name="Google Shape;1046;p18"/>
              <p:cNvSpPr/>
              <p:nvPr/>
            </p:nvSpPr>
            <p:spPr>
              <a:xfrm>
                <a:off x="5517569" y="1764632"/>
                <a:ext cx="201035" cy="128160"/>
              </a:xfrm>
              <a:custGeom>
                <a:avLst/>
                <a:gdLst/>
                <a:ahLst/>
                <a:cxnLst/>
                <a:rect l="l" t="t" r="r" b="b"/>
                <a:pathLst>
                  <a:path w="2775" h="1769" extrusionOk="0">
                    <a:moveTo>
                      <a:pt x="101" y="0"/>
                    </a:moveTo>
                    <a:lnTo>
                      <a:pt x="1" y="1286"/>
                    </a:lnTo>
                    <a:cubicBezTo>
                      <a:pt x="1" y="1608"/>
                      <a:pt x="694" y="1769"/>
                      <a:pt x="1387" y="1769"/>
                    </a:cubicBezTo>
                    <a:cubicBezTo>
                      <a:pt x="2081" y="1769"/>
                      <a:pt x="2774" y="1608"/>
                      <a:pt x="2774" y="1286"/>
                    </a:cubicBezTo>
                    <a:lnTo>
                      <a:pt x="2674" y="0"/>
                    </a:lnTo>
                    <a:cubicBezTo>
                      <a:pt x="2674" y="303"/>
                      <a:pt x="2031" y="455"/>
                      <a:pt x="1387" y="455"/>
                    </a:cubicBezTo>
                    <a:cubicBezTo>
                      <a:pt x="744" y="455"/>
                      <a:pt x="101" y="303"/>
                      <a:pt x="101" y="0"/>
                    </a:cubicBezTo>
                    <a:close/>
                  </a:path>
                </a:pathLst>
              </a:custGeom>
              <a:solidFill>
                <a:srgbClr val="B8DE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7" name="Google Shape;1047;p18"/>
              <p:cNvSpPr/>
              <p:nvPr/>
            </p:nvSpPr>
            <p:spPr>
              <a:xfrm>
                <a:off x="5504021" y="1945675"/>
                <a:ext cx="228129" cy="142359"/>
              </a:xfrm>
              <a:custGeom>
                <a:avLst/>
                <a:gdLst/>
                <a:ahLst/>
                <a:cxnLst/>
                <a:rect l="l" t="t" r="r" b="b"/>
                <a:pathLst>
                  <a:path w="3149" h="1965" extrusionOk="0">
                    <a:moveTo>
                      <a:pt x="94" y="1"/>
                    </a:moveTo>
                    <a:lnTo>
                      <a:pt x="0" y="1287"/>
                    </a:lnTo>
                    <a:cubicBezTo>
                      <a:pt x="0" y="1739"/>
                      <a:pt x="787" y="1964"/>
                      <a:pt x="1574" y="1964"/>
                    </a:cubicBezTo>
                    <a:cubicBezTo>
                      <a:pt x="2361" y="1964"/>
                      <a:pt x="3148" y="1739"/>
                      <a:pt x="3148" y="1287"/>
                    </a:cubicBezTo>
                    <a:lnTo>
                      <a:pt x="3048" y="1"/>
                    </a:lnTo>
                    <a:cubicBezTo>
                      <a:pt x="3048" y="384"/>
                      <a:pt x="2309" y="575"/>
                      <a:pt x="1571" y="575"/>
                    </a:cubicBezTo>
                    <a:cubicBezTo>
                      <a:pt x="833" y="575"/>
                      <a:pt x="94" y="384"/>
                      <a:pt x="94" y="1"/>
                    </a:cubicBezTo>
                    <a:close/>
                  </a:path>
                </a:pathLst>
              </a:custGeom>
              <a:solidFill>
                <a:srgbClr val="B8DE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8" name="Google Shape;1048;p18"/>
              <p:cNvSpPr/>
              <p:nvPr/>
            </p:nvSpPr>
            <p:spPr>
              <a:xfrm>
                <a:off x="5610155" y="535000"/>
                <a:ext cx="517112" cy="553644"/>
              </a:xfrm>
              <a:custGeom>
                <a:avLst/>
                <a:gdLst/>
                <a:ahLst/>
                <a:cxnLst/>
                <a:rect l="l" t="t" r="r" b="b"/>
                <a:pathLst>
                  <a:path w="7138" h="7642" extrusionOk="0">
                    <a:moveTo>
                      <a:pt x="6797" y="0"/>
                    </a:moveTo>
                    <a:cubicBezTo>
                      <a:pt x="6797" y="0"/>
                      <a:pt x="0" y="3684"/>
                      <a:pt x="189" y="7642"/>
                    </a:cubicBezTo>
                    <a:cubicBezTo>
                      <a:pt x="1200" y="7368"/>
                      <a:pt x="7137" y="144"/>
                      <a:pt x="679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9" name="Google Shape;1049;p18"/>
              <p:cNvSpPr/>
              <p:nvPr/>
            </p:nvSpPr>
            <p:spPr>
              <a:xfrm>
                <a:off x="5621674" y="926935"/>
                <a:ext cx="174882" cy="161703"/>
              </a:xfrm>
              <a:custGeom>
                <a:avLst/>
                <a:gdLst/>
                <a:ahLst/>
                <a:cxnLst/>
                <a:rect l="l" t="t" r="r" b="b"/>
                <a:pathLst>
                  <a:path w="2414" h="2232" extrusionOk="0">
                    <a:moveTo>
                      <a:pt x="2414" y="1"/>
                    </a:moveTo>
                    <a:cubicBezTo>
                      <a:pt x="1864" y="158"/>
                      <a:pt x="1200" y="295"/>
                      <a:pt x="413" y="382"/>
                    </a:cubicBezTo>
                    <a:cubicBezTo>
                      <a:pt x="145" y="982"/>
                      <a:pt x="1" y="1604"/>
                      <a:pt x="30" y="2232"/>
                    </a:cubicBezTo>
                    <a:cubicBezTo>
                      <a:pt x="384" y="2138"/>
                      <a:pt x="1337" y="1191"/>
                      <a:pt x="2414" y="1"/>
                    </a:cubicBezTo>
                    <a:close/>
                  </a:path>
                </a:pathLst>
              </a:custGeom>
              <a:solidFill>
                <a:srgbClr val="FFD5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0" name="Google Shape;1050;p18"/>
              <p:cNvSpPr/>
              <p:nvPr/>
            </p:nvSpPr>
            <p:spPr>
              <a:xfrm>
                <a:off x="5879654" y="650624"/>
                <a:ext cx="51943" cy="164383"/>
              </a:xfrm>
              <a:custGeom>
                <a:avLst/>
                <a:gdLst/>
                <a:ahLst/>
                <a:cxnLst/>
                <a:rect l="l" t="t" r="r" b="b"/>
                <a:pathLst>
                  <a:path w="717" h="2269" extrusionOk="0">
                    <a:moveTo>
                      <a:pt x="630" y="1"/>
                    </a:moveTo>
                    <a:lnTo>
                      <a:pt x="630" y="1"/>
                    </a:lnTo>
                    <a:cubicBezTo>
                      <a:pt x="427" y="152"/>
                      <a:pt x="217" y="311"/>
                      <a:pt x="7" y="484"/>
                    </a:cubicBezTo>
                    <a:cubicBezTo>
                      <a:pt x="0" y="1171"/>
                      <a:pt x="110" y="1835"/>
                      <a:pt x="203" y="2268"/>
                    </a:cubicBezTo>
                    <a:cubicBezTo>
                      <a:pt x="377" y="2065"/>
                      <a:pt x="550" y="1856"/>
                      <a:pt x="716" y="1661"/>
                    </a:cubicBezTo>
                    <a:cubicBezTo>
                      <a:pt x="623" y="1221"/>
                      <a:pt x="571" y="658"/>
                      <a:pt x="630" y="1"/>
                    </a:cubicBezTo>
                    <a:close/>
                  </a:path>
                </a:pathLst>
              </a:custGeom>
              <a:solidFill>
                <a:srgbClr val="FFD5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1" name="Google Shape;1051;p18"/>
              <p:cNvSpPr/>
              <p:nvPr/>
            </p:nvSpPr>
            <p:spPr>
              <a:xfrm>
                <a:off x="4903950" y="946713"/>
                <a:ext cx="719451" cy="187132"/>
              </a:xfrm>
              <a:custGeom>
                <a:avLst/>
                <a:gdLst/>
                <a:ahLst/>
                <a:cxnLst/>
                <a:rect l="l" t="t" r="r" b="b"/>
                <a:pathLst>
                  <a:path w="9931" h="2583" extrusionOk="0">
                    <a:moveTo>
                      <a:pt x="282" y="1"/>
                    </a:moveTo>
                    <a:cubicBezTo>
                      <a:pt x="100" y="1"/>
                      <a:pt x="0" y="19"/>
                      <a:pt x="6" y="59"/>
                    </a:cubicBezTo>
                    <a:cubicBezTo>
                      <a:pt x="6" y="59"/>
                      <a:pt x="4124" y="2583"/>
                      <a:pt x="7498" y="2583"/>
                    </a:cubicBezTo>
                    <a:cubicBezTo>
                      <a:pt x="8391" y="2583"/>
                      <a:pt x="9232" y="2406"/>
                      <a:pt x="9930" y="1959"/>
                    </a:cubicBezTo>
                    <a:cubicBezTo>
                      <a:pt x="9264" y="1294"/>
                      <a:pt x="1820" y="1"/>
                      <a:pt x="28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2" name="Google Shape;1052;p18"/>
              <p:cNvSpPr/>
              <p:nvPr/>
            </p:nvSpPr>
            <p:spPr>
              <a:xfrm>
                <a:off x="5396656" y="1019521"/>
                <a:ext cx="226753" cy="112076"/>
              </a:xfrm>
              <a:custGeom>
                <a:avLst/>
                <a:gdLst/>
                <a:ahLst/>
                <a:cxnLst/>
                <a:rect l="l" t="t" r="r" b="b"/>
                <a:pathLst>
                  <a:path w="3130" h="1547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413" y="397"/>
                      <a:pt x="867" y="903"/>
                      <a:pt x="1337" y="1546"/>
                    </a:cubicBezTo>
                    <a:cubicBezTo>
                      <a:pt x="1987" y="1474"/>
                      <a:pt x="2601" y="1293"/>
                      <a:pt x="3129" y="954"/>
                    </a:cubicBezTo>
                    <a:cubicBezTo>
                      <a:pt x="2869" y="694"/>
                      <a:pt x="1576" y="340"/>
                      <a:pt x="0" y="0"/>
                    </a:cubicBezTo>
                    <a:close/>
                  </a:path>
                </a:pathLst>
              </a:custGeom>
              <a:solidFill>
                <a:srgbClr val="FFD5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" name="Google Shape;1053;p18"/>
              <p:cNvSpPr/>
              <p:nvPr/>
            </p:nvSpPr>
            <p:spPr>
              <a:xfrm>
                <a:off x="5605228" y="1089070"/>
                <a:ext cx="274494" cy="692236"/>
              </a:xfrm>
              <a:custGeom>
                <a:avLst/>
                <a:gdLst/>
                <a:ahLst/>
                <a:cxnLst/>
                <a:rect l="l" t="t" r="r" b="b"/>
                <a:pathLst>
                  <a:path w="3789" h="9555" extrusionOk="0">
                    <a:moveTo>
                      <a:pt x="264" y="0"/>
                    </a:moveTo>
                    <a:lnTo>
                      <a:pt x="264" y="0"/>
                    </a:lnTo>
                    <a:cubicBezTo>
                      <a:pt x="1" y="1007"/>
                      <a:pt x="3202" y="9555"/>
                      <a:pt x="3566" y="9555"/>
                    </a:cubicBezTo>
                    <a:cubicBezTo>
                      <a:pt x="3571" y="9555"/>
                      <a:pt x="3575" y="9553"/>
                      <a:pt x="3579" y="9550"/>
                    </a:cubicBezTo>
                    <a:cubicBezTo>
                      <a:pt x="3579" y="9550"/>
                      <a:pt x="3788" y="1821"/>
                      <a:pt x="2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4" name="Google Shape;1054;p18"/>
              <p:cNvSpPr/>
              <p:nvPr/>
            </p:nvSpPr>
            <p:spPr>
              <a:xfrm>
                <a:off x="5617544" y="1089070"/>
                <a:ext cx="108812" cy="230890"/>
              </a:xfrm>
              <a:custGeom>
                <a:avLst/>
                <a:gdLst/>
                <a:ahLst/>
                <a:cxnLst/>
                <a:rect l="l" t="t" r="r" b="b"/>
                <a:pathLst>
                  <a:path w="1502" h="3187" extrusionOk="0">
                    <a:moveTo>
                      <a:pt x="94" y="0"/>
                    </a:moveTo>
                    <a:lnTo>
                      <a:pt x="94" y="0"/>
                    </a:lnTo>
                    <a:cubicBezTo>
                      <a:pt x="1" y="354"/>
                      <a:pt x="340" y="1654"/>
                      <a:pt x="838" y="3187"/>
                    </a:cubicBezTo>
                    <a:cubicBezTo>
                      <a:pt x="975" y="2630"/>
                      <a:pt x="1185" y="1987"/>
                      <a:pt x="1502" y="1257"/>
                    </a:cubicBezTo>
                    <a:cubicBezTo>
                      <a:pt x="1120" y="723"/>
                      <a:pt x="658" y="290"/>
                      <a:pt x="94" y="0"/>
                    </a:cubicBezTo>
                    <a:close/>
                  </a:path>
                </a:pathLst>
              </a:custGeom>
              <a:solidFill>
                <a:srgbClr val="FFD5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5" name="Google Shape;1055;p18"/>
              <p:cNvSpPr/>
              <p:nvPr/>
            </p:nvSpPr>
            <p:spPr>
              <a:xfrm>
                <a:off x="5726286" y="1460647"/>
                <a:ext cx="126779" cy="108889"/>
              </a:xfrm>
              <a:custGeom>
                <a:avLst/>
                <a:gdLst/>
                <a:ahLst/>
                <a:cxnLst/>
                <a:rect l="l" t="t" r="r" b="b"/>
                <a:pathLst>
                  <a:path w="1750" h="1503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87" y="245"/>
                      <a:pt x="183" y="498"/>
                      <a:pt x="269" y="745"/>
                    </a:cubicBezTo>
                    <a:cubicBezTo>
                      <a:pt x="694" y="882"/>
                      <a:pt x="1207" y="1119"/>
                      <a:pt x="1750" y="1502"/>
                    </a:cubicBezTo>
                    <a:cubicBezTo>
                      <a:pt x="1720" y="1249"/>
                      <a:pt x="1684" y="989"/>
                      <a:pt x="1641" y="722"/>
                    </a:cubicBezTo>
                    <a:cubicBezTo>
                      <a:pt x="1050" y="368"/>
                      <a:pt x="420" y="138"/>
                      <a:pt x="1" y="1"/>
                    </a:cubicBezTo>
                    <a:close/>
                  </a:path>
                </a:pathLst>
              </a:custGeom>
              <a:solidFill>
                <a:srgbClr val="FFD5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6" name="Google Shape;1056;p18"/>
              <p:cNvSpPr/>
              <p:nvPr/>
            </p:nvSpPr>
            <p:spPr>
              <a:xfrm>
                <a:off x="5766131" y="1568447"/>
                <a:ext cx="96859" cy="115699"/>
              </a:xfrm>
              <a:custGeom>
                <a:avLst/>
                <a:gdLst/>
                <a:ahLst/>
                <a:cxnLst/>
                <a:rect l="l" t="t" r="r" b="b"/>
                <a:pathLst>
                  <a:path w="1337" h="1597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16" y="297"/>
                      <a:pt x="231" y="578"/>
                      <a:pt x="333" y="845"/>
                    </a:cubicBezTo>
                    <a:cubicBezTo>
                      <a:pt x="657" y="1040"/>
                      <a:pt x="997" y="1287"/>
                      <a:pt x="1337" y="1597"/>
                    </a:cubicBezTo>
                    <a:cubicBezTo>
                      <a:pt x="1323" y="1351"/>
                      <a:pt x="1300" y="1077"/>
                      <a:pt x="1280" y="787"/>
                    </a:cubicBezTo>
                    <a:cubicBezTo>
                      <a:pt x="890" y="463"/>
                      <a:pt x="434" y="203"/>
                      <a:pt x="0" y="0"/>
                    </a:cubicBezTo>
                    <a:close/>
                  </a:path>
                </a:pathLst>
              </a:custGeom>
              <a:solidFill>
                <a:srgbClr val="FFD5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7" name="Google Shape;1057;p18"/>
              <p:cNvSpPr/>
              <p:nvPr/>
            </p:nvSpPr>
            <p:spPr>
              <a:xfrm>
                <a:off x="5556762" y="1021115"/>
                <a:ext cx="122504" cy="122509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1691" extrusionOk="0">
                    <a:moveTo>
                      <a:pt x="846" y="1"/>
                    </a:moveTo>
                    <a:cubicBezTo>
                      <a:pt x="377" y="1"/>
                      <a:pt x="1" y="375"/>
                      <a:pt x="1" y="845"/>
                    </a:cubicBezTo>
                    <a:cubicBezTo>
                      <a:pt x="1" y="1308"/>
                      <a:pt x="377" y="1691"/>
                      <a:pt x="846" y="1691"/>
                    </a:cubicBezTo>
                    <a:cubicBezTo>
                      <a:pt x="1309" y="1691"/>
                      <a:pt x="1691" y="1308"/>
                      <a:pt x="1691" y="845"/>
                    </a:cubicBezTo>
                    <a:cubicBezTo>
                      <a:pt x="1691" y="375"/>
                      <a:pt x="1309" y="1"/>
                      <a:pt x="846" y="1"/>
                    </a:cubicBezTo>
                    <a:close/>
                  </a:path>
                </a:pathLst>
              </a:custGeom>
              <a:solidFill>
                <a:srgbClr val="1866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58" name="Google Shape;1058;p18"/>
          <p:cNvGrpSpPr/>
          <p:nvPr/>
        </p:nvGrpSpPr>
        <p:grpSpPr>
          <a:xfrm>
            <a:off x="6521085" y="4317596"/>
            <a:ext cx="1950176" cy="1046375"/>
            <a:chOff x="6521085" y="4317596"/>
            <a:chExt cx="1950176" cy="1046375"/>
          </a:xfrm>
        </p:grpSpPr>
        <p:sp>
          <p:nvSpPr>
            <p:cNvPr id="1059" name="Google Shape;1059;p18"/>
            <p:cNvSpPr/>
            <p:nvPr/>
          </p:nvSpPr>
          <p:spPr>
            <a:xfrm>
              <a:off x="6629949" y="4459607"/>
              <a:ext cx="1841312" cy="904364"/>
            </a:xfrm>
            <a:custGeom>
              <a:avLst/>
              <a:gdLst/>
              <a:ahLst/>
              <a:cxnLst/>
              <a:rect l="l" t="t" r="r" b="b"/>
              <a:pathLst>
                <a:path w="11984" h="6255" extrusionOk="0">
                  <a:moveTo>
                    <a:pt x="3308" y="0"/>
                  </a:moveTo>
                  <a:lnTo>
                    <a:pt x="1" y="3315"/>
                  </a:lnTo>
                  <a:lnTo>
                    <a:pt x="268" y="3762"/>
                  </a:lnTo>
                  <a:lnTo>
                    <a:pt x="8516" y="6255"/>
                  </a:lnTo>
                  <a:lnTo>
                    <a:pt x="11983" y="3012"/>
                  </a:lnTo>
                  <a:lnTo>
                    <a:pt x="11746" y="2455"/>
                  </a:lnTo>
                  <a:lnTo>
                    <a:pt x="3308" y="0"/>
                  </a:lnTo>
                  <a:close/>
                </a:path>
              </a:pathLst>
            </a:custGeom>
            <a:solidFill>
              <a:srgbClr val="212529">
                <a:alpha val="18823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60" name="Google Shape;1060;p18"/>
            <p:cNvGrpSpPr/>
            <p:nvPr/>
          </p:nvGrpSpPr>
          <p:grpSpPr>
            <a:xfrm flipH="1">
              <a:off x="6521085" y="4317596"/>
              <a:ext cx="1888270" cy="971007"/>
              <a:chOff x="569350" y="2444638"/>
              <a:chExt cx="1858167" cy="955621"/>
            </a:xfrm>
          </p:grpSpPr>
          <p:sp>
            <p:nvSpPr>
              <p:cNvPr id="1061" name="Google Shape;1061;p18"/>
              <p:cNvSpPr/>
              <p:nvPr/>
            </p:nvSpPr>
            <p:spPr>
              <a:xfrm flipH="1">
                <a:off x="1236610" y="2461843"/>
                <a:ext cx="916387" cy="478304"/>
              </a:xfrm>
              <a:custGeom>
                <a:avLst/>
                <a:gdLst/>
                <a:ahLst/>
                <a:cxnLst/>
                <a:rect l="l" t="t" r="r" b="b"/>
                <a:pathLst>
                  <a:path w="11984" h="6255" extrusionOk="0">
                    <a:moveTo>
                      <a:pt x="3308" y="0"/>
                    </a:moveTo>
                    <a:lnTo>
                      <a:pt x="1" y="3315"/>
                    </a:lnTo>
                    <a:lnTo>
                      <a:pt x="268" y="3762"/>
                    </a:lnTo>
                    <a:lnTo>
                      <a:pt x="8516" y="6255"/>
                    </a:lnTo>
                    <a:lnTo>
                      <a:pt x="11983" y="3012"/>
                    </a:lnTo>
                    <a:lnTo>
                      <a:pt x="11746" y="2455"/>
                    </a:lnTo>
                    <a:lnTo>
                      <a:pt x="3308" y="0"/>
                    </a:lnTo>
                    <a:close/>
                  </a:path>
                </a:pathLst>
              </a:custGeom>
              <a:solidFill>
                <a:srgbClr val="1866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2" name="Google Shape;1062;p18"/>
              <p:cNvSpPr/>
              <p:nvPr/>
            </p:nvSpPr>
            <p:spPr>
              <a:xfrm flipH="1">
                <a:off x="1342055" y="2623573"/>
                <a:ext cx="258001" cy="238961"/>
              </a:xfrm>
              <a:custGeom>
                <a:avLst/>
                <a:gdLst/>
                <a:ahLst/>
                <a:cxnLst/>
                <a:rect l="l" t="t" r="r" b="b"/>
                <a:pathLst>
                  <a:path w="3374" h="3125" extrusionOk="0">
                    <a:moveTo>
                      <a:pt x="3358" y="0"/>
                    </a:moveTo>
                    <a:lnTo>
                      <a:pt x="7" y="3107"/>
                    </a:lnTo>
                    <a:cubicBezTo>
                      <a:pt x="0" y="3107"/>
                      <a:pt x="0" y="3114"/>
                      <a:pt x="7" y="3121"/>
                    </a:cubicBezTo>
                    <a:cubicBezTo>
                      <a:pt x="7" y="3121"/>
                      <a:pt x="10" y="3125"/>
                      <a:pt x="15" y="3125"/>
                    </a:cubicBezTo>
                    <a:cubicBezTo>
                      <a:pt x="17" y="3125"/>
                      <a:pt x="19" y="3124"/>
                      <a:pt x="21" y="3121"/>
                    </a:cubicBezTo>
                    <a:lnTo>
                      <a:pt x="3374" y="16"/>
                    </a:lnTo>
                    <a:lnTo>
                      <a:pt x="3374" y="0"/>
                    </a:ln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3" name="Google Shape;1063;p18"/>
              <p:cNvSpPr/>
              <p:nvPr/>
            </p:nvSpPr>
            <p:spPr>
              <a:xfrm flipH="1">
                <a:off x="1418217" y="2599945"/>
                <a:ext cx="257007" cy="240720"/>
              </a:xfrm>
              <a:custGeom>
                <a:avLst/>
                <a:gdLst/>
                <a:ahLst/>
                <a:cxnLst/>
                <a:rect l="l" t="t" r="r" b="b"/>
                <a:pathLst>
                  <a:path w="3361" h="3148" extrusionOk="0">
                    <a:moveTo>
                      <a:pt x="3349" y="1"/>
                    </a:moveTo>
                    <a:cubicBezTo>
                      <a:pt x="3346" y="1"/>
                      <a:pt x="3345" y="2"/>
                      <a:pt x="3345" y="6"/>
                    </a:cubicBezTo>
                    <a:lnTo>
                      <a:pt x="7" y="3126"/>
                    </a:lnTo>
                    <a:cubicBezTo>
                      <a:pt x="1" y="3135"/>
                      <a:pt x="1" y="3142"/>
                      <a:pt x="7" y="3142"/>
                    </a:cubicBezTo>
                    <a:cubicBezTo>
                      <a:pt x="7" y="3145"/>
                      <a:pt x="9" y="3147"/>
                      <a:pt x="12" y="3147"/>
                    </a:cubicBezTo>
                    <a:cubicBezTo>
                      <a:pt x="15" y="3147"/>
                      <a:pt x="19" y="3145"/>
                      <a:pt x="23" y="3142"/>
                    </a:cubicBezTo>
                    <a:lnTo>
                      <a:pt x="3360" y="22"/>
                    </a:lnTo>
                    <a:lnTo>
                      <a:pt x="3360" y="6"/>
                    </a:lnTo>
                    <a:cubicBezTo>
                      <a:pt x="3356" y="2"/>
                      <a:pt x="3352" y="1"/>
                      <a:pt x="3349" y="1"/>
                    </a:cubicBez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4" name="Google Shape;1064;p18"/>
              <p:cNvSpPr/>
              <p:nvPr/>
            </p:nvSpPr>
            <p:spPr>
              <a:xfrm flipH="1">
                <a:off x="1494456" y="2576775"/>
                <a:ext cx="255937" cy="241714"/>
              </a:xfrm>
              <a:custGeom>
                <a:avLst/>
                <a:gdLst/>
                <a:ahLst/>
                <a:cxnLst/>
                <a:rect l="l" t="t" r="r" b="b"/>
                <a:pathLst>
                  <a:path w="3347" h="3161" extrusionOk="0">
                    <a:moveTo>
                      <a:pt x="3335" y="0"/>
                    </a:moveTo>
                    <a:cubicBezTo>
                      <a:pt x="3332" y="0"/>
                      <a:pt x="3331" y="2"/>
                      <a:pt x="3331" y="6"/>
                    </a:cubicBezTo>
                    <a:lnTo>
                      <a:pt x="1" y="3142"/>
                    </a:lnTo>
                    <a:lnTo>
                      <a:pt x="1" y="3155"/>
                    </a:lnTo>
                    <a:cubicBezTo>
                      <a:pt x="5" y="3159"/>
                      <a:pt x="9" y="3161"/>
                      <a:pt x="12" y="3161"/>
                    </a:cubicBezTo>
                    <a:cubicBezTo>
                      <a:pt x="15" y="3161"/>
                      <a:pt x="16" y="3159"/>
                      <a:pt x="16" y="3155"/>
                    </a:cubicBezTo>
                    <a:lnTo>
                      <a:pt x="3346" y="21"/>
                    </a:lnTo>
                    <a:lnTo>
                      <a:pt x="3346" y="6"/>
                    </a:lnTo>
                    <a:cubicBezTo>
                      <a:pt x="3342" y="2"/>
                      <a:pt x="3338" y="0"/>
                      <a:pt x="3335" y="0"/>
                    </a:cubicBez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5" name="Google Shape;1065;p18"/>
              <p:cNvSpPr/>
              <p:nvPr/>
            </p:nvSpPr>
            <p:spPr>
              <a:xfrm flipH="1">
                <a:off x="1570694" y="2553452"/>
                <a:ext cx="255249" cy="243014"/>
              </a:xfrm>
              <a:custGeom>
                <a:avLst/>
                <a:gdLst/>
                <a:ahLst/>
                <a:cxnLst/>
                <a:rect l="l" t="t" r="r" b="b"/>
                <a:pathLst>
                  <a:path w="3338" h="3178" extrusionOk="0">
                    <a:moveTo>
                      <a:pt x="3322" y="0"/>
                    </a:moveTo>
                    <a:lnTo>
                      <a:pt x="7" y="3157"/>
                    </a:lnTo>
                    <a:cubicBezTo>
                      <a:pt x="1" y="3164"/>
                      <a:pt x="1" y="3171"/>
                      <a:pt x="7" y="3171"/>
                    </a:cubicBezTo>
                    <a:cubicBezTo>
                      <a:pt x="11" y="3175"/>
                      <a:pt x="13" y="3177"/>
                      <a:pt x="14" y="3177"/>
                    </a:cubicBezTo>
                    <a:cubicBezTo>
                      <a:pt x="16" y="3177"/>
                      <a:pt x="18" y="3175"/>
                      <a:pt x="21" y="3171"/>
                    </a:cubicBezTo>
                    <a:lnTo>
                      <a:pt x="3338" y="16"/>
                    </a:lnTo>
                    <a:lnTo>
                      <a:pt x="3338" y="0"/>
                    </a:ln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6" name="Google Shape;1066;p18"/>
              <p:cNvSpPr/>
              <p:nvPr/>
            </p:nvSpPr>
            <p:spPr>
              <a:xfrm flipH="1">
                <a:off x="1646933" y="2529823"/>
                <a:ext cx="254178" cy="244696"/>
              </a:xfrm>
              <a:custGeom>
                <a:avLst/>
                <a:gdLst/>
                <a:ahLst/>
                <a:cxnLst/>
                <a:rect l="l" t="t" r="r" b="b"/>
                <a:pathLst>
                  <a:path w="3324" h="3200" extrusionOk="0">
                    <a:moveTo>
                      <a:pt x="3313" y="1"/>
                    </a:moveTo>
                    <a:cubicBezTo>
                      <a:pt x="3310" y="1"/>
                      <a:pt x="3308" y="2"/>
                      <a:pt x="3308" y="6"/>
                    </a:cubicBezTo>
                    <a:lnTo>
                      <a:pt x="8" y="3185"/>
                    </a:lnTo>
                    <a:cubicBezTo>
                      <a:pt x="1" y="3185"/>
                      <a:pt x="1" y="3192"/>
                      <a:pt x="8" y="3199"/>
                    </a:cubicBezTo>
                    <a:lnTo>
                      <a:pt x="21" y="3199"/>
                    </a:lnTo>
                    <a:lnTo>
                      <a:pt x="3324" y="22"/>
                    </a:lnTo>
                    <a:lnTo>
                      <a:pt x="3324" y="6"/>
                    </a:lnTo>
                    <a:cubicBezTo>
                      <a:pt x="3319" y="2"/>
                      <a:pt x="3316" y="1"/>
                      <a:pt x="3313" y="1"/>
                    </a:cubicBez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7" name="Google Shape;1067;p18"/>
              <p:cNvSpPr/>
              <p:nvPr/>
            </p:nvSpPr>
            <p:spPr>
              <a:xfrm flipH="1">
                <a:off x="1723172" y="2506653"/>
                <a:ext cx="253107" cy="245690"/>
              </a:xfrm>
              <a:custGeom>
                <a:avLst/>
                <a:gdLst/>
                <a:ahLst/>
                <a:cxnLst/>
                <a:rect l="l" t="t" r="r" b="b"/>
                <a:pathLst>
                  <a:path w="3310" h="3213" extrusionOk="0">
                    <a:moveTo>
                      <a:pt x="3299" y="0"/>
                    </a:moveTo>
                    <a:cubicBezTo>
                      <a:pt x="3296" y="0"/>
                      <a:pt x="3294" y="2"/>
                      <a:pt x="3294" y="6"/>
                    </a:cubicBezTo>
                    <a:lnTo>
                      <a:pt x="1" y="3199"/>
                    </a:lnTo>
                    <a:lnTo>
                      <a:pt x="1" y="3213"/>
                    </a:lnTo>
                    <a:lnTo>
                      <a:pt x="16" y="3213"/>
                    </a:lnTo>
                    <a:lnTo>
                      <a:pt x="3301" y="21"/>
                    </a:lnTo>
                    <a:cubicBezTo>
                      <a:pt x="3310" y="12"/>
                      <a:pt x="3310" y="6"/>
                      <a:pt x="3310" y="6"/>
                    </a:cubicBezTo>
                    <a:cubicBezTo>
                      <a:pt x="3306" y="2"/>
                      <a:pt x="3302" y="0"/>
                      <a:pt x="3299" y="0"/>
                    </a:cubicBez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8" name="Google Shape;1068;p18"/>
              <p:cNvSpPr/>
              <p:nvPr/>
            </p:nvSpPr>
            <p:spPr>
              <a:xfrm flipH="1">
                <a:off x="1799334" y="2483330"/>
                <a:ext cx="251960" cy="246990"/>
              </a:xfrm>
              <a:custGeom>
                <a:avLst/>
                <a:gdLst/>
                <a:ahLst/>
                <a:cxnLst/>
                <a:rect l="l" t="t" r="r" b="b"/>
                <a:pathLst>
                  <a:path w="3295" h="3230" extrusionOk="0">
                    <a:moveTo>
                      <a:pt x="3279" y="0"/>
                    </a:moveTo>
                    <a:lnTo>
                      <a:pt x="1" y="3214"/>
                    </a:lnTo>
                    <a:lnTo>
                      <a:pt x="1" y="3230"/>
                    </a:lnTo>
                    <a:lnTo>
                      <a:pt x="14" y="3230"/>
                    </a:lnTo>
                    <a:lnTo>
                      <a:pt x="3286" y="14"/>
                    </a:lnTo>
                    <a:cubicBezTo>
                      <a:pt x="3294" y="14"/>
                      <a:pt x="3294" y="7"/>
                      <a:pt x="3294" y="0"/>
                    </a:cubicBez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9" name="Google Shape;1069;p18"/>
              <p:cNvSpPr/>
              <p:nvPr/>
            </p:nvSpPr>
            <p:spPr>
              <a:xfrm flipH="1">
                <a:off x="1297859" y="2532500"/>
                <a:ext cx="655709" cy="183904"/>
              </a:xfrm>
              <a:custGeom>
                <a:avLst/>
                <a:gdLst/>
                <a:ahLst/>
                <a:cxnLst/>
                <a:rect l="l" t="t" r="r" b="b"/>
                <a:pathLst>
                  <a:path w="8575" h="2405" extrusionOk="0">
                    <a:moveTo>
                      <a:pt x="14" y="0"/>
                    </a:moveTo>
                    <a:cubicBezTo>
                      <a:pt x="14" y="0"/>
                      <a:pt x="7" y="0"/>
                      <a:pt x="7" y="7"/>
                    </a:cubicBezTo>
                    <a:cubicBezTo>
                      <a:pt x="0" y="7"/>
                      <a:pt x="7" y="14"/>
                      <a:pt x="14" y="14"/>
                    </a:cubicBezTo>
                    <a:lnTo>
                      <a:pt x="8560" y="2405"/>
                    </a:lnTo>
                    <a:cubicBezTo>
                      <a:pt x="8560" y="2405"/>
                      <a:pt x="8567" y="2405"/>
                      <a:pt x="8567" y="2398"/>
                    </a:cubicBezTo>
                    <a:cubicBezTo>
                      <a:pt x="8574" y="2391"/>
                      <a:pt x="8567" y="2391"/>
                      <a:pt x="8560" y="2384"/>
                    </a:cubicBez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0" name="Google Shape;1070;p18"/>
              <p:cNvSpPr/>
              <p:nvPr/>
            </p:nvSpPr>
            <p:spPr>
              <a:xfrm flipH="1">
                <a:off x="1414397" y="2640779"/>
                <a:ext cx="655174" cy="184440"/>
              </a:xfrm>
              <a:custGeom>
                <a:avLst/>
                <a:gdLst/>
                <a:ahLst/>
                <a:cxnLst/>
                <a:rect l="l" t="t" r="r" b="b"/>
                <a:pathLst>
                  <a:path w="8568" h="2412" extrusionOk="0">
                    <a:moveTo>
                      <a:pt x="14" y="1"/>
                    </a:moveTo>
                    <a:cubicBezTo>
                      <a:pt x="7" y="1"/>
                      <a:pt x="7" y="8"/>
                      <a:pt x="0" y="8"/>
                    </a:cubicBezTo>
                    <a:cubicBezTo>
                      <a:pt x="0" y="15"/>
                      <a:pt x="7" y="21"/>
                      <a:pt x="7" y="21"/>
                    </a:cubicBezTo>
                    <a:lnTo>
                      <a:pt x="8552" y="2412"/>
                    </a:lnTo>
                    <a:cubicBezTo>
                      <a:pt x="8560" y="2412"/>
                      <a:pt x="8567" y="2405"/>
                      <a:pt x="8567" y="2405"/>
                    </a:cubicBezTo>
                    <a:cubicBezTo>
                      <a:pt x="8567" y="2398"/>
                      <a:pt x="8567" y="2391"/>
                      <a:pt x="8560" y="2391"/>
                    </a:cubicBezTo>
                    <a:lnTo>
                      <a:pt x="14" y="1"/>
                    </a:ln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" name="Google Shape;1071;p18"/>
              <p:cNvSpPr/>
              <p:nvPr/>
            </p:nvSpPr>
            <p:spPr>
              <a:xfrm flipH="1">
                <a:off x="1369204" y="2584422"/>
                <a:ext cx="655021" cy="184516"/>
              </a:xfrm>
              <a:custGeom>
                <a:avLst/>
                <a:gdLst/>
                <a:ahLst/>
                <a:cxnLst/>
                <a:rect l="l" t="t" r="r" b="b"/>
                <a:pathLst>
                  <a:path w="8566" h="2413" extrusionOk="0">
                    <a:moveTo>
                      <a:pt x="14" y="1"/>
                    </a:moveTo>
                    <a:cubicBezTo>
                      <a:pt x="7" y="1"/>
                      <a:pt x="0" y="1"/>
                      <a:pt x="0" y="8"/>
                    </a:cubicBezTo>
                    <a:cubicBezTo>
                      <a:pt x="0" y="15"/>
                      <a:pt x="0" y="22"/>
                      <a:pt x="7" y="22"/>
                    </a:cubicBezTo>
                    <a:lnTo>
                      <a:pt x="8552" y="2412"/>
                    </a:lnTo>
                    <a:cubicBezTo>
                      <a:pt x="8559" y="2412"/>
                      <a:pt x="8559" y="2405"/>
                      <a:pt x="8566" y="2405"/>
                    </a:cubicBezTo>
                    <a:cubicBezTo>
                      <a:pt x="8566" y="2398"/>
                      <a:pt x="8559" y="2391"/>
                      <a:pt x="8559" y="2391"/>
                    </a:cubicBezTo>
                    <a:lnTo>
                      <a:pt x="14" y="1"/>
                    </a:ln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2" name="Google Shape;1072;p18"/>
              <p:cNvSpPr/>
              <p:nvPr/>
            </p:nvSpPr>
            <p:spPr>
              <a:xfrm flipH="1">
                <a:off x="1254810" y="2643455"/>
                <a:ext cx="877770" cy="266872"/>
              </a:xfrm>
              <a:custGeom>
                <a:avLst/>
                <a:gdLst/>
                <a:ahLst/>
                <a:cxnLst/>
                <a:rect l="l" t="t" r="r" b="b"/>
                <a:pathLst>
                  <a:path w="11479" h="3490" extrusionOk="0">
                    <a:moveTo>
                      <a:pt x="11182" y="0"/>
                    </a:moveTo>
                    <a:lnTo>
                      <a:pt x="225" y="449"/>
                    </a:lnTo>
                    <a:lnTo>
                      <a:pt x="1" y="1387"/>
                    </a:lnTo>
                    <a:lnTo>
                      <a:pt x="8178" y="3490"/>
                    </a:lnTo>
                    <a:lnTo>
                      <a:pt x="11479" y="80"/>
                    </a:lnTo>
                    <a:lnTo>
                      <a:pt x="11182" y="0"/>
                    </a:lnTo>
                    <a:close/>
                  </a:path>
                </a:pathLst>
              </a:custGeom>
              <a:solidFill>
                <a:srgbClr val="212529">
                  <a:alpha val="18823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3" name="Google Shape;1073;p18"/>
              <p:cNvSpPr/>
              <p:nvPr/>
            </p:nvSpPr>
            <p:spPr>
              <a:xfrm flipH="1">
                <a:off x="1212753" y="2646743"/>
                <a:ext cx="955691" cy="318258"/>
              </a:xfrm>
              <a:custGeom>
                <a:avLst/>
                <a:gdLst/>
                <a:ahLst/>
                <a:cxnLst/>
                <a:rect l="l" t="t" r="r" b="b"/>
                <a:pathLst>
                  <a:path w="12498" h="4162" extrusionOk="0">
                    <a:moveTo>
                      <a:pt x="12345" y="1"/>
                    </a:moveTo>
                    <a:lnTo>
                      <a:pt x="8581" y="3180"/>
                    </a:lnTo>
                    <a:lnTo>
                      <a:pt x="0" y="840"/>
                    </a:lnTo>
                    <a:lnTo>
                      <a:pt x="146" y="1518"/>
                    </a:lnTo>
                    <a:lnTo>
                      <a:pt x="8827" y="4161"/>
                    </a:lnTo>
                    <a:lnTo>
                      <a:pt x="12497" y="760"/>
                    </a:lnTo>
                    <a:lnTo>
                      <a:pt x="12345" y="1"/>
                    </a:ln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4" name="Google Shape;1074;p18"/>
              <p:cNvSpPr/>
              <p:nvPr/>
            </p:nvSpPr>
            <p:spPr>
              <a:xfrm flipH="1">
                <a:off x="1224452" y="2444638"/>
                <a:ext cx="931833" cy="465687"/>
              </a:xfrm>
              <a:custGeom>
                <a:avLst/>
                <a:gdLst/>
                <a:ahLst/>
                <a:cxnLst/>
                <a:rect l="l" t="t" r="r" b="b"/>
                <a:pathLst>
                  <a:path w="12186" h="6090" extrusionOk="0">
                    <a:moveTo>
                      <a:pt x="3518" y="506"/>
                    </a:moveTo>
                    <a:lnTo>
                      <a:pt x="11312" y="2847"/>
                    </a:lnTo>
                    <a:lnTo>
                      <a:pt x="8372" y="5591"/>
                    </a:lnTo>
                    <a:lnTo>
                      <a:pt x="694" y="3273"/>
                    </a:lnTo>
                    <a:lnTo>
                      <a:pt x="3518" y="506"/>
                    </a:lnTo>
                    <a:close/>
                    <a:moveTo>
                      <a:pt x="3395" y="0"/>
                    </a:moveTo>
                    <a:lnTo>
                      <a:pt x="1" y="3164"/>
                    </a:lnTo>
                    <a:lnTo>
                      <a:pt x="8488" y="6090"/>
                    </a:lnTo>
                    <a:lnTo>
                      <a:pt x="12186" y="2644"/>
                    </a:lnTo>
                    <a:lnTo>
                      <a:pt x="339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5" name="Google Shape;1075;p18"/>
              <p:cNvSpPr/>
              <p:nvPr/>
            </p:nvSpPr>
            <p:spPr>
              <a:xfrm flipH="1">
                <a:off x="593055" y="2655078"/>
                <a:ext cx="916463" cy="478381"/>
              </a:xfrm>
              <a:custGeom>
                <a:avLst/>
                <a:gdLst/>
                <a:ahLst/>
                <a:cxnLst/>
                <a:rect l="l" t="t" r="r" b="b"/>
                <a:pathLst>
                  <a:path w="11985" h="6256" extrusionOk="0">
                    <a:moveTo>
                      <a:pt x="3308" y="1"/>
                    </a:moveTo>
                    <a:lnTo>
                      <a:pt x="0" y="3315"/>
                    </a:lnTo>
                    <a:lnTo>
                      <a:pt x="267" y="3764"/>
                    </a:lnTo>
                    <a:lnTo>
                      <a:pt x="8517" y="6255"/>
                    </a:lnTo>
                    <a:lnTo>
                      <a:pt x="11984" y="3005"/>
                    </a:lnTo>
                    <a:lnTo>
                      <a:pt x="11745" y="2457"/>
                    </a:lnTo>
                    <a:lnTo>
                      <a:pt x="3308" y="1"/>
                    </a:lnTo>
                    <a:close/>
                  </a:path>
                </a:pathLst>
              </a:custGeom>
              <a:solidFill>
                <a:srgbClr val="1866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6" name="Google Shape;1076;p18"/>
              <p:cNvSpPr/>
              <p:nvPr/>
            </p:nvSpPr>
            <p:spPr>
              <a:xfrm flipH="1">
                <a:off x="698576" y="2816580"/>
                <a:ext cx="257543" cy="239037"/>
              </a:xfrm>
              <a:custGeom>
                <a:avLst/>
                <a:gdLst/>
                <a:ahLst/>
                <a:cxnLst/>
                <a:rect l="l" t="t" r="r" b="b"/>
                <a:pathLst>
                  <a:path w="3368" h="3126" extrusionOk="0">
                    <a:moveTo>
                      <a:pt x="3357" y="0"/>
                    </a:moveTo>
                    <a:cubicBezTo>
                      <a:pt x="3354" y="0"/>
                      <a:pt x="3352" y="2"/>
                      <a:pt x="3352" y="6"/>
                    </a:cubicBezTo>
                    <a:lnTo>
                      <a:pt x="1" y="3110"/>
                    </a:lnTo>
                    <a:lnTo>
                      <a:pt x="1" y="3126"/>
                    </a:lnTo>
                    <a:lnTo>
                      <a:pt x="15" y="3126"/>
                    </a:lnTo>
                    <a:lnTo>
                      <a:pt x="3367" y="19"/>
                    </a:lnTo>
                    <a:lnTo>
                      <a:pt x="3367" y="6"/>
                    </a:lnTo>
                    <a:cubicBezTo>
                      <a:pt x="3364" y="2"/>
                      <a:pt x="3360" y="0"/>
                      <a:pt x="3357" y="0"/>
                    </a:cubicBez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7" name="Google Shape;1077;p18"/>
              <p:cNvSpPr/>
              <p:nvPr/>
            </p:nvSpPr>
            <p:spPr>
              <a:xfrm flipH="1">
                <a:off x="774814" y="2793333"/>
                <a:ext cx="256931" cy="240567"/>
              </a:xfrm>
              <a:custGeom>
                <a:avLst/>
                <a:gdLst/>
                <a:ahLst/>
                <a:cxnLst/>
                <a:rect l="l" t="t" r="r" b="b"/>
                <a:pathLst>
                  <a:path w="3360" h="3146" extrusionOk="0">
                    <a:moveTo>
                      <a:pt x="3349" y="1"/>
                    </a:moveTo>
                    <a:cubicBezTo>
                      <a:pt x="3346" y="1"/>
                      <a:pt x="3344" y="3"/>
                      <a:pt x="3344" y="6"/>
                    </a:cubicBezTo>
                    <a:lnTo>
                      <a:pt x="7" y="3126"/>
                    </a:lnTo>
                    <a:cubicBezTo>
                      <a:pt x="0" y="3133"/>
                      <a:pt x="0" y="3133"/>
                      <a:pt x="7" y="3140"/>
                    </a:cubicBezTo>
                    <a:cubicBezTo>
                      <a:pt x="7" y="3144"/>
                      <a:pt x="9" y="3146"/>
                      <a:pt x="12" y="3146"/>
                    </a:cubicBezTo>
                    <a:cubicBezTo>
                      <a:pt x="15" y="3146"/>
                      <a:pt x="19" y="3144"/>
                      <a:pt x="23" y="3140"/>
                    </a:cubicBezTo>
                    <a:lnTo>
                      <a:pt x="3360" y="20"/>
                    </a:lnTo>
                    <a:lnTo>
                      <a:pt x="3360" y="6"/>
                    </a:lnTo>
                    <a:cubicBezTo>
                      <a:pt x="3356" y="3"/>
                      <a:pt x="3352" y="1"/>
                      <a:pt x="3349" y="1"/>
                    </a:cubicBez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" name="Google Shape;1078;p18"/>
              <p:cNvSpPr/>
              <p:nvPr/>
            </p:nvSpPr>
            <p:spPr>
              <a:xfrm flipH="1">
                <a:off x="851053" y="2770010"/>
                <a:ext cx="255784" cy="241867"/>
              </a:xfrm>
              <a:custGeom>
                <a:avLst/>
                <a:gdLst/>
                <a:ahLst/>
                <a:cxnLst/>
                <a:rect l="l" t="t" r="r" b="b"/>
                <a:pathLst>
                  <a:path w="3345" h="3163" extrusionOk="0">
                    <a:moveTo>
                      <a:pt x="3329" y="1"/>
                    </a:moveTo>
                    <a:lnTo>
                      <a:pt x="8" y="3142"/>
                    </a:lnTo>
                    <a:cubicBezTo>
                      <a:pt x="1" y="3149"/>
                      <a:pt x="1" y="3156"/>
                      <a:pt x="1" y="3156"/>
                    </a:cubicBezTo>
                    <a:cubicBezTo>
                      <a:pt x="4" y="3160"/>
                      <a:pt x="8" y="3162"/>
                      <a:pt x="10" y="3162"/>
                    </a:cubicBezTo>
                    <a:cubicBezTo>
                      <a:pt x="13" y="3162"/>
                      <a:pt x="15" y="3160"/>
                      <a:pt x="15" y="3156"/>
                    </a:cubicBezTo>
                    <a:lnTo>
                      <a:pt x="3345" y="15"/>
                    </a:lnTo>
                    <a:lnTo>
                      <a:pt x="3345" y="1"/>
                    </a:ln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9" name="Google Shape;1079;p18"/>
              <p:cNvSpPr/>
              <p:nvPr/>
            </p:nvSpPr>
            <p:spPr>
              <a:xfrm flipH="1">
                <a:off x="927215" y="2746840"/>
                <a:ext cx="254790" cy="242937"/>
              </a:xfrm>
              <a:custGeom>
                <a:avLst/>
                <a:gdLst/>
                <a:ahLst/>
                <a:cxnLst/>
                <a:rect l="l" t="t" r="r" b="b"/>
                <a:pathLst>
                  <a:path w="3332" h="3177" extrusionOk="0">
                    <a:moveTo>
                      <a:pt x="3315" y="0"/>
                    </a:moveTo>
                    <a:lnTo>
                      <a:pt x="1" y="3155"/>
                    </a:lnTo>
                    <a:lnTo>
                      <a:pt x="1" y="3171"/>
                    </a:lnTo>
                    <a:cubicBezTo>
                      <a:pt x="4" y="3175"/>
                      <a:pt x="8" y="3176"/>
                      <a:pt x="11" y="3176"/>
                    </a:cubicBezTo>
                    <a:cubicBezTo>
                      <a:pt x="13" y="3176"/>
                      <a:pt x="15" y="3175"/>
                      <a:pt x="15" y="3171"/>
                    </a:cubicBezTo>
                    <a:lnTo>
                      <a:pt x="3331" y="14"/>
                    </a:lnTo>
                    <a:lnTo>
                      <a:pt x="3331" y="0"/>
                    </a:ln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0" name="Google Shape;1080;p18"/>
              <p:cNvSpPr/>
              <p:nvPr/>
            </p:nvSpPr>
            <p:spPr>
              <a:xfrm flipH="1">
                <a:off x="1003454" y="2723135"/>
                <a:ext cx="254178" cy="244620"/>
              </a:xfrm>
              <a:custGeom>
                <a:avLst/>
                <a:gdLst/>
                <a:ahLst/>
                <a:cxnLst/>
                <a:rect l="l" t="t" r="r" b="b"/>
                <a:pathLst>
                  <a:path w="3324" h="3199" extrusionOk="0">
                    <a:moveTo>
                      <a:pt x="3313" y="1"/>
                    </a:moveTo>
                    <a:cubicBezTo>
                      <a:pt x="3310" y="1"/>
                      <a:pt x="3308" y="3"/>
                      <a:pt x="3308" y="7"/>
                    </a:cubicBezTo>
                    <a:lnTo>
                      <a:pt x="7" y="3185"/>
                    </a:lnTo>
                    <a:cubicBezTo>
                      <a:pt x="0" y="3185"/>
                      <a:pt x="0" y="3192"/>
                      <a:pt x="7" y="3192"/>
                    </a:cubicBezTo>
                    <a:cubicBezTo>
                      <a:pt x="7" y="3199"/>
                      <a:pt x="14" y="3199"/>
                      <a:pt x="23" y="3199"/>
                    </a:cubicBezTo>
                    <a:lnTo>
                      <a:pt x="3323" y="21"/>
                    </a:lnTo>
                    <a:lnTo>
                      <a:pt x="3323" y="7"/>
                    </a:lnTo>
                    <a:cubicBezTo>
                      <a:pt x="3320" y="3"/>
                      <a:pt x="3316" y="1"/>
                      <a:pt x="3313" y="1"/>
                    </a:cubicBez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1" name="Google Shape;1081;p18"/>
              <p:cNvSpPr/>
              <p:nvPr/>
            </p:nvSpPr>
            <p:spPr>
              <a:xfrm flipH="1">
                <a:off x="1079693" y="2699965"/>
                <a:ext cx="253107" cy="245767"/>
              </a:xfrm>
              <a:custGeom>
                <a:avLst/>
                <a:gdLst/>
                <a:ahLst/>
                <a:cxnLst/>
                <a:rect l="l" t="t" r="r" b="b"/>
                <a:pathLst>
                  <a:path w="3310" h="3214" extrusionOk="0">
                    <a:moveTo>
                      <a:pt x="3299" y="0"/>
                    </a:moveTo>
                    <a:cubicBezTo>
                      <a:pt x="3296" y="0"/>
                      <a:pt x="3294" y="2"/>
                      <a:pt x="3294" y="7"/>
                    </a:cubicBezTo>
                    <a:lnTo>
                      <a:pt x="9" y="3198"/>
                    </a:lnTo>
                    <a:cubicBezTo>
                      <a:pt x="0" y="3198"/>
                      <a:pt x="0" y="3205"/>
                      <a:pt x="9" y="3214"/>
                    </a:cubicBezTo>
                    <a:lnTo>
                      <a:pt x="23" y="3214"/>
                    </a:lnTo>
                    <a:lnTo>
                      <a:pt x="3310" y="21"/>
                    </a:lnTo>
                    <a:lnTo>
                      <a:pt x="3310" y="7"/>
                    </a:lnTo>
                    <a:cubicBezTo>
                      <a:pt x="3306" y="2"/>
                      <a:pt x="3302" y="0"/>
                      <a:pt x="3299" y="0"/>
                    </a:cubicBez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2" name="Google Shape;1082;p18"/>
              <p:cNvSpPr/>
              <p:nvPr/>
            </p:nvSpPr>
            <p:spPr>
              <a:xfrm flipH="1">
                <a:off x="1155931" y="2676566"/>
                <a:ext cx="251884" cy="247066"/>
              </a:xfrm>
              <a:custGeom>
                <a:avLst/>
                <a:gdLst/>
                <a:ahLst/>
                <a:cxnLst/>
                <a:rect l="l" t="t" r="r" b="b"/>
                <a:pathLst>
                  <a:path w="3294" h="3231" extrusionOk="0">
                    <a:moveTo>
                      <a:pt x="3278" y="1"/>
                    </a:moveTo>
                    <a:lnTo>
                      <a:pt x="0" y="3216"/>
                    </a:lnTo>
                    <a:lnTo>
                      <a:pt x="0" y="3230"/>
                    </a:lnTo>
                    <a:lnTo>
                      <a:pt x="14" y="3230"/>
                    </a:lnTo>
                    <a:lnTo>
                      <a:pt x="3294" y="16"/>
                    </a:lnTo>
                    <a:lnTo>
                      <a:pt x="3294" y="1"/>
                    </a:ln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3" name="Google Shape;1083;p18"/>
              <p:cNvSpPr/>
              <p:nvPr/>
            </p:nvSpPr>
            <p:spPr>
              <a:xfrm flipH="1">
                <a:off x="654457" y="2725506"/>
                <a:ext cx="655174" cy="184287"/>
              </a:xfrm>
              <a:custGeom>
                <a:avLst/>
                <a:gdLst/>
                <a:ahLst/>
                <a:cxnLst/>
                <a:rect l="l" t="t" r="r" b="b"/>
                <a:pathLst>
                  <a:path w="8568" h="2410" extrusionOk="0">
                    <a:moveTo>
                      <a:pt x="10" y="1"/>
                    </a:moveTo>
                    <a:cubicBezTo>
                      <a:pt x="5" y="1"/>
                      <a:pt x="1" y="6"/>
                      <a:pt x="1" y="11"/>
                    </a:cubicBezTo>
                    <a:cubicBezTo>
                      <a:pt x="1" y="11"/>
                      <a:pt x="1" y="19"/>
                      <a:pt x="9" y="19"/>
                    </a:cubicBezTo>
                    <a:lnTo>
                      <a:pt x="8554" y="2410"/>
                    </a:lnTo>
                    <a:cubicBezTo>
                      <a:pt x="8561" y="2410"/>
                      <a:pt x="8561" y="2410"/>
                      <a:pt x="8568" y="2403"/>
                    </a:cubicBezTo>
                    <a:cubicBezTo>
                      <a:pt x="8568" y="2394"/>
                      <a:pt x="8561" y="2394"/>
                      <a:pt x="8561" y="2387"/>
                    </a:cubicBezTo>
                    <a:lnTo>
                      <a:pt x="16" y="4"/>
                    </a:lnTo>
                    <a:cubicBezTo>
                      <a:pt x="14" y="2"/>
                      <a:pt x="12" y="1"/>
                      <a:pt x="10" y="1"/>
                    </a:cubicBez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4" name="Google Shape;1084;p18"/>
              <p:cNvSpPr/>
              <p:nvPr/>
            </p:nvSpPr>
            <p:spPr>
              <a:xfrm flipH="1">
                <a:off x="770459" y="2834091"/>
                <a:ext cx="655709" cy="184593"/>
              </a:xfrm>
              <a:custGeom>
                <a:avLst/>
                <a:gdLst/>
                <a:ahLst/>
                <a:cxnLst/>
                <a:rect l="l" t="t" r="r" b="b"/>
                <a:pathLst>
                  <a:path w="8575" h="2414" extrusionOk="0">
                    <a:moveTo>
                      <a:pt x="16" y="0"/>
                    </a:moveTo>
                    <a:cubicBezTo>
                      <a:pt x="16" y="0"/>
                      <a:pt x="8" y="0"/>
                      <a:pt x="8" y="7"/>
                    </a:cubicBezTo>
                    <a:cubicBezTo>
                      <a:pt x="1" y="14"/>
                      <a:pt x="8" y="21"/>
                      <a:pt x="16" y="21"/>
                    </a:cubicBezTo>
                    <a:lnTo>
                      <a:pt x="8561" y="2413"/>
                    </a:lnTo>
                    <a:lnTo>
                      <a:pt x="8568" y="2405"/>
                    </a:lnTo>
                    <a:cubicBezTo>
                      <a:pt x="8575" y="2398"/>
                      <a:pt x="8568" y="2391"/>
                      <a:pt x="8561" y="2391"/>
                    </a:cubicBez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5" name="Google Shape;1085;p18"/>
              <p:cNvSpPr/>
              <p:nvPr/>
            </p:nvSpPr>
            <p:spPr>
              <a:xfrm flipH="1">
                <a:off x="725648" y="2777734"/>
                <a:ext cx="655174" cy="184593"/>
              </a:xfrm>
              <a:custGeom>
                <a:avLst/>
                <a:gdLst/>
                <a:ahLst/>
                <a:cxnLst/>
                <a:rect l="l" t="t" r="r" b="b"/>
                <a:pathLst>
                  <a:path w="8568" h="2414" extrusionOk="0">
                    <a:moveTo>
                      <a:pt x="15" y="0"/>
                    </a:moveTo>
                    <a:cubicBezTo>
                      <a:pt x="8" y="0"/>
                      <a:pt x="1" y="0"/>
                      <a:pt x="1" y="7"/>
                    </a:cubicBezTo>
                    <a:cubicBezTo>
                      <a:pt x="1" y="14"/>
                      <a:pt x="1" y="21"/>
                      <a:pt x="8" y="21"/>
                    </a:cubicBezTo>
                    <a:lnTo>
                      <a:pt x="8552" y="2413"/>
                    </a:lnTo>
                    <a:cubicBezTo>
                      <a:pt x="8559" y="2413"/>
                      <a:pt x="8568" y="2405"/>
                      <a:pt x="8568" y="2405"/>
                    </a:cubicBezTo>
                    <a:cubicBezTo>
                      <a:pt x="8568" y="2398"/>
                      <a:pt x="8568" y="2391"/>
                      <a:pt x="8559" y="2391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6" name="Google Shape;1086;p18"/>
              <p:cNvSpPr/>
              <p:nvPr/>
            </p:nvSpPr>
            <p:spPr>
              <a:xfrm flipH="1">
                <a:off x="611330" y="2836308"/>
                <a:ext cx="877770" cy="267330"/>
              </a:xfrm>
              <a:custGeom>
                <a:avLst/>
                <a:gdLst/>
                <a:ahLst/>
                <a:cxnLst/>
                <a:rect l="l" t="t" r="r" b="b"/>
                <a:pathLst>
                  <a:path w="11479" h="3496" extrusionOk="0">
                    <a:moveTo>
                      <a:pt x="11182" y="1"/>
                    </a:moveTo>
                    <a:lnTo>
                      <a:pt x="224" y="455"/>
                    </a:lnTo>
                    <a:lnTo>
                      <a:pt x="0" y="1394"/>
                    </a:lnTo>
                    <a:lnTo>
                      <a:pt x="8184" y="3495"/>
                    </a:lnTo>
                    <a:lnTo>
                      <a:pt x="11478" y="87"/>
                    </a:lnTo>
                    <a:lnTo>
                      <a:pt x="11182" y="1"/>
                    </a:lnTo>
                    <a:close/>
                  </a:path>
                </a:pathLst>
              </a:custGeom>
              <a:solidFill>
                <a:srgbClr val="212529">
                  <a:alpha val="18823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7" name="Google Shape;1087;p18"/>
              <p:cNvSpPr/>
              <p:nvPr/>
            </p:nvSpPr>
            <p:spPr>
              <a:xfrm flipH="1">
                <a:off x="569350" y="2840132"/>
                <a:ext cx="955003" cy="299982"/>
              </a:xfrm>
              <a:custGeom>
                <a:avLst/>
                <a:gdLst/>
                <a:ahLst/>
                <a:cxnLst/>
                <a:rect l="l" t="t" r="r" b="b"/>
                <a:pathLst>
                  <a:path w="12489" h="3923" extrusionOk="0">
                    <a:moveTo>
                      <a:pt x="12336" y="1"/>
                    </a:moveTo>
                    <a:lnTo>
                      <a:pt x="8581" y="3178"/>
                    </a:lnTo>
                    <a:lnTo>
                      <a:pt x="0" y="838"/>
                    </a:lnTo>
                    <a:lnTo>
                      <a:pt x="137" y="1518"/>
                    </a:lnTo>
                    <a:lnTo>
                      <a:pt x="9101" y="3922"/>
                    </a:lnTo>
                    <a:lnTo>
                      <a:pt x="12489" y="758"/>
                    </a:lnTo>
                    <a:lnTo>
                      <a:pt x="12336" y="1"/>
                    </a:ln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8" name="Google Shape;1088;p18"/>
              <p:cNvSpPr/>
              <p:nvPr/>
            </p:nvSpPr>
            <p:spPr>
              <a:xfrm flipH="1">
                <a:off x="580973" y="2638026"/>
                <a:ext cx="943380" cy="465611"/>
              </a:xfrm>
              <a:custGeom>
                <a:avLst/>
                <a:gdLst/>
                <a:ahLst/>
                <a:cxnLst/>
                <a:rect l="l" t="t" r="r" b="b"/>
                <a:pathLst>
                  <a:path w="12337" h="6089" extrusionOk="0">
                    <a:moveTo>
                      <a:pt x="3668" y="505"/>
                    </a:moveTo>
                    <a:lnTo>
                      <a:pt x="11469" y="2845"/>
                    </a:lnTo>
                    <a:lnTo>
                      <a:pt x="8522" y="5591"/>
                    </a:lnTo>
                    <a:lnTo>
                      <a:pt x="845" y="3271"/>
                    </a:lnTo>
                    <a:lnTo>
                      <a:pt x="3668" y="505"/>
                    </a:lnTo>
                    <a:close/>
                    <a:moveTo>
                      <a:pt x="3545" y="0"/>
                    </a:moveTo>
                    <a:lnTo>
                      <a:pt x="0" y="3481"/>
                    </a:lnTo>
                    <a:lnTo>
                      <a:pt x="8645" y="6088"/>
                    </a:lnTo>
                    <a:lnTo>
                      <a:pt x="12336" y="2644"/>
                    </a:lnTo>
                    <a:lnTo>
                      <a:pt x="354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9" name="Google Shape;1089;p18"/>
              <p:cNvSpPr/>
              <p:nvPr/>
            </p:nvSpPr>
            <p:spPr>
              <a:xfrm flipH="1">
                <a:off x="1496220" y="2703789"/>
                <a:ext cx="916310" cy="478304"/>
              </a:xfrm>
              <a:custGeom>
                <a:avLst/>
                <a:gdLst/>
                <a:ahLst/>
                <a:cxnLst/>
                <a:rect l="l" t="t" r="r" b="b"/>
                <a:pathLst>
                  <a:path w="11983" h="6255" extrusionOk="0">
                    <a:moveTo>
                      <a:pt x="3315" y="0"/>
                    </a:moveTo>
                    <a:lnTo>
                      <a:pt x="1" y="3315"/>
                    </a:lnTo>
                    <a:lnTo>
                      <a:pt x="268" y="3762"/>
                    </a:lnTo>
                    <a:lnTo>
                      <a:pt x="8516" y="6255"/>
                    </a:lnTo>
                    <a:lnTo>
                      <a:pt x="11983" y="3011"/>
                    </a:lnTo>
                    <a:lnTo>
                      <a:pt x="11745" y="2455"/>
                    </a:lnTo>
                    <a:lnTo>
                      <a:pt x="3315" y="0"/>
                    </a:lnTo>
                    <a:close/>
                  </a:path>
                </a:pathLst>
              </a:custGeom>
              <a:solidFill>
                <a:srgbClr val="1866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0" name="Google Shape;1090;p18"/>
              <p:cNvSpPr/>
              <p:nvPr/>
            </p:nvSpPr>
            <p:spPr>
              <a:xfrm flipH="1">
                <a:off x="1601740" y="2865443"/>
                <a:ext cx="257313" cy="239037"/>
              </a:xfrm>
              <a:custGeom>
                <a:avLst/>
                <a:gdLst/>
                <a:ahLst/>
                <a:cxnLst/>
                <a:rect l="l" t="t" r="r" b="b"/>
                <a:pathLst>
                  <a:path w="3365" h="3126" extrusionOk="0">
                    <a:moveTo>
                      <a:pt x="3351" y="1"/>
                    </a:moveTo>
                    <a:lnTo>
                      <a:pt x="0" y="3107"/>
                    </a:lnTo>
                    <a:lnTo>
                      <a:pt x="0" y="3121"/>
                    </a:lnTo>
                    <a:cubicBezTo>
                      <a:pt x="5" y="3121"/>
                      <a:pt x="9" y="3125"/>
                      <a:pt x="12" y="3125"/>
                    </a:cubicBezTo>
                    <a:cubicBezTo>
                      <a:pt x="13" y="3125"/>
                      <a:pt x="14" y="3124"/>
                      <a:pt x="14" y="3121"/>
                    </a:cubicBezTo>
                    <a:lnTo>
                      <a:pt x="3365" y="17"/>
                    </a:lnTo>
                    <a:lnTo>
                      <a:pt x="3365" y="1"/>
                    </a:ln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1" name="Google Shape;1091;p18"/>
              <p:cNvSpPr/>
              <p:nvPr/>
            </p:nvSpPr>
            <p:spPr>
              <a:xfrm flipH="1">
                <a:off x="1677903" y="2841891"/>
                <a:ext cx="256854" cy="240643"/>
              </a:xfrm>
              <a:custGeom>
                <a:avLst/>
                <a:gdLst/>
                <a:ahLst/>
                <a:cxnLst/>
                <a:rect l="l" t="t" r="r" b="b"/>
                <a:pathLst>
                  <a:path w="3359" h="3147" extrusionOk="0">
                    <a:moveTo>
                      <a:pt x="3349" y="0"/>
                    </a:moveTo>
                    <a:cubicBezTo>
                      <a:pt x="3346" y="0"/>
                      <a:pt x="3344" y="2"/>
                      <a:pt x="3344" y="6"/>
                    </a:cubicBezTo>
                    <a:lnTo>
                      <a:pt x="7" y="3126"/>
                    </a:lnTo>
                    <a:cubicBezTo>
                      <a:pt x="0" y="3135"/>
                      <a:pt x="0" y="3142"/>
                      <a:pt x="7" y="3142"/>
                    </a:cubicBezTo>
                    <a:cubicBezTo>
                      <a:pt x="7" y="3145"/>
                      <a:pt x="9" y="3147"/>
                      <a:pt x="12" y="3147"/>
                    </a:cubicBezTo>
                    <a:cubicBezTo>
                      <a:pt x="14" y="3147"/>
                      <a:pt x="18" y="3145"/>
                      <a:pt x="21" y="3142"/>
                    </a:cubicBezTo>
                    <a:lnTo>
                      <a:pt x="3358" y="21"/>
                    </a:lnTo>
                    <a:lnTo>
                      <a:pt x="3358" y="6"/>
                    </a:lnTo>
                    <a:cubicBezTo>
                      <a:pt x="3355" y="2"/>
                      <a:pt x="3351" y="0"/>
                      <a:pt x="3349" y="0"/>
                    </a:cubicBez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2" name="Google Shape;1092;p18"/>
              <p:cNvSpPr/>
              <p:nvPr/>
            </p:nvSpPr>
            <p:spPr>
              <a:xfrm flipH="1">
                <a:off x="1754141" y="2818721"/>
                <a:ext cx="255784" cy="241714"/>
              </a:xfrm>
              <a:custGeom>
                <a:avLst/>
                <a:gdLst/>
                <a:ahLst/>
                <a:cxnLst/>
                <a:rect l="l" t="t" r="r" b="b"/>
                <a:pathLst>
                  <a:path w="3345" h="3161" extrusionOk="0">
                    <a:moveTo>
                      <a:pt x="3335" y="0"/>
                    </a:moveTo>
                    <a:cubicBezTo>
                      <a:pt x="3332" y="0"/>
                      <a:pt x="3330" y="2"/>
                      <a:pt x="3330" y="5"/>
                    </a:cubicBezTo>
                    <a:lnTo>
                      <a:pt x="7" y="3141"/>
                    </a:lnTo>
                    <a:cubicBezTo>
                      <a:pt x="0" y="3148"/>
                      <a:pt x="0" y="3155"/>
                      <a:pt x="7" y="3155"/>
                    </a:cubicBezTo>
                    <a:cubicBezTo>
                      <a:pt x="7" y="3159"/>
                      <a:pt x="9" y="3160"/>
                      <a:pt x="12" y="3160"/>
                    </a:cubicBezTo>
                    <a:cubicBezTo>
                      <a:pt x="15" y="3160"/>
                      <a:pt x="19" y="3159"/>
                      <a:pt x="23" y="3155"/>
                    </a:cubicBezTo>
                    <a:lnTo>
                      <a:pt x="3344" y="21"/>
                    </a:lnTo>
                    <a:lnTo>
                      <a:pt x="3344" y="5"/>
                    </a:lnTo>
                    <a:cubicBezTo>
                      <a:pt x="3341" y="2"/>
                      <a:pt x="3337" y="0"/>
                      <a:pt x="3335" y="0"/>
                    </a:cubicBez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3" name="Google Shape;1093;p18"/>
              <p:cNvSpPr/>
              <p:nvPr/>
            </p:nvSpPr>
            <p:spPr>
              <a:xfrm flipH="1">
                <a:off x="1830380" y="2795321"/>
                <a:ext cx="254713" cy="243090"/>
              </a:xfrm>
              <a:custGeom>
                <a:avLst/>
                <a:gdLst/>
                <a:ahLst/>
                <a:cxnLst/>
                <a:rect l="l" t="t" r="r" b="b"/>
                <a:pathLst>
                  <a:path w="3331" h="3179" extrusionOk="0">
                    <a:moveTo>
                      <a:pt x="3317" y="1"/>
                    </a:moveTo>
                    <a:lnTo>
                      <a:pt x="0" y="3158"/>
                    </a:lnTo>
                    <a:lnTo>
                      <a:pt x="0" y="3172"/>
                    </a:lnTo>
                    <a:cubicBezTo>
                      <a:pt x="5" y="3176"/>
                      <a:pt x="9" y="3178"/>
                      <a:pt x="12" y="3178"/>
                    </a:cubicBezTo>
                    <a:cubicBezTo>
                      <a:pt x="14" y="3178"/>
                      <a:pt x="16" y="3176"/>
                      <a:pt x="16" y="3172"/>
                    </a:cubicBezTo>
                    <a:lnTo>
                      <a:pt x="3331" y="17"/>
                    </a:lnTo>
                    <a:lnTo>
                      <a:pt x="3331" y="1"/>
                    </a:ln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4" name="Google Shape;1094;p18"/>
              <p:cNvSpPr/>
              <p:nvPr/>
            </p:nvSpPr>
            <p:spPr>
              <a:xfrm flipH="1">
                <a:off x="1906619" y="2771769"/>
                <a:ext cx="254025" cy="244620"/>
              </a:xfrm>
              <a:custGeom>
                <a:avLst/>
                <a:gdLst/>
                <a:ahLst/>
                <a:cxnLst/>
                <a:rect l="l" t="t" r="r" b="b"/>
                <a:pathLst>
                  <a:path w="3322" h="3199" extrusionOk="0">
                    <a:moveTo>
                      <a:pt x="3312" y="0"/>
                    </a:moveTo>
                    <a:cubicBezTo>
                      <a:pt x="3310" y="0"/>
                      <a:pt x="3308" y="2"/>
                      <a:pt x="3308" y="6"/>
                    </a:cubicBezTo>
                    <a:lnTo>
                      <a:pt x="7" y="3185"/>
                    </a:lnTo>
                    <a:cubicBezTo>
                      <a:pt x="0" y="3185"/>
                      <a:pt x="0" y="3192"/>
                      <a:pt x="7" y="3199"/>
                    </a:cubicBezTo>
                    <a:lnTo>
                      <a:pt x="21" y="3199"/>
                    </a:lnTo>
                    <a:lnTo>
                      <a:pt x="3322" y="21"/>
                    </a:lnTo>
                    <a:lnTo>
                      <a:pt x="3322" y="6"/>
                    </a:lnTo>
                    <a:cubicBezTo>
                      <a:pt x="3318" y="2"/>
                      <a:pt x="3315" y="0"/>
                      <a:pt x="3312" y="0"/>
                    </a:cubicBez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5" name="Google Shape;1095;p18"/>
              <p:cNvSpPr/>
              <p:nvPr/>
            </p:nvSpPr>
            <p:spPr>
              <a:xfrm flipH="1">
                <a:off x="1982781" y="2748599"/>
                <a:ext cx="253031" cy="245690"/>
              </a:xfrm>
              <a:custGeom>
                <a:avLst/>
                <a:gdLst/>
                <a:ahLst/>
                <a:cxnLst/>
                <a:rect l="l" t="t" r="r" b="b"/>
                <a:pathLst>
                  <a:path w="3309" h="3213" extrusionOk="0">
                    <a:moveTo>
                      <a:pt x="3299" y="0"/>
                    </a:moveTo>
                    <a:cubicBezTo>
                      <a:pt x="3296" y="0"/>
                      <a:pt x="3294" y="2"/>
                      <a:pt x="3294" y="5"/>
                    </a:cubicBezTo>
                    <a:lnTo>
                      <a:pt x="7" y="3198"/>
                    </a:lnTo>
                    <a:cubicBezTo>
                      <a:pt x="0" y="3198"/>
                      <a:pt x="0" y="3205"/>
                      <a:pt x="7" y="3212"/>
                    </a:cubicBezTo>
                    <a:lnTo>
                      <a:pt x="21" y="3212"/>
                    </a:lnTo>
                    <a:lnTo>
                      <a:pt x="3308" y="21"/>
                    </a:lnTo>
                    <a:lnTo>
                      <a:pt x="3308" y="5"/>
                    </a:lnTo>
                    <a:cubicBezTo>
                      <a:pt x="3305" y="2"/>
                      <a:pt x="3301" y="0"/>
                      <a:pt x="3299" y="0"/>
                    </a:cubicBez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6" name="Google Shape;1096;p18"/>
              <p:cNvSpPr/>
              <p:nvPr/>
            </p:nvSpPr>
            <p:spPr>
              <a:xfrm flipH="1">
                <a:off x="2059020" y="2725200"/>
                <a:ext cx="251960" cy="247066"/>
              </a:xfrm>
              <a:custGeom>
                <a:avLst/>
                <a:gdLst/>
                <a:ahLst/>
                <a:cxnLst/>
                <a:rect l="l" t="t" r="r" b="b"/>
                <a:pathLst>
                  <a:path w="3295" h="3231" extrusionOk="0">
                    <a:moveTo>
                      <a:pt x="3280" y="1"/>
                    </a:moveTo>
                    <a:lnTo>
                      <a:pt x="1" y="3215"/>
                    </a:lnTo>
                    <a:lnTo>
                      <a:pt x="1" y="3230"/>
                    </a:lnTo>
                    <a:lnTo>
                      <a:pt x="16" y="3230"/>
                    </a:lnTo>
                    <a:lnTo>
                      <a:pt x="3294" y="15"/>
                    </a:lnTo>
                    <a:lnTo>
                      <a:pt x="3294" y="1"/>
                    </a:ln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7" name="Google Shape;1097;p18"/>
              <p:cNvSpPr/>
              <p:nvPr/>
            </p:nvSpPr>
            <p:spPr>
              <a:xfrm flipH="1">
                <a:off x="1557469" y="2774446"/>
                <a:ext cx="655174" cy="183904"/>
              </a:xfrm>
              <a:custGeom>
                <a:avLst/>
                <a:gdLst/>
                <a:ahLst/>
                <a:cxnLst/>
                <a:rect l="l" t="t" r="r" b="b"/>
                <a:pathLst>
                  <a:path w="8568" h="2405" extrusionOk="0">
                    <a:moveTo>
                      <a:pt x="15" y="0"/>
                    </a:moveTo>
                    <a:cubicBezTo>
                      <a:pt x="8" y="0"/>
                      <a:pt x="1" y="0"/>
                      <a:pt x="1" y="7"/>
                    </a:cubicBezTo>
                    <a:cubicBezTo>
                      <a:pt x="1" y="7"/>
                      <a:pt x="1" y="14"/>
                      <a:pt x="8" y="14"/>
                    </a:cubicBezTo>
                    <a:lnTo>
                      <a:pt x="8552" y="2404"/>
                    </a:lnTo>
                    <a:cubicBezTo>
                      <a:pt x="8559" y="2404"/>
                      <a:pt x="8559" y="2404"/>
                      <a:pt x="8568" y="2398"/>
                    </a:cubicBezTo>
                    <a:cubicBezTo>
                      <a:pt x="8568" y="2391"/>
                      <a:pt x="8559" y="2391"/>
                      <a:pt x="8559" y="2384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8" name="Google Shape;1098;p18"/>
              <p:cNvSpPr/>
              <p:nvPr/>
            </p:nvSpPr>
            <p:spPr>
              <a:xfrm flipH="1">
                <a:off x="1673394" y="2882725"/>
                <a:ext cx="655709" cy="184440"/>
              </a:xfrm>
              <a:custGeom>
                <a:avLst/>
                <a:gdLst/>
                <a:ahLst/>
                <a:cxnLst/>
                <a:rect l="l" t="t" r="r" b="b"/>
                <a:pathLst>
                  <a:path w="8575" h="2412" extrusionOk="0">
                    <a:moveTo>
                      <a:pt x="14" y="0"/>
                    </a:moveTo>
                    <a:lnTo>
                      <a:pt x="7" y="7"/>
                    </a:lnTo>
                    <a:cubicBezTo>
                      <a:pt x="0" y="14"/>
                      <a:pt x="7" y="21"/>
                      <a:pt x="14" y="21"/>
                    </a:cubicBezTo>
                    <a:lnTo>
                      <a:pt x="8558" y="2412"/>
                    </a:lnTo>
                    <a:lnTo>
                      <a:pt x="8565" y="2405"/>
                    </a:lnTo>
                    <a:cubicBezTo>
                      <a:pt x="8574" y="2398"/>
                      <a:pt x="8565" y="2391"/>
                      <a:pt x="8558" y="2391"/>
                    </a:cubicBez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9" name="Google Shape;1099;p18"/>
              <p:cNvSpPr/>
              <p:nvPr/>
            </p:nvSpPr>
            <p:spPr>
              <a:xfrm flipH="1">
                <a:off x="1628737" y="2826368"/>
                <a:ext cx="655174" cy="184440"/>
              </a:xfrm>
              <a:custGeom>
                <a:avLst/>
                <a:gdLst/>
                <a:ahLst/>
                <a:cxnLst/>
                <a:rect l="l" t="t" r="r" b="b"/>
                <a:pathLst>
                  <a:path w="8568" h="2412" extrusionOk="0">
                    <a:moveTo>
                      <a:pt x="16" y="1"/>
                    </a:moveTo>
                    <a:cubicBezTo>
                      <a:pt x="9" y="1"/>
                      <a:pt x="0" y="1"/>
                      <a:pt x="0" y="8"/>
                    </a:cubicBezTo>
                    <a:cubicBezTo>
                      <a:pt x="0" y="14"/>
                      <a:pt x="0" y="21"/>
                      <a:pt x="9" y="21"/>
                    </a:cubicBezTo>
                    <a:lnTo>
                      <a:pt x="8553" y="2412"/>
                    </a:lnTo>
                    <a:cubicBezTo>
                      <a:pt x="8560" y="2412"/>
                      <a:pt x="8567" y="2405"/>
                      <a:pt x="8567" y="2405"/>
                    </a:cubicBezTo>
                    <a:cubicBezTo>
                      <a:pt x="8567" y="2398"/>
                      <a:pt x="8567" y="2391"/>
                      <a:pt x="8560" y="2391"/>
                    </a:cubicBezTo>
                    <a:lnTo>
                      <a:pt x="16" y="1"/>
                    </a:ln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0" name="Google Shape;1100;p18"/>
              <p:cNvSpPr/>
              <p:nvPr/>
            </p:nvSpPr>
            <p:spPr>
              <a:xfrm flipH="1">
                <a:off x="1514342" y="2884866"/>
                <a:ext cx="877770" cy="267407"/>
              </a:xfrm>
              <a:custGeom>
                <a:avLst/>
                <a:gdLst/>
                <a:ahLst/>
                <a:cxnLst/>
                <a:rect l="l" t="t" r="r" b="b"/>
                <a:pathLst>
                  <a:path w="11479" h="3497" extrusionOk="0">
                    <a:moveTo>
                      <a:pt x="11182" y="0"/>
                    </a:moveTo>
                    <a:lnTo>
                      <a:pt x="224" y="456"/>
                    </a:lnTo>
                    <a:lnTo>
                      <a:pt x="1" y="1394"/>
                    </a:lnTo>
                    <a:lnTo>
                      <a:pt x="8185" y="3497"/>
                    </a:lnTo>
                    <a:lnTo>
                      <a:pt x="11478" y="87"/>
                    </a:lnTo>
                    <a:lnTo>
                      <a:pt x="11182" y="0"/>
                    </a:lnTo>
                    <a:close/>
                  </a:path>
                </a:pathLst>
              </a:custGeom>
              <a:solidFill>
                <a:srgbClr val="212529">
                  <a:alpha val="18823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1" name="Google Shape;1101;p18"/>
              <p:cNvSpPr/>
              <p:nvPr/>
            </p:nvSpPr>
            <p:spPr>
              <a:xfrm flipH="1">
                <a:off x="1471903" y="2888689"/>
                <a:ext cx="955614" cy="318181"/>
              </a:xfrm>
              <a:custGeom>
                <a:avLst/>
                <a:gdLst/>
                <a:ahLst/>
                <a:cxnLst/>
                <a:rect l="l" t="t" r="r" b="b"/>
                <a:pathLst>
                  <a:path w="12497" h="4161" extrusionOk="0">
                    <a:moveTo>
                      <a:pt x="12338" y="0"/>
                    </a:moveTo>
                    <a:lnTo>
                      <a:pt x="8582" y="3180"/>
                    </a:lnTo>
                    <a:lnTo>
                      <a:pt x="1" y="839"/>
                    </a:lnTo>
                    <a:lnTo>
                      <a:pt x="138" y="1517"/>
                    </a:lnTo>
                    <a:lnTo>
                      <a:pt x="8821" y="4161"/>
                    </a:lnTo>
                    <a:lnTo>
                      <a:pt x="12496" y="760"/>
                    </a:lnTo>
                    <a:lnTo>
                      <a:pt x="12338" y="0"/>
                    </a:ln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2" name="Google Shape;1102;p18"/>
              <p:cNvSpPr/>
              <p:nvPr/>
            </p:nvSpPr>
            <p:spPr>
              <a:xfrm flipH="1">
                <a:off x="1483985" y="2686507"/>
                <a:ext cx="943532" cy="465764"/>
              </a:xfrm>
              <a:custGeom>
                <a:avLst/>
                <a:gdLst/>
                <a:ahLst/>
                <a:cxnLst/>
                <a:rect l="l" t="t" r="r" b="b"/>
                <a:pathLst>
                  <a:path w="12339" h="6091" extrusionOk="0">
                    <a:moveTo>
                      <a:pt x="3671" y="507"/>
                    </a:moveTo>
                    <a:lnTo>
                      <a:pt x="11472" y="2847"/>
                    </a:lnTo>
                    <a:lnTo>
                      <a:pt x="8525" y="5591"/>
                    </a:lnTo>
                    <a:lnTo>
                      <a:pt x="847" y="3274"/>
                    </a:lnTo>
                    <a:lnTo>
                      <a:pt x="3671" y="507"/>
                    </a:lnTo>
                    <a:close/>
                    <a:moveTo>
                      <a:pt x="3548" y="1"/>
                    </a:moveTo>
                    <a:lnTo>
                      <a:pt x="1" y="3483"/>
                    </a:lnTo>
                    <a:lnTo>
                      <a:pt x="8648" y="6091"/>
                    </a:lnTo>
                    <a:lnTo>
                      <a:pt x="12338" y="2644"/>
                    </a:lnTo>
                    <a:lnTo>
                      <a:pt x="354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3" name="Google Shape;1103;p18"/>
              <p:cNvSpPr/>
              <p:nvPr/>
            </p:nvSpPr>
            <p:spPr>
              <a:xfrm flipH="1">
                <a:off x="852740" y="2897024"/>
                <a:ext cx="915775" cy="478381"/>
              </a:xfrm>
              <a:custGeom>
                <a:avLst/>
                <a:gdLst/>
                <a:ahLst/>
                <a:cxnLst/>
                <a:rect l="l" t="t" r="r" b="b"/>
                <a:pathLst>
                  <a:path w="11976" h="6256" extrusionOk="0">
                    <a:moveTo>
                      <a:pt x="3308" y="1"/>
                    </a:moveTo>
                    <a:lnTo>
                      <a:pt x="0" y="3315"/>
                    </a:lnTo>
                    <a:lnTo>
                      <a:pt x="260" y="3764"/>
                    </a:lnTo>
                    <a:lnTo>
                      <a:pt x="8508" y="6255"/>
                    </a:lnTo>
                    <a:lnTo>
                      <a:pt x="11975" y="3005"/>
                    </a:lnTo>
                    <a:lnTo>
                      <a:pt x="11738" y="2457"/>
                    </a:lnTo>
                    <a:lnTo>
                      <a:pt x="3308" y="1"/>
                    </a:lnTo>
                    <a:close/>
                  </a:path>
                </a:pathLst>
              </a:custGeom>
              <a:solidFill>
                <a:srgbClr val="1866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4" name="Google Shape;1104;p18"/>
              <p:cNvSpPr/>
              <p:nvPr/>
            </p:nvSpPr>
            <p:spPr>
              <a:xfrm flipH="1">
                <a:off x="957573" y="3058449"/>
                <a:ext cx="258078" cy="239114"/>
              </a:xfrm>
              <a:custGeom>
                <a:avLst/>
                <a:gdLst/>
                <a:ahLst/>
                <a:cxnLst/>
                <a:rect l="l" t="t" r="r" b="b"/>
                <a:pathLst>
                  <a:path w="3375" h="3127" extrusionOk="0">
                    <a:moveTo>
                      <a:pt x="3361" y="1"/>
                    </a:moveTo>
                    <a:cubicBezTo>
                      <a:pt x="3358" y="1"/>
                      <a:pt x="3355" y="3"/>
                      <a:pt x="3352" y="6"/>
                    </a:cubicBezTo>
                    <a:lnTo>
                      <a:pt x="1" y="3111"/>
                    </a:lnTo>
                    <a:lnTo>
                      <a:pt x="1" y="3127"/>
                    </a:lnTo>
                    <a:lnTo>
                      <a:pt x="15" y="3127"/>
                    </a:lnTo>
                    <a:lnTo>
                      <a:pt x="3365" y="20"/>
                    </a:lnTo>
                    <a:cubicBezTo>
                      <a:pt x="3374" y="20"/>
                      <a:pt x="3374" y="13"/>
                      <a:pt x="3365" y="6"/>
                    </a:cubicBezTo>
                    <a:cubicBezTo>
                      <a:pt x="3365" y="3"/>
                      <a:pt x="3364" y="1"/>
                      <a:pt x="3361" y="1"/>
                    </a:cubicBez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5" name="Google Shape;1105;p18"/>
              <p:cNvSpPr/>
              <p:nvPr/>
            </p:nvSpPr>
            <p:spPr>
              <a:xfrm flipH="1">
                <a:off x="1033812" y="3035279"/>
                <a:ext cx="257007" cy="240567"/>
              </a:xfrm>
              <a:custGeom>
                <a:avLst/>
                <a:gdLst/>
                <a:ahLst/>
                <a:cxnLst/>
                <a:rect l="l" t="t" r="r" b="b"/>
                <a:pathLst>
                  <a:path w="3361" h="3146" extrusionOk="0">
                    <a:moveTo>
                      <a:pt x="3347" y="1"/>
                    </a:moveTo>
                    <a:cubicBezTo>
                      <a:pt x="3345" y="1"/>
                      <a:pt x="3341" y="2"/>
                      <a:pt x="3338" y="6"/>
                    </a:cubicBezTo>
                    <a:lnTo>
                      <a:pt x="1" y="3126"/>
                    </a:lnTo>
                    <a:lnTo>
                      <a:pt x="1" y="3140"/>
                    </a:lnTo>
                    <a:cubicBezTo>
                      <a:pt x="4" y="3143"/>
                      <a:pt x="6" y="3145"/>
                      <a:pt x="8" y="3145"/>
                    </a:cubicBezTo>
                    <a:cubicBezTo>
                      <a:pt x="9" y="3145"/>
                      <a:pt x="11" y="3143"/>
                      <a:pt x="15" y="3140"/>
                    </a:cubicBezTo>
                    <a:lnTo>
                      <a:pt x="3352" y="20"/>
                    </a:lnTo>
                    <a:cubicBezTo>
                      <a:pt x="3360" y="13"/>
                      <a:pt x="3360" y="6"/>
                      <a:pt x="3352" y="6"/>
                    </a:cubicBezTo>
                    <a:cubicBezTo>
                      <a:pt x="3352" y="2"/>
                      <a:pt x="3350" y="1"/>
                      <a:pt x="3347" y="1"/>
                    </a:cubicBez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6" name="Google Shape;1106;p18"/>
              <p:cNvSpPr/>
              <p:nvPr/>
            </p:nvSpPr>
            <p:spPr>
              <a:xfrm flipH="1">
                <a:off x="1110050" y="3011956"/>
                <a:ext cx="256472" cy="241867"/>
              </a:xfrm>
              <a:custGeom>
                <a:avLst/>
                <a:gdLst/>
                <a:ahLst/>
                <a:cxnLst/>
                <a:rect l="l" t="t" r="r" b="b"/>
                <a:pathLst>
                  <a:path w="3354" h="3163" extrusionOk="0">
                    <a:moveTo>
                      <a:pt x="3331" y="1"/>
                    </a:moveTo>
                    <a:lnTo>
                      <a:pt x="8" y="3142"/>
                    </a:lnTo>
                    <a:cubicBezTo>
                      <a:pt x="1" y="3149"/>
                      <a:pt x="1" y="3156"/>
                      <a:pt x="8" y="3156"/>
                    </a:cubicBezTo>
                    <a:cubicBezTo>
                      <a:pt x="8" y="3160"/>
                      <a:pt x="10" y="3162"/>
                      <a:pt x="13" y="3162"/>
                    </a:cubicBezTo>
                    <a:cubicBezTo>
                      <a:pt x="16" y="3162"/>
                      <a:pt x="20" y="3160"/>
                      <a:pt x="23" y="3156"/>
                    </a:cubicBezTo>
                    <a:lnTo>
                      <a:pt x="3345" y="14"/>
                    </a:lnTo>
                    <a:cubicBezTo>
                      <a:pt x="3354" y="14"/>
                      <a:pt x="3354" y="7"/>
                      <a:pt x="3345" y="1"/>
                    </a:cubicBez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7" name="Google Shape;1107;p18"/>
              <p:cNvSpPr/>
              <p:nvPr/>
            </p:nvSpPr>
            <p:spPr>
              <a:xfrm flipH="1">
                <a:off x="1186289" y="2988786"/>
                <a:ext cx="255249" cy="242861"/>
              </a:xfrm>
              <a:custGeom>
                <a:avLst/>
                <a:gdLst/>
                <a:ahLst/>
                <a:cxnLst/>
                <a:rect l="l" t="t" r="r" b="b"/>
                <a:pathLst>
                  <a:path w="3338" h="3176" extrusionOk="0">
                    <a:moveTo>
                      <a:pt x="3315" y="0"/>
                    </a:moveTo>
                    <a:lnTo>
                      <a:pt x="8" y="3155"/>
                    </a:lnTo>
                    <a:cubicBezTo>
                      <a:pt x="1" y="3164"/>
                      <a:pt x="1" y="3171"/>
                      <a:pt x="1" y="3171"/>
                    </a:cubicBezTo>
                    <a:cubicBezTo>
                      <a:pt x="4" y="3174"/>
                      <a:pt x="8" y="3176"/>
                      <a:pt x="10" y="3176"/>
                    </a:cubicBezTo>
                    <a:cubicBezTo>
                      <a:pt x="13" y="3176"/>
                      <a:pt x="15" y="3174"/>
                      <a:pt x="15" y="3171"/>
                    </a:cubicBezTo>
                    <a:lnTo>
                      <a:pt x="3329" y="14"/>
                    </a:lnTo>
                    <a:cubicBezTo>
                      <a:pt x="3338" y="14"/>
                      <a:pt x="3338" y="7"/>
                      <a:pt x="3329" y="0"/>
                    </a:cubicBez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8" name="Google Shape;1108;p18"/>
              <p:cNvSpPr/>
              <p:nvPr/>
            </p:nvSpPr>
            <p:spPr>
              <a:xfrm flipH="1">
                <a:off x="1262528" y="2965081"/>
                <a:ext cx="254178" cy="244620"/>
              </a:xfrm>
              <a:custGeom>
                <a:avLst/>
                <a:gdLst/>
                <a:ahLst/>
                <a:cxnLst/>
                <a:rect l="l" t="t" r="r" b="b"/>
                <a:pathLst>
                  <a:path w="3324" h="3199" extrusionOk="0">
                    <a:moveTo>
                      <a:pt x="3311" y="0"/>
                    </a:moveTo>
                    <a:cubicBezTo>
                      <a:pt x="3308" y="0"/>
                      <a:pt x="3305" y="2"/>
                      <a:pt x="3301" y="7"/>
                    </a:cubicBezTo>
                    <a:lnTo>
                      <a:pt x="1" y="3177"/>
                    </a:lnTo>
                    <a:lnTo>
                      <a:pt x="1" y="3191"/>
                    </a:lnTo>
                    <a:cubicBezTo>
                      <a:pt x="8" y="3198"/>
                      <a:pt x="15" y="3198"/>
                      <a:pt x="15" y="3198"/>
                    </a:cubicBezTo>
                    <a:lnTo>
                      <a:pt x="3315" y="21"/>
                    </a:lnTo>
                    <a:cubicBezTo>
                      <a:pt x="3324" y="14"/>
                      <a:pt x="3324" y="7"/>
                      <a:pt x="3315" y="7"/>
                    </a:cubicBezTo>
                    <a:cubicBezTo>
                      <a:pt x="3315" y="2"/>
                      <a:pt x="3314" y="0"/>
                      <a:pt x="3311" y="0"/>
                    </a:cubicBez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9" name="Google Shape;1109;p18"/>
              <p:cNvSpPr/>
              <p:nvPr/>
            </p:nvSpPr>
            <p:spPr>
              <a:xfrm flipH="1">
                <a:off x="1338690" y="2941835"/>
                <a:ext cx="253719" cy="245843"/>
              </a:xfrm>
              <a:custGeom>
                <a:avLst/>
                <a:gdLst/>
                <a:ahLst/>
                <a:cxnLst/>
                <a:rect l="l" t="t" r="r" b="b"/>
                <a:pathLst>
                  <a:path w="3318" h="3215" extrusionOk="0">
                    <a:moveTo>
                      <a:pt x="3302" y="1"/>
                    </a:moveTo>
                    <a:cubicBezTo>
                      <a:pt x="3300" y="1"/>
                      <a:pt x="3298" y="3"/>
                      <a:pt x="3295" y="7"/>
                    </a:cubicBezTo>
                    <a:lnTo>
                      <a:pt x="8" y="3199"/>
                    </a:lnTo>
                    <a:cubicBezTo>
                      <a:pt x="1" y="3199"/>
                      <a:pt x="1" y="3206"/>
                      <a:pt x="8" y="3214"/>
                    </a:cubicBezTo>
                    <a:lnTo>
                      <a:pt x="24" y="3214"/>
                    </a:lnTo>
                    <a:lnTo>
                      <a:pt x="3309" y="21"/>
                    </a:lnTo>
                    <a:cubicBezTo>
                      <a:pt x="3317" y="14"/>
                      <a:pt x="3317" y="7"/>
                      <a:pt x="3309" y="7"/>
                    </a:cubicBezTo>
                    <a:cubicBezTo>
                      <a:pt x="3305" y="3"/>
                      <a:pt x="3303" y="1"/>
                      <a:pt x="3302" y="1"/>
                    </a:cubicBez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0" name="Google Shape;1110;p18"/>
              <p:cNvSpPr/>
              <p:nvPr/>
            </p:nvSpPr>
            <p:spPr>
              <a:xfrm flipH="1">
                <a:off x="1414929" y="2918512"/>
                <a:ext cx="252572" cy="246990"/>
              </a:xfrm>
              <a:custGeom>
                <a:avLst/>
                <a:gdLst/>
                <a:ahLst/>
                <a:cxnLst/>
                <a:rect l="l" t="t" r="r" b="b"/>
                <a:pathLst>
                  <a:path w="3303" h="3230" extrusionOk="0">
                    <a:moveTo>
                      <a:pt x="3280" y="0"/>
                    </a:moveTo>
                    <a:lnTo>
                      <a:pt x="9" y="3216"/>
                    </a:lnTo>
                    <a:cubicBezTo>
                      <a:pt x="0" y="3216"/>
                      <a:pt x="0" y="3223"/>
                      <a:pt x="9" y="3230"/>
                    </a:cubicBezTo>
                    <a:lnTo>
                      <a:pt x="23" y="3230"/>
                    </a:lnTo>
                    <a:lnTo>
                      <a:pt x="3294" y="16"/>
                    </a:lnTo>
                    <a:cubicBezTo>
                      <a:pt x="3302" y="16"/>
                      <a:pt x="3302" y="9"/>
                      <a:pt x="3294" y="0"/>
                    </a:cubicBez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1" name="Google Shape;1111;p18"/>
              <p:cNvSpPr/>
              <p:nvPr/>
            </p:nvSpPr>
            <p:spPr>
              <a:xfrm flipH="1">
                <a:off x="913989" y="2967452"/>
                <a:ext cx="655174" cy="184287"/>
              </a:xfrm>
              <a:custGeom>
                <a:avLst/>
                <a:gdLst/>
                <a:ahLst/>
                <a:cxnLst/>
                <a:rect l="l" t="t" r="r" b="b"/>
                <a:pathLst>
                  <a:path w="8568" h="2410" extrusionOk="0">
                    <a:moveTo>
                      <a:pt x="8" y="1"/>
                    </a:moveTo>
                    <a:cubicBezTo>
                      <a:pt x="4" y="1"/>
                      <a:pt x="0" y="6"/>
                      <a:pt x="0" y="10"/>
                    </a:cubicBezTo>
                    <a:cubicBezTo>
                      <a:pt x="0" y="10"/>
                      <a:pt x="0" y="19"/>
                      <a:pt x="7" y="19"/>
                    </a:cubicBezTo>
                    <a:lnTo>
                      <a:pt x="8552" y="2410"/>
                    </a:lnTo>
                    <a:cubicBezTo>
                      <a:pt x="8560" y="2410"/>
                      <a:pt x="8567" y="2410"/>
                      <a:pt x="8567" y="2403"/>
                    </a:cubicBezTo>
                    <a:cubicBezTo>
                      <a:pt x="8567" y="2394"/>
                      <a:pt x="8567" y="2394"/>
                      <a:pt x="8560" y="2387"/>
                    </a:cubicBezTo>
                    <a:lnTo>
                      <a:pt x="14" y="4"/>
                    </a:lnTo>
                    <a:cubicBezTo>
                      <a:pt x="12" y="1"/>
                      <a:pt x="10" y="1"/>
                      <a:pt x="8" y="1"/>
                    </a:cubicBez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2" name="Google Shape;1112;p18"/>
              <p:cNvSpPr/>
              <p:nvPr/>
            </p:nvSpPr>
            <p:spPr>
              <a:xfrm flipH="1">
                <a:off x="1029991" y="3075960"/>
                <a:ext cx="655174" cy="184593"/>
              </a:xfrm>
              <a:custGeom>
                <a:avLst/>
                <a:gdLst/>
                <a:ahLst/>
                <a:cxnLst/>
                <a:rect l="l" t="t" r="r" b="b"/>
                <a:pathLst>
                  <a:path w="8568" h="2414" extrusionOk="0">
                    <a:moveTo>
                      <a:pt x="14" y="1"/>
                    </a:moveTo>
                    <a:cubicBezTo>
                      <a:pt x="7" y="1"/>
                      <a:pt x="1" y="1"/>
                      <a:pt x="1" y="8"/>
                    </a:cubicBezTo>
                    <a:cubicBezTo>
                      <a:pt x="1" y="15"/>
                      <a:pt x="1" y="22"/>
                      <a:pt x="7" y="22"/>
                    </a:cubicBezTo>
                    <a:lnTo>
                      <a:pt x="8552" y="2414"/>
                    </a:lnTo>
                    <a:cubicBezTo>
                      <a:pt x="8561" y="2414"/>
                      <a:pt x="8561" y="2405"/>
                      <a:pt x="8568" y="2405"/>
                    </a:cubicBezTo>
                    <a:cubicBezTo>
                      <a:pt x="8568" y="2398"/>
                      <a:pt x="8561" y="2391"/>
                      <a:pt x="8561" y="2391"/>
                    </a:cubicBezTo>
                    <a:lnTo>
                      <a:pt x="14" y="1"/>
                    </a:ln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3" name="Google Shape;1113;p18"/>
              <p:cNvSpPr/>
              <p:nvPr/>
            </p:nvSpPr>
            <p:spPr>
              <a:xfrm flipH="1">
                <a:off x="985334" y="3019680"/>
                <a:ext cx="655021" cy="184593"/>
              </a:xfrm>
              <a:custGeom>
                <a:avLst/>
                <a:gdLst/>
                <a:ahLst/>
                <a:cxnLst/>
                <a:rect l="l" t="t" r="r" b="b"/>
                <a:pathLst>
                  <a:path w="8566" h="2414" extrusionOk="0">
                    <a:moveTo>
                      <a:pt x="14" y="0"/>
                    </a:moveTo>
                    <a:cubicBezTo>
                      <a:pt x="7" y="0"/>
                      <a:pt x="7" y="0"/>
                      <a:pt x="0" y="7"/>
                    </a:cubicBezTo>
                    <a:cubicBezTo>
                      <a:pt x="0" y="14"/>
                      <a:pt x="7" y="21"/>
                      <a:pt x="7" y="21"/>
                    </a:cubicBezTo>
                    <a:lnTo>
                      <a:pt x="8552" y="2413"/>
                    </a:lnTo>
                    <a:cubicBezTo>
                      <a:pt x="8559" y="2413"/>
                      <a:pt x="8566" y="2404"/>
                      <a:pt x="8566" y="2404"/>
                    </a:cubicBezTo>
                    <a:cubicBezTo>
                      <a:pt x="8566" y="2398"/>
                      <a:pt x="8566" y="2391"/>
                      <a:pt x="8559" y="2391"/>
                    </a:cubicBez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4" name="Google Shape;1114;p18"/>
              <p:cNvSpPr/>
              <p:nvPr/>
            </p:nvSpPr>
            <p:spPr>
              <a:xfrm flipH="1">
                <a:off x="870940" y="3078254"/>
                <a:ext cx="877694" cy="267330"/>
              </a:xfrm>
              <a:custGeom>
                <a:avLst/>
                <a:gdLst/>
                <a:ahLst/>
                <a:cxnLst/>
                <a:rect l="l" t="t" r="r" b="b"/>
                <a:pathLst>
                  <a:path w="11478" h="3496" extrusionOk="0">
                    <a:moveTo>
                      <a:pt x="11181" y="0"/>
                    </a:moveTo>
                    <a:lnTo>
                      <a:pt x="224" y="454"/>
                    </a:lnTo>
                    <a:lnTo>
                      <a:pt x="0" y="1394"/>
                    </a:lnTo>
                    <a:lnTo>
                      <a:pt x="8184" y="3495"/>
                    </a:lnTo>
                    <a:lnTo>
                      <a:pt x="11478" y="87"/>
                    </a:lnTo>
                    <a:lnTo>
                      <a:pt x="11181" y="0"/>
                    </a:lnTo>
                    <a:close/>
                  </a:path>
                </a:pathLst>
              </a:custGeom>
              <a:solidFill>
                <a:srgbClr val="212529">
                  <a:alpha val="18823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5" name="Google Shape;1115;p18"/>
              <p:cNvSpPr/>
              <p:nvPr/>
            </p:nvSpPr>
            <p:spPr>
              <a:xfrm flipH="1">
                <a:off x="828347" y="3082078"/>
                <a:ext cx="955691" cy="318181"/>
              </a:xfrm>
              <a:custGeom>
                <a:avLst/>
                <a:gdLst/>
                <a:ahLst/>
                <a:cxnLst/>
                <a:rect l="l" t="t" r="r" b="b"/>
                <a:pathLst>
                  <a:path w="12498" h="4161" extrusionOk="0">
                    <a:moveTo>
                      <a:pt x="12338" y="1"/>
                    </a:moveTo>
                    <a:lnTo>
                      <a:pt x="8581" y="3178"/>
                    </a:lnTo>
                    <a:lnTo>
                      <a:pt x="0" y="838"/>
                    </a:lnTo>
                    <a:lnTo>
                      <a:pt x="0" y="838"/>
                    </a:lnTo>
                    <a:lnTo>
                      <a:pt x="137" y="1517"/>
                    </a:lnTo>
                    <a:lnTo>
                      <a:pt x="8820" y="4161"/>
                    </a:lnTo>
                    <a:lnTo>
                      <a:pt x="12497" y="758"/>
                    </a:lnTo>
                    <a:lnTo>
                      <a:pt x="12338" y="1"/>
                    </a:lnTo>
                    <a:close/>
                  </a:path>
                </a:pathLst>
              </a:custGeom>
              <a:solidFill>
                <a:srgbClr val="DEE8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6" name="Google Shape;1116;p18"/>
              <p:cNvSpPr/>
              <p:nvPr/>
            </p:nvSpPr>
            <p:spPr>
              <a:xfrm flipH="1">
                <a:off x="840582" y="2879895"/>
                <a:ext cx="943456" cy="465687"/>
              </a:xfrm>
              <a:custGeom>
                <a:avLst/>
                <a:gdLst/>
                <a:ahLst/>
                <a:cxnLst/>
                <a:rect l="l" t="t" r="r" b="b"/>
                <a:pathLst>
                  <a:path w="12338" h="6090" extrusionOk="0">
                    <a:moveTo>
                      <a:pt x="3670" y="505"/>
                    </a:moveTo>
                    <a:lnTo>
                      <a:pt x="11471" y="2846"/>
                    </a:lnTo>
                    <a:lnTo>
                      <a:pt x="8531" y="5592"/>
                    </a:lnTo>
                    <a:lnTo>
                      <a:pt x="846" y="3272"/>
                    </a:lnTo>
                    <a:lnTo>
                      <a:pt x="3670" y="505"/>
                    </a:lnTo>
                    <a:close/>
                    <a:moveTo>
                      <a:pt x="3547" y="1"/>
                    </a:moveTo>
                    <a:lnTo>
                      <a:pt x="0" y="3482"/>
                    </a:lnTo>
                    <a:lnTo>
                      <a:pt x="8647" y="6089"/>
                    </a:lnTo>
                    <a:lnTo>
                      <a:pt x="12338" y="2645"/>
                    </a:lnTo>
                    <a:lnTo>
                      <a:pt x="354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17" name="Google Shape;1117;p18"/>
          <p:cNvGrpSpPr/>
          <p:nvPr/>
        </p:nvGrpSpPr>
        <p:grpSpPr>
          <a:xfrm rot="-5400000">
            <a:off x="5110824" y="1688792"/>
            <a:ext cx="592508" cy="540786"/>
            <a:chOff x="4783350" y="5161650"/>
            <a:chExt cx="195825" cy="178725"/>
          </a:xfrm>
        </p:grpSpPr>
        <p:sp>
          <p:nvSpPr>
            <p:cNvPr id="1118" name="Google Shape;1118;p18"/>
            <p:cNvSpPr/>
            <p:nvPr/>
          </p:nvSpPr>
          <p:spPr>
            <a:xfrm>
              <a:off x="4825625" y="5244125"/>
              <a:ext cx="153550" cy="96250"/>
            </a:xfrm>
            <a:custGeom>
              <a:avLst/>
              <a:gdLst/>
              <a:ahLst/>
              <a:cxnLst/>
              <a:rect l="l" t="t" r="r" b="b"/>
              <a:pathLst>
                <a:path w="6142" h="3850" extrusionOk="0">
                  <a:moveTo>
                    <a:pt x="5439" y="0"/>
                  </a:moveTo>
                  <a:cubicBezTo>
                    <a:pt x="4587" y="0"/>
                    <a:pt x="2947" y="461"/>
                    <a:pt x="1004" y="1744"/>
                  </a:cubicBezTo>
                  <a:cubicBezTo>
                    <a:pt x="557" y="2039"/>
                    <a:pt x="0" y="3555"/>
                    <a:pt x="130" y="3824"/>
                  </a:cubicBezTo>
                  <a:cubicBezTo>
                    <a:pt x="138" y="3842"/>
                    <a:pt x="150" y="3850"/>
                    <a:pt x="164" y="3850"/>
                  </a:cubicBezTo>
                  <a:cubicBezTo>
                    <a:pt x="358" y="3850"/>
                    <a:pt x="1056" y="2292"/>
                    <a:pt x="1056" y="2292"/>
                  </a:cubicBezTo>
                  <a:cubicBezTo>
                    <a:pt x="1056" y="2292"/>
                    <a:pt x="5771" y="992"/>
                    <a:pt x="6047" y="364"/>
                  </a:cubicBezTo>
                  <a:cubicBezTo>
                    <a:pt x="6142" y="142"/>
                    <a:pt x="5912" y="0"/>
                    <a:pt x="5439" y="0"/>
                  </a:cubicBez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18"/>
            <p:cNvSpPr/>
            <p:nvPr/>
          </p:nvSpPr>
          <p:spPr>
            <a:xfrm>
              <a:off x="4783350" y="5161650"/>
              <a:ext cx="119925" cy="141400"/>
            </a:xfrm>
            <a:custGeom>
              <a:avLst/>
              <a:gdLst/>
              <a:ahLst/>
              <a:cxnLst/>
              <a:rect l="l" t="t" r="r" b="b"/>
              <a:pathLst>
                <a:path w="4797" h="5656" extrusionOk="0">
                  <a:moveTo>
                    <a:pt x="4260" y="0"/>
                  </a:moveTo>
                  <a:cubicBezTo>
                    <a:pt x="4234" y="0"/>
                    <a:pt x="4206" y="5"/>
                    <a:pt x="4177" y="16"/>
                  </a:cubicBezTo>
                  <a:cubicBezTo>
                    <a:pt x="3534" y="232"/>
                    <a:pt x="1857" y="4826"/>
                    <a:pt x="1857" y="4826"/>
                  </a:cubicBezTo>
                  <a:cubicBezTo>
                    <a:pt x="1857" y="4826"/>
                    <a:pt x="1" y="5476"/>
                    <a:pt x="254" y="5627"/>
                  </a:cubicBezTo>
                  <a:cubicBezTo>
                    <a:pt x="288" y="5647"/>
                    <a:pt x="347" y="5656"/>
                    <a:pt x="423" y="5656"/>
                  </a:cubicBezTo>
                  <a:cubicBezTo>
                    <a:pt x="908" y="5656"/>
                    <a:pt x="2112" y="5288"/>
                    <a:pt x="2400" y="4920"/>
                  </a:cubicBezTo>
                  <a:cubicBezTo>
                    <a:pt x="4529" y="2204"/>
                    <a:pt x="4797" y="0"/>
                    <a:pt x="4260" y="0"/>
                  </a:cubicBezTo>
                  <a:close/>
                </a:path>
              </a:pathLst>
            </a:custGeom>
            <a:solidFill>
              <a:srgbClr val="FFD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18"/>
            <p:cNvSpPr/>
            <p:nvPr/>
          </p:nvSpPr>
          <p:spPr>
            <a:xfrm>
              <a:off x="4824500" y="5269550"/>
              <a:ext cx="46625" cy="35725"/>
            </a:xfrm>
            <a:custGeom>
              <a:avLst/>
              <a:gdLst/>
              <a:ahLst/>
              <a:cxnLst/>
              <a:rect l="l" t="t" r="r" b="b"/>
              <a:pathLst>
                <a:path w="1865" h="1429" extrusionOk="0">
                  <a:moveTo>
                    <a:pt x="1324" y="1"/>
                  </a:moveTo>
                  <a:cubicBezTo>
                    <a:pt x="845" y="1"/>
                    <a:pt x="0" y="1204"/>
                    <a:pt x="81" y="1398"/>
                  </a:cubicBezTo>
                  <a:cubicBezTo>
                    <a:pt x="90" y="1419"/>
                    <a:pt x="113" y="1429"/>
                    <a:pt x="147" y="1429"/>
                  </a:cubicBezTo>
                  <a:cubicBezTo>
                    <a:pt x="477" y="1429"/>
                    <a:pt x="1865" y="529"/>
                    <a:pt x="1512" y="91"/>
                  </a:cubicBezTo>
                  <a:cubicBezTo>
                    <a:pt x="1460" y="28"/>
                    <a:pt x="1396" y="1"/>
                    <a:pt x="1324" y="1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18"/>
            <p:cNvSpPr/>
            <p:nvPr/>
          </p:nvSpPr>
          <p:spPr>
            <a:xfrm>
              <a:off x="4861550" y="5206850"/>
              <a:ext cx="77325" cy="65450"/>
            </a:xfrm>
            <a:custGeom>
              <a:avLst/>
              <a:gdLst/>
              <a:ahLst/>
              <a:cxnLst/>
              <a:rect l="l" t="t" r="r" b="b"/>
              <a:pathLst>
                <a:path w="3093" h="2618" extrusionOk="0">
                  <a:moveTo>
                    <a:pt x="2257" y="1"/>
                  </a:moveTo>
                  <a:cubicBezTo>
                    <a:pt x="2252" y="1"/>
                    <a:pt x="2246" y="3"/>
                    <a:pt x="2240" y="5"/>
                  </a:cubicBezTo>
                  <a:cubicBezTo>
                    <a:pt x="1619" y="345"/>
                    <a:pt x="1063" y="988"/>
                    <a:pt x="659" y="1552"/>
                  </a:cubicBezTo>
                  <a:cubicBezTo>
                    <a:pt x="253" y="2115"/>
                    <a:pt x="9" y="2585"/>
                    <a:pt x="9" y="2585"/>
                  </a:cubicBezTo>
                  <a:cubicBezTo>
                    <a:pt x="0" y="2599"/>
                    <a:pt x="9" y="2606"/>
                    <a:pt x="16" y="2613"/>
                  </a:cubicBezTo>
                  <a:cubicBezTo>
                    <a:pt x="19" y="2616"/>
                    <a:pt x="24" y="2618"/>
                    <a:pt x="30" y="2618"/>
                  </a:cubicBezTo>
                  <a:cubicBezTo>
                    <a:pt x="35" y="2618"/>
                    <a:pt x="40" y="2616"/>
                    <a:pt x="43" y="2613"/>
                  </a:cubicBezTo>
                  <a:cubicBezTo>
                    <a:pt x="43" y="2613"/>
                    <a:pt x="43" y="2606"/>
                    <a:pt x="59" y="2592"/>
                  </a:cubicBezTo>
                  <a:cubicBezTo>
                    <a:pt x="210" y="2446"/>
                    <a:pt x="1489" y="1219"/>
                    <a:pt x="3070" y="851"/>
                  </a:cubicBezTo>
                  <a:cubicBezTo>
                    <a:pt x="3086" y="851"/>
                    <a:pt x="3093" y="843"/>
                    <a:pt x="3093" y="829"/>
                  </a:cubicBezTo>
                  <a:cubicBezTo>
                    <a:pt x="3086" y="815"/>
                    <a:pt x="3077" y="815"/>
                    <a:pt x="3063" y="815"/>
                  </a:cubicBezTo>
                  <a:cubicBezTo>
                    <a:pt x="2210" y="1009"/>
                    <a:pt x="1446" y="1449"/>
                    <a:pt x="896" y="1848"/>
                  </a:cubicBezTo>
                  <a:cubicBezTo>
                    <a:pt x="513" y="2120"/>
                    <a:pt x="236" y="2371"/>
                    <a:pt x="103" y="2498"/>
                  </a:cubicBezTo>
                  <a:lnTo>
                    <a:pt x="103" y="2498"/>
                  </a:lnTo>
                  <a:cubicBezTo>
                    <a:pt x="204" y="2311"/>
                    <a:pt x="443" y="1909"/>
                    <a:pt x="766" y="1472"/>
                  </a:cubicBezTo>
                  <a:cubicBezTo>
                    <a:pt x="1163" y="938"/>
                    <a:pt x="1683" y="352"/>
                    <a:pt x="2262" y="42"/>
                  </a:cubicBezTo>
                  <a:cubicBezTo>
                    <a:pt x="2276" y="35"/>
                    <a:pt x="2276" y="19"/>
                    <a:pt x="2269" y="12"/>
                  </a:cubicBezTo>
                  <a:cubicBezTo>
                    <a:pt x="2269" y="4"/>
                    <a:pt x="2264" y="1"/>
                    <a:pt x="2257" y="1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2" name="Google Shape;1122;p18"/>
          <p:cNvGrpSpPr/>
          <p:nvPr/>
        </p:nvGrpSpPr>
        <p:grpSpPr>
          <a:xfrm>
            <a:off x="4818156" y="3323402"/>
            <a:ext cx="487591" cy="434706"/>
            <a:chOff x="4356650" y="5185725"/>
            <a:chExt cx="239850" cy="213825"/>
          </a:xfrm>
        </p:grpSpPr>
        <p:sp>
          <p:nvSpPr>
            <p:cNvPr id="1123" name="Google Shape;1123;p18"/>
            <p:cNvSpPr/>
            <p:nvPr/>
          </p:nvSpPr>
          <p:spPr>
            <a:xfrm>
              <a:off x="4437800" y="5317675"/>
              <a:ext cx="46625" cy="44625"/>
            </a:xfrm>
            <a:custGeom>
              <a:avLst/>
              <a:gdLst/>
              <a:ahLst/>
              <a:cxnLst/>
              <a:rect l="l" t="t" r="r" b="b"/>
              <a:pathLst>
                <a:path w="1865" h="1785" extrusionOk="0">
                  <a:moveTo>
                    <a:pt x="1453" y="1"/>
                  </a:moveTo>
                  <a:cubicBezTo>
                    <a:pt x="906" y="1"/>
                    <a:pt x="0" y="1737"/>
                    <a:pt x="265" y="1784"/>
                  </a:cubicBezTo>
                  <a:cubicBezTo>
                    <a:pt x="269" y="1784"/>
                    <a:pt x="273" y="1784"/>
                    <a:pt x="277" y="1784"/>
                  </a:cubicBezTo>
                  <a:cubicBezTo>
                    <a:pt x="590" y="1784"/>
                    <a:pt x="1865" y="236"/>
                    <a:pt x="1588" y="43"/>
                  </a:cubicBezTo>
                  <a:cubicBezTo>
                    <a:pt x="1546" y="14"/>
                    <a:pt x="1501" y="1"/>
                    <a:pt x="1453" y="1"/>
                  </a:cubicBezTo>
                  <a:close/>
                </a:path>
              </a:pathLst>
            </a:custGeom>
            <a:solidFill>
              <a:srgbClr val="0649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18"/>
            <p:cNvSpPr/>
            <p:nvPr/>
          </p:nvSpPr>
          <p:spPr>
            <a:xfrm>
              <a:off x="4476925" y="5245800"/>
              <a:ext cx="46075" cy="73475"/>
            </a:xfrm>
            <a:custGeom>
              <a:avLst/>
              <a:gdLst/>
              <a:ahLst/>
              <a:cxnLst/>
              <a:rect l="l" t="t" r="r" b="b"/>
              <a:pathLst>
                <a:path w="1843" h="2939" extrusionOk="0">
                  <a:moveTo>
                    <a:pt x="896" y="1"/>
                  </a:moveTo>
                  <a:cubicBezTo>
                    <a:pt x="889" y="1"/>
                    <a:pt x="883" y="8"/>
                    <a:pt x="883" y="21"/>
                  </a:cubicBezTo>
                  <a:cubicBezTo>
                    <a:pt x="883" y="261"/>
                    <a:pt x="824" y="571"/>
                    <a:pt x="746" y="881"/>
                  </a:cubicBezTo>
                  <a:cubicBezTo>
                    <a:pt x="622" y="1358"/>
                    <a:pt x="434" y="1864"/>
                    <a:pt x="283" y="2254"/>
                  </a:cubicBezTo>
                  <a:cubicBezTo>
                    <a:pt x="203" y="2448"/>
                    <a:pt x="139" y="2608"/>
                    <a:pt x="87" y="2724"/>
                  </a:cubicBezTo>
                  <a:cubicBezTo>
                    <a:pt x="59" y="2781"/>
                    <a:pt x="43" y="2831"/>
                    <a:pt x="30" y="2861"/>
                  </a:cubicBezTo>
                  <a:cubicBezTo>
                    <a:pt x="16" y="2890"/>
                    <a:pt x="9" y="2911"/>
                    <a:pt x="9" y="2911"/>
                  </a:cubicBezTo>
                  <a:cubicBezTo>
                    <a:pt x="0" y="2918"/>
                    <a:pt x="9" y="2925"/>
                    <a:pt x="16" y="2934"/>
                  </a:cubicBezTo>
                  <a:cubicBezTo>
                    <a:pt x="19" y="2937"/>
                    <a:pt x="23" y="2939"/>
                    <a:pt x="26" y="2939"/>
                  </a:cubicBezTo>
                  <a:cubicBezTo>
                    <a:pt x="30" y="2939"/>
                    <a:pt x="33" y="2937"/>
                    <a:pt x="37" y="2934"/>
                  </a:cubicBezTo>
                  <a:cubicBezTo>
                    <a:pt x="37" y="2934"/>
                    <a:pt x="1113" y="2110"/>
                    <a:pt x="1836" y="441"/>
                  </a:cubicBezTo>
                  <a:cubicBezTo>
                    <a:pt x="1843" y="427"/>
                    <a:pt x="1836" y="411"/>
                    <a:pt x="1829" y="411"/>
                  </a:cubicBezTo>
                  <a:cubicBezTo>
                    <a:pt x="1825" y="409"/>
                    <a:pt x="1821" y="409"/>
                    <a:pt x="1818" y="409"/>
                  </a:cubicBezTo>
                  <a:cubicBezTo>
                    <a:pt x="1809" y="409"/>
                    <a:pt x="1804" y="414"/>
                    <a:pt x="1800" y="420"/>
                  </a:cubicBezTo>
                  <a:cubicBezTo>
                    <a:pt x="1439" y="1250"/>
                    <a:pt x="990" y="1871"/>
                    <a:pt x="636" y="2284"/>
                  </a:cubicBezTo>
                  <a:cubicBezTo>
                    <a:pt x="456" y="2492"/>
                    <a:pt x="297" y="2644"/>
                    <a:pt x="189" y="2745"/>
                  </a:cubicBezTo>
                  <a:cubicBezTo>
                    <a:pt x="143" y="2791"/>
                    <a:pt x="107" y="2822"/>
                    <a:pt x="80" y="2844"/>
                  </a:cubicBezTo>
                  <a:lnTo>
                    <a:pt x="80" y="2844"/>
                  </a:lnTo>
                  <a:cubicBezTo>
                    <a:pt x="150" y="2684"/>
                    <a:pt x="315" y="2302"/>
                    <a:pt x="486" y="1850"/>
                  </a:cubicBezTo>
                  <a:cubicBezTo>
                    <a:pt x="593" y="1547"/>
                    <a:pt x="702" y="1214"/>
                    <a:pt x="780" y="897"/>
                  </a:cubicBezTo>
                  <a:cubicBezTo>
                    <a:pt x="867" y="578"/>
                    <a:pt x="919" y="268"/>
                    <a:pt x="919" y="21"/>
                  </a:cubicBezTo>
                  <a:cubicBezTo>
                    <a:pt x="919" y="8"/>
                    <a:pt x="910" y="1"/>
                    <a:pt x="896" y="1"/>
                  </a:cubicBezTo>
                  <a:close/>
                </a:path>
              </a:pathLst>
            </a:custGeom>
            <a:solidFill>
              <a:srgbClr val="002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18"/>
            <p:cNvSpPr/>
            <p:nvPr/>
          </p:nvSpPr>
          <p:spPr>
            <a:xfrm>
              <a:off x="4356650" y="5185725"/>
              <a:ext cx="131125" cy="166450"/>
            </a:xfrm>
            <a:custGeom>
              <a:avLst/>
              <a:gdLst/>
              <a:ahLst/>
              <a:cxnLst/>
              <a:rect l="l" t="t" r="r" b="b"/>
              <a:pathLst>
                <a:path w="5245" h="6658" extrusionOk="0">
                  <a:moveTo>
                    <a:pt x="3749" y="0"/>
                  </a:moveTo>
                  <a:cubicBezTo>
                    <a:pt x="2732" y="0"/>
                    <a:pt x="2107" y="3318"/>
                    <a:pt x="1223" y="4217"/>
                  </a:cubicBezTo>
                  <a:cubicBezTo>
                    <a:pt x="261" y="5198"/>
                    <a:pt x="1" y="5538"/>
                    <a:pt x="789" y="6058"/>
                  </a:cubicBezTo>
                  <a:cubicBezTo>
                    <a:pt x="1569" y="6578"/>
                    <a:pt x="3511" y="6658"/>
                    <a:pt x="3511" y="6658"/>
                  </a:cubicBezTo>
                  <a:cubicBezTo>
                    <a:pt x="5087" y="6030"/>
                    <a:pt x="5245" y="837"/>
                    <a:pt x="4047" y="93"/>
                  </a:cubicBezTo>
                  <a:cubicBezTo>
                    <a:pt x="3944" y="30"/>
                    <a:pt x="3845" y="0"/>
                    <a:pt x="37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18"/>
            <p:cNvSpPr/>
            <p:nvPr/>
          </p:nvSpPr>
          <p:spPr>
            <a:xfrm>
              <a:off x="4384475" y="5269650"/>
              <a:ext cx="92675" cy="82525"/>
            </a:xfrm>
            <a:custGeom>
              <a:avLst/>
              <a:gdLst/>
              <a:ahLst/>
              <a:cxnLst/>
              <a:rect l="l" t="t" r="r" b="b"/>
              <a:pathLst>
                <a:path w="3707" h="3301" extrusionOk="0">
                  <a:moveTo>
                    <a:pt x="3707" y="0"/>
                  </a:moveTo>
                  <a:lnTo>
                    <a:pt x="3707" y="0"/>
                  </a:lnTo>
                  <a:cubicBezTo>
                    <a:pt x="3554" y="426"/>
                    <a:pt x="3331" y="830"/>
                    <a:pt x="3027" y="1184"/>
                  </a:cubicBezTo>
                  <a:cubicBezTo>
                    <a:pt x="2311" y="2007"/>
                    <a:pt x="1200" y="2867"/>
                    <a:pt x="51" y="2867"/>
                  </a:cubicBezTo>
                  <a:lnTo>
                    <a:pt x="1" y="2867"/>
                  </a:lnTo>
                  <a:cubicBezTo>
                    <a:pt x="897" y="3243"/>
                    <a:pt x="2398" y="3301"/>
                    <a:pt x="2398" y="3301"/>
                  </a:cubicBezTo>
                  <a:cubicBezTo>
                    <a:pt x="3194" y="2983"/>
                    <a:pt x="3634" y="1487"/>
                    <a:pt x="3707" y="0"/>
                  </a:cubicBezTo>
                  <a:close/>
                </a:path>
              </a:pathLst>
            </a:custGeom>
            <a:solidFill>
              <a:srgbClr val="212529">
                <a:alpha val="18823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18"/>
            <p:cNvSpPr/>
            <p:nvPr/>
          </p:nvSpPr>
          <p:spPr>
            <a:xfrm>
              <a:off x="4448975" y="5273650"/>
              <a:ext cx="147525" cy="125900"/>
            </a:xfrm>
            <a:custGeom>
              <a:avLst/>
              <a:gdLst/>
              <a:ahLst/>
              <a:cxnLst/>
              <a:rect l="l" t="t" r="r" b="b"/>
              <a:pathLst>
                <a:path w="5901" h="5036" extrusionOk="0">
                  <a:moveTo>
                    <a:pt x="5035" y="1"/>
                  </a:moveTo>
                  <a:cubicBezTo>
                    <a:pt x="3946" y="1"/>
                    <a:pt x="427" y="2126"/>
                    <a:pt x="0" y="3350"/>
                  </a:cubicBezTo>
                  <a:cubicBezTo>
                    <a:pt x="0" y="3350"/>
                    <a:pt x="101" y="4628"/>
                    <a:pt x="534" y="4931"/>
                  </a:cubicBezTo>
                  <a:cubicBezTo>
                    <a:pt x="636" y="5000"/>
                    <a:pt x="729" y="5036"/>
                    <a:pt x="821" y="5036"/>
                  </a:cubicBezTo>
                  <a:cubicBezTo>
                    <a:pt x="1126" y="5036"/>
                    <a:pt x="1421" y="4650"/>
                    <a:pt x="2014" y="3813"/>
                  </a:cubicBezTo>
                  <a:cubicBezTo>
                    <a:pt x="2788" y="2721"/>
                    <a:pt x="5901" y="547"/>
                    <a:pt x="5279" y="64"/>
                  </a:cubicBezTo>
                  <a:cubicBezTo>
                    <a:pt x="5224" y="21"/>
                    <a:pt x="5141" y="1"/>
                    <a:pt x="50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18"/>
            <p:cNvSpPr/>
            <p:nvPr/>
          </p:nvSpPr>
          <p:spPr>
            <a:xfrm>
              <a:off x="4448975" y="5274150"/>
              <a:ext cx="120800" cy="125400"/>
            </a:xfrm>
            <a:custGeom>
              <a:avLst/>
              <a:gdLst/>
              <a:ahLst/>
              <a:cxnLst/>
              <a:rect l="l" t="t" r="r" b="b"/>
              <a:pathLst>
                <a:path w="4832" h="5016" extrusionOk="0">
                  <a:moveTo>
                    <a:pt x="4831" y="0"/>
                  </a:moveTo>
                  <a:cubicBezTo>
                    <a:pt x="3561" y="217"/>
                    <a:pt x="404" y="2174"/>
                    <a:pt x="0" y="3330"/>
                  </a:cubicBezTo>
                  <a:cubicBezTo>
                    <a:pt x="0" y="3330"/>
                    <a:pt x="101" y="4608"/>
                    <a:pt x="534" y="4911"/>
                  </a:cubicBezTo>
                  <a:cubicBezTo>
                    <a:pt x="636" y="4980"/>
                    <a:pt x="730" y="5015"/>
                    <a:pt x="822" y="5015"/>
                  </a:cubicBezTo>
                  <a:cubicBezTo>
                    <a:pt x="1004" y="5015"/>
                    <a:pt x="1183" y="4879"/>
                    <a:pt x="1422" y="4587"/>
                  </a:cubicBezTo>
                  <a:cubicBezTo>
                    <a:pt x="1408" y="3533"/>
                    <a:pt x="1675" y="2441"/>
                    <a:pt x="2384" y="1633"/>
                  </a:cubicBezTo>
                  <a:cubicBezTo>
                    <a:pt x="2982" y="933"/>
                    <a:pt x="3878" y="210"/>
                    <a:pt x="4831" y="0"/>
                  </a:cubicBezTo>
                  <a:close/>
                </a:path>
              </a:pathLst>
            </a:custGeom>
            <a:solidFill>
              <a:srgbClr val="212529">
                <a:alpha val="18823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29" name="Google Shape;1129;p18"/>
          <p:cNvPicPr preferRelativeResize="0"/>
          <p:nvPr/>
        </p:nvPicPr>
        <p:blipFill rotWithShape="1">
          <a:blip r:embed="rId4">
            <a:alphaModFix/>
          </a:blip>
          <a:srcRect l="8807" t="27533" r="7290" b="24335"/>
          <a:stretch/>
        </p:blipFill>
        <p:spPr>
          <a:xfrm>
            <a:off x="7438881" y="337692"/>
            <a:ext cx="1285721" cy="737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auses of Global Warming Lesson for Middle School by Slidesgo">
  <a:themeElements>
    <a:clrScheme name="Simple Light">
      <a:dk1>
        <a:srgbClr val="064947"/>
      </a:dk1>
      <a:lt1>
        <a:srgbClr val="D2EDEE"/>
      </a:lt1>
      <a:dk2>
        <a:srgbClr val="B8DEE0"/>
      </a:dk2>
      <a:lt2>
        <a:srgbClr val="DEE8B6"/>
      </a:lt2>
      <a:accent1>
        <a:srgbClr val="73925D"/>
      </a:accent1>
      <a:accent2>
        <a:srgbClr val="18664E"/>
      </a:accent2>
      <a:accent3>
        <a:srgbClr val="FFD534"/>
      </a:accent3>
      <a:accent4>
        <a:srgbClr val="DA9F00"/>
      </a:accent4>
      <a:accent5>
        <a:srgbClr val="AB6E4B"/>
      </a:accent5>
      <a:accent6>
        <a:srgbClr val="002416"/>
      </a:accent6>
      <a:hlink>
        <a:srgbClr val="06494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362</Words>
  <Application>Microsoft Office PowerPoint</Application>
  <PresentationFormat>Presentación en pantalla (16:9)</PresentationFormat>
  <Paragraphs>58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Anton</vt:lpstr>
      <vt:lpstr>Lato</vt:lpstr>
      <vt:lpstr>Bebas Neue</vt:lpstr>
      <vt:lpstr>Causes of Global Warming Lesson for Middle School by Slidesgo</vt:lpstr>
      <vt:lpstr>Plan Carbono Neutralidad UTN</vt:lpstr>
      <vt:lpstr>Plan en UTN</vt:lpstr>
      <vt:lpstr>Desafíos y obstáculos</vt:lpstr>
      <vt:lpstr>1.</vt:lpstr>
      <vt:lpstr>Esquema</vt:lpstr>
      <vt:lpstr>Roadmap 2023</vt:lpstr>
      <vt:lpstr>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Carbono Neutralidad UTN</dc:title>
  <dc:creator>Carla</dc:creator>
  <cp:lastModifiedBy>ZE</cp:lastModifiedBy>
  <cp:revision>5</cp:revision>
  <dcterms:modified xsi:type="dcterms:W3CDTF">2023-09-08T21:00:48Z</dcterms:modified>
</cp:coreProperties>
</file>